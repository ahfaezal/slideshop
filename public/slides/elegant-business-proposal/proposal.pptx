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9" r:id="rId33"/>
  </p:sldIdLst>
  <p:sldSz cx="9144000" cy="5143500" type="screen16x9"/>
  <p:notesSz cx="6858000" cy="9144000"/>
  <p:embeddedFontLst>
    <p:embeddedFont>
      <p:font typeface="Barlow" panose="00000500000000000000" pitchFamily="2" charset="0"/>
      <p:regular r:id="rId35"/>
      <p:bold r:id="rId36"/>
      <p:italic r:id="rId37"/>
      <p:boldItalic r:id="rId38"/>
    </p:embeddedFont>
    <p:embeddedFont>
      <p:font typeface="Barlow Medium" panose="020F0502020204030204" pitchFamily="2" charset="0"/>
      <p:regular r:id="rId39"/>
      <p:bold r:id="rId40"/>
      <p:italic r:id="rId41"/>
      <p:boldItalic r:id="rId42"/>
    </p:embeddedFont>
    <p:embeddedFont>
      <p:font typeface="Barlow SemiBold" panose="020F0502020204030204" pitchFamily="2" charset="0"/>
      <p:regular r:id="rId43"/>
      <p:bold r:id="rId44"/>
      <p:italic r:id="rId45"/>
      <p:boldItalic r:id="rId46"/>
    </p:embeddedFont>
    <p:embeddedFont>
      <p:font typeface="Livvic" pitchFamily="2" charset="0"/>
      <p:regular r:id="rId47"/>
    </p:embeddedFont>
    <p:embeddedFont>
      <p:font typeface="Roboto Condensed Light" panose="02000000000000000000" pitchFamily="2" charset="0"/>
      <p: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477">
          <p15:clr>
            <a:srgbClr val="9AA0A6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8B2CA7-63DD-46B5-AC67-7A7CC8F88C96}">
  <a:tblStyle styleId="{F88B2CA7-63DD-46B5-AC67-7A7CC8F88C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738" y="114"/>
      </p:cViewPr>
      <p:guideLst>
        <p:guide pos="4477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80a5c82eef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80a5c82eef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87172e6d2e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87172e6d2e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87172e6d2e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87172e6d2e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87172e6d2e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87172e6d2e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7172e6d2e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7172e6d2e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87172e6d2e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87172e6d2e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87172e6d2e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87172e6d2e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7172e6d2e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7172e6d2e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87172e6d2e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87172e6d2e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87172e6d2e_1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87172e6d2e_1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87172e6d2e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87172e6d2e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87172e6d2e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87172e6d2e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80a5c8351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80a5c8351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87172e6d2e_0_2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87172e6d2e_0_2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87172e6d2e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87172e6d2e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87172e6d2e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87172e6d2e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8e1b520be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8e1b520be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87172e6d2e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87172e6d2e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g87172e6d2e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5" name="Google Shape;2285;g87172e6d2e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g87172e6d2e_0_2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7" name="Google Shape;2337;g87172e6d2e_0_2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g8f1c049f6f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3" name="Google Shape;2343;g8f1c049f6f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g87172e6d2e_1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3" name="Google Shape;2383;g87172e6d2e_1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g87172e6d2e_1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0" name="Google Shape;2400;g87172e6d2e_1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g87172e6d2e_1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2" name="Google Shape;2422;g87172e6d2e_1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g87172e6d2e_1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1" name="Google Shape;2441;g87172e6d2e_1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g87172e6d2e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2" name="Google Shape;2462;g87172e6d2e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g87172e6d2e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1" name="Google Shape;2491;g87172e6d2e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g87172e6d2e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8" name="Google Shape;2508;g87172e6d2e_1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g87172e6d2e_0_2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5" name="Google Shape;2525;g87172e6d2e_0_2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g8f015f11d1_4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8" name="Google Shape;2568;g8f015f11d1_4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g85b1d33fdd_5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3" name="Google Shape;2593;g85b1d33fdd_5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g87172e6d2e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9" name="Google Shape;2599;g87172e6d2e_1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100" y="1215100"/>
            <a:ext cx="7717800" cy="19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804550" y="2962025"/>
            <a:ext cx="3534900" cy="15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 flipH="1">
            <a:off x="-738826" y="3293308"/>
            <a:ext cx="3140403" cy="2212955"/>
            <a:chOff x="-1515225" y="1137250"/>
            <a:chExt cx="2334525" cy="1645075"/>
          </a:xfrm>
        </p:grpSpPr>
        <p:sp>
          <p:nvSpPr>
            <p:cNvPr id="14" name="Google Shape;14;p2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7500994" y="-40105"/>
            <a:ext cx="2459782" cy="2450540"/>
            <a:chOff x="7986850" y="754325"/>
            <a:chExt cx="1596950" cy="1590950"/>
          </a:xfrm>
        </p:grpSpPr>
        <p:sp>
          <p:nvSpPr>
            <p:cNvPr id="18" name="Google Shape;18;p2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263200" y="1270350"/>
            <a:ext cx="2872200" cy="10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5263200" y="2227975"/>
            <a:ext cx="29322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"/>
          <p:cNvGrpSpPr/>
          <p:nvPr/>
        </p:nvGrpSpPr>
        <p:grpSpPr>
          <a:xfrm flipH="1">
            <a:off x="-738826" y="-40105"/>
            <a:ext cx="2459782" cy="2450540"/>
            <a:chOff x="7986850" y="754325"/>
            <a:chExt cx="1596950" cy="1590950"/>
          </a:xfrm>
        </p:grpSpPr>
        <p:sp>
          <p:nvSpPr>
            <p:cNvPr id="27" name="Google Shape;27;p4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6820373" y="3293308"/>
            <a:ext cx="3140403" cy="2212955"/>
            <a:chOff x="-1515225" y="1137250"/>
            <a:chExt cx="2334525" cy="1645075"/>
          </a:xfrm>
        </p:grpSpPr>
        <p:sp>
          <p:nvSpPr>
            <p:cNvPr id="31" name="Google Shape;31;p4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13225" y="358600"/>
            <a:ext cx="7717500" cy="6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868025" y="1212075"/>
            <a:ext cx="7407900" cy="32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5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5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5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5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5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5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5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500"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0" y="358027"/>
            <a:ext cx="91440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 idx="2"/>
          </p:nvPr>
        </p:nvSpPr>
        <p:spPr>
          <a:xfrm>
            <a:off x="5164470" y="2616737"/>
            <a:ext cx="2361000" cy="5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 idx="3"/>
          </p:nvPr>
        </p:nvSpPr>
        <p:spPr>
          <a:xfrm>
            <a:off x="1764450" y="2616663"/>
            <a:ext cx="2091000" cy="5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5343425" y="3118225"/>
            <a:ext cx="2003100" cy="9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1728750" y="3118225"/>
            <a:ext cx="2162400" cy="11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" name="Google Shape;44;p5"/>
          <p:cNvGrpSpPr/>
          <p:nvPr/>
        </p:nvGrpSpPr>
        <p:grpSpPr>
          <a:xfrm>
            <a:off x="7884550" y="-435484"/>
            <a:ext cx="1654601" cy="2047591"/>
            <a:chOff x="7884550" y="-435484"/>
            <a:chExt cx="1654601" cy="2047591"/>
          </a:xfrm>
        </p:grpSpPr>
        <p:sp>
          <p:nvSpPr>
            <p:cNvPr id="45" name="Google Shape;45;p5"/>
            <p:cNvSpPr/>
            <p:nvPr/>
          </p:nvSpPr>
          <p:spPr>
            <a:xfrm>
              <a:off x="7884550" y="-435484"/>
              <a:ext cx="1048009" cy="1043800"/>
            </a:xfrm>
            <a:custGeom>
              <a:avLst/>
              <a:gdLst/>
              <a:ahLst/>
              <a:cxnLst/>
              <a:rect l="l" t="t" r="r" b="b"/>
              <a:pathLst>
                <a:path w="36104" h="35959" extrusionOk="0">
                  <a:moveTo>
                    <a:pt x="2788" y="0"/>
                  </a:moveTo>
                  <a:cubicBezTo>
                    <a:pt x="919" y="0"/>
                    <a:pt x="1" y="1394"/>
                    <a:pt x="697" y="3104"/>
                  </a:cubicBezTo>
                  <a:lnTo>
                    <a:pt x="13808" y="34614"/>
                  </a:lnTo>
                  <a:cubicBezTo>
                    <a:pt x="14172" y="35506"/>
                    <a:pt x="14707" y="35959"/>
                    <a:pt x="15267" y="35959"/>
                  </a:cubicBezTo>
                  <a:cubicBezTo>
                    <a:pt x="15780" y="35959"/>
                    <a:pt x="16314" y="35577"/>
                    <a:pt x="16754" y="34804"/>
                  </a:cubicBezTo>
                  <a:lnTo>
                    <a:pt x="35185" y="2914"/>
                  </a:lnTo>
                  <a:cubicBezTo>
                    <a:pt x="36103" y="1299"/>
                    <a:pt x="35343" y="0"/>
                    <a:pt x="3350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8355352" y="-177350"/>
              <a:ext cx="1012622" cy="915651"/>
            </a:xfrm>
            <a:custGeom>
              <a:avLst/>
              <a:gdLst/>
              <a:ahLst/>
              <a:cxnLst/>
              <a:rect l="l" t="t" r="r" b="b"/>
              <a:pathLst>
                <a:path w="33740" h="30509" extrusionOk="0">
                  <a:moveTo>
                    <a:pt x="20469" y="1"/>
                  </a:moveTo>
                  <a:cubicBezTo>
                    <a:pt x="19721" y="1"/>
                    <a:pt x="18989" y="413"/>
                    <a:pt x="18475" y="1242"/>
                  </a:cubicBezTo>
                  <a:lnTo>
                    <a:pt x="741" y="28699"/>
                  </a:lnTo>
                  <a:cubicBezTo>
                    <a:pt x="1" y="29832"/>
                    <a:pt x="122" y="30509"/>
                    <a:pt x="893" y="30509"/>
                  </a:cubicBezTo>
                  <a:cubicBezTo>
                    <a:pt x="1179" y="30509"/>
                    <a:pt x="1554" y="30416"/>
                    <a:pt x="2007" y="30219"/>
                  </a:cubicBezTo>
                  <a:lnTo>
                    <a:pt x="31586" y="17710"/>
                  </a:lnTo>
                  <a:cubicBezTo>
                    <a:pt x="33296" y="16982"/>
                    <a:pt x="33740" y="15208"/>
                    <a:pt x="32600" y="13751"/>
                  </a:cubicBezTo>
                  <a:lnTo>
                    <a:pt x="22402" y="1021"/>
                  </a:lnTo>
                  <a:cubicBezTo>
                    <a:pt x="21844" y="342"/>
                    <a:pt x="21150" y="1"/>
                    <a:pt x="20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8303775" y="358763"/>
              <a:ext cx="1235376" cy="1253344"/>
            </a:xfrm>
            <a:custGeom>
              <a:avLst/>
              <a:gdLst/>
              <a:ahLst/>
              <a:cxnLst/>
              <a:rect l="l" t="t" r="r" b="b"/>
              <a:pathLst>
                <a:path w="43866" h="44504" extrusionOk="0">
                  <a:moveTo>
                    <a:pt x="43238" y="0"/>
                  </a:moveTo>
                  <a:cubicBezTo>
                    <a:pt x="42974" y="0"/>
                    <a:pt x="42579" y="95"/>
                    <a:pt x="42062" y="292"/>
                  </a:cubicBezTo>
                  <a:lnTo>
                    <a:pt x="9791" y="13055"/>
                  </a:lnTo>
                  <a:cubicBezTo>
                    <a:pt x="7891" y="13910"/>
                    <a:pt x="6466" y="15588"/>
                    <a:pt x="5896" y="17583"/>
                  </a:cubicBezTo>
                  <a:lnTo>
                    <a:pt x="227" y="42855"/>
                  </a:lnTo>
                  <a:cubicBezTo>
                    <a:pt x="0" y="43934"/>
                    <a:pt x="158" y="44504"/>
                    <a:pt x="598" y="44504"/>
                  </a:cubicBezTo>
                  <a:cubicBezTo>
                    <a:pt x="895" y="44504"/>
                    <a:pt x="1320" y="44245"/>
                    <a:pt x="1842" y="43710"/>
                  </a:cubicBezTo>
                  <a:lnTo>
                    <a:pt x="42854" y="1464"/>
                  </a:lnTo>
                  <a:cubicBezTo>
                    <a:pt x="43767" y="529"/>
                    <a:pt x="43866" y="0"/>
                    <a:pt x="43238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-967452" y="2709067"/>
            <a:ext cx="2587959" cy="2469446"/>
            <a:chOff x="-368350" y="3328475"/>
            <a:chExt cx="1633400" cy="1558600"/>
          </a:xfrm>
        </p:grpSpPr>
        <p:sp>
          <p:nvSpPr>
            <p:cNvPr id="49" name="Google Shape;49;p5"/>
            <p:cNvSpPr/>
            <p:nvPr/>
          </p:nvSpPr>
          <p:spPr>
            <a:xfrm>
              <a:off x="229400" y="3328475"/>
              <a:ext cx="562350" cy="898075"/>
            </a:xfrm>
            <a:custGeom>
              <a:avLst/>
              <a:gdLst/>
              <a:ahLst/>
              <a:cxnLst/>
              <a:rect l="l" t="t" r="r" b="b"/>
              <a:pathLst>
                <a:path w="22494" h="35923" extrusionOk="0">
                  <a:moveTo>
                    <a:pt x="21480" y="0"/>
                  </a:moveTo>
                  <a:cubicBezTo>
                    <a:pt x="21127" y="0"/>
                    <a:pt x="20682" y="179"/>
                    <a:pt x="20174" y="558"/>
                  </a:cubicBezTo>
                  <a:lnTo>
                    <a:pt x="1806" y="14080"/>
                  </a:lnTo>
                  <a:cubicBezTo>
                    <a:pt x="286" y="15157"/>
                    <a:pt x="1" y="17279"/>
                    <a:pt x="1141" y="18767"/>
                  </a:cubicBezTo>
                  <a:lnTo>
                    <a:pt x="13618" y="34982"/>
                  </a:lnTo>
                  <a:cubicBezTo>
                    <a:pt x="14098" y="35612"/>
                    <a:pt x="14596" y="35923"/>
                    <a:pt x="15034" y="35923"/>
                  </a:cubicBezTo>
                  <a:cubicBezTo>
                    <a:pt x="15608" y="35923"/>
                    <a:pt x="16081" y="35390"/>
                    <a:pt x="16279" y="34348"/>
                  </a:cubicBezTo>
                  <a:lnTo>
                    <a:pt x="22264" y="1856"/>
                  </a:lnTo>
                  <a:cubicBezTo>
                    <a:pt x="22493" y="667"/>
                    <a:pt x="22160" y="0"/>
                    <a:pt x="21480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246425" y="3682350"/>
              <a:ext cx="1050750" cy="911900"/>
            </a:xfrm>
            <a:custGeom>
              <a:avLst/>
              <a:gdLst/>
              <a:ahLst/>
              <a:cxnLst/>
              <a:rect l="l" t="t" r="r" b="b"/>
              <a:pathLst>
                <a:path w="42030" h="36476" extrusionOk="0">
                  <a:moveTo>
                    <a:pt x="12334" y="0"/>
                  </a:moveTo>
                  <a:cubicBezTo>
                    <a:pt x="11543" y="0"/>
                    <a:pt x="10749" y="357"/>
                    <a:pt x="10230" y="1065"/>
                  </a:cubicBezTo>
                  <a:lnTo>
                    <a:pt x="1204" y="12023"/>
                  </a:lnTo>
                  <a:cubicBezTo>
                    <a:pt x="1" y="13353"/>
                    <a:pt x="444" y="15443"/>
                    <a:pt x="2059" y="16203"/>
                  </a:cubicBezTo>
                  <a:lnTo>
                    <a:pt x="40284" y="36060"/>
                  </a:lnTo>
                  <a:cubicBezTo>
                    <a:pt x="40828" y="36342"/>
                    <a:pt x="41237" y="36476"/>
                    <a:pt x="41499" y="36476"/>
                  </a:cubicBezTo>
                  <a:cubicBezTo>
                    <a:pt x="42030" y="36476"/>
                    <a:pt x="41955" y="35926"/>
                    <a:pt x="41170" y="34951"/>
                  </a:cubicBezTo>
                  <a:lnTo>
                    <a:pt x="14442" y="1097"/>
                  </a:lnTo>
                  <a:cubicBezTo>
                    <a:pt x="13932" y="365"/>
                    <a:pt x="13134" y="0"/>
                    <a:pt x="12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-368350" y="4222850"/>
              <a:ext cx="1633400" cy="664225"/>
            </a:xfrm>
            <a:custGeom>
              <a:avLst/>
              <a:gdLst/>
              <a:ahLst/>
              <a:cxnLst/>
              <a:rect l="l" t="t" r="r" b="b"/>
              <a:pathLst>
                <a:path w="65336" h="26569" extrusionOk="0">
                  <a:moveTo>
                    <a:pt x="10846" y="1"/>
                  </a:moveTo>
                  <a:cubicBezTo>
                    <a:pt x="9633" y="1"/>
                    <a:pt x="8489" y="764"/>
                    <a:pt x="8076" y="2025"/>
                  </a:cubicBezTo>
                  <a:lnTo>
                    <a:pt x="602" y="23148"/>
                  </a:lnTo>
                  <a:cubicBezTo>
                    <a:pt x="0" y="24890"/>
                    <a:pt x="1014" y="26315"/>
                    <a:pt x="2851" y="26315"/>
                  </a:cubicBezTo>
                  <a:cubicBezTo>
                    <a:pt x="2851" y="26315"/>
                    <a:pt x="64382" y="26378"/>
                    <a:pt x="65323" y="26564"/>
                  </a:cubicBezTo>
                  <a:lnTo>
                    <a:pt x="65323" y="26564"/>
                  </a:lnTo>
                  <a:lnTo>
                    <a:pt x="12225" y="347"/>
                  </a:lnTo>
                  <a:cubicBezTo>
                    <a:pt x="11779" y="111"/>
                    <a:pt x="11308" y="1"/>
                    <a:pt x="10846" y="1"/>
                  </a:cubicBezTo>
                  <a:close/>
                  <a:moveTo>
                    <a:pt x="65323" y="26564"/>
                  </a:moveTo>
                  <a:lnTo>
                    <a:pt x="65334" y="26569"/>
                  </a:lnTo>
                  <a:cubicBezTo>
                    <a:pt x="65336" y="26567"/>
                    <a:pt x="65332" y="26565"/>
                    <a:pt x="65323" y="26564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0" y="358032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" name="Google Shape;55;p6"/>
          <p:cNvGrpSpPr/>
          <p:nvPr/>
        </p:nvGrpSpPr>
        <p:grpSpPr>
          <a:xfrm>
            <a:off x="7884550" y="-435484"/>
            <a:ext cx="1654601" cy="2047591"/>
            <a:chOff x="7884550" y="-435484"/>
            <a:chExt cx="1654601" cy="2047591"/>
          </a:xfrm>
        </p:grpSpPr>
        <p:sp>
          <p:nvSpPr>
            <p:cNvPr id="56" name="Google Shape;56;p6"/>
            <p:cNvSpPr/>
            <p:nvPr/>
          </p:nvSpPr>
          <p:spPr>
            <a:xfrm>
              <a:off x="7884550" y="-435484"/>
              <a:ext cx="1048009" cy="1043800"/>
            </a:xfrm>
            <a:custGeom>
              <a:avLst/>
              <a:gdLst/>
              <a:ahLst/>
              <a:cxnLst/>
              <a:rect l="l" t="t" r="r" b="b"/>
              <a:pathLst>
                <a:path w="36104" h="35959" extrusionOk="0">
                  <a:moveTo>
                    <a:pt x="2788" y="0"/>
                  </a:moveTo>
                  <a:cubicBezTo>
                    <a:pt x="919" y="0"/>
                    <a:pt x="1" y="1394"/>
                    <a:pt x="697" y="3104"/>
                  </a:cubicBezTo>
                  <a:lnTo>
                    <a:pt x="13808" y="34614"/>
                  </a:lnTo>
                  <a:cubicBezTo>
                    <a:pt x="14172" y="35506"/>
                    <a:pt x="14707" y="35959"/>
                    <a:pt x="15267" y="35959"/>
                  </a:cubicBezTo>
                  <a:cubicBezTo>
                    <a:pt x="15780" y="35959"/>
                    <a:pt x="16314" y="35577"/>
                    <a:pt x="16754" y="34804"/>
                  </a:cubicBezTo>
                  <a:lnTo>
                    <a:pt x="35185" y="2914"/>
                  </a:lnTo>
                  <a:cubicBezTo>
                    <a:pt x="36103" y="1299"/>
                    <a:pt x="35343" y="0"/>
                    <a:pt x="3350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8355352" y="-177350"/>
              <a:ext cx="1012622" cy="915651"/>
            </a:xfrm>
            <a:custGeom>
              <a:avLst/>
              <a:gdLst/>
              <a:ahLst/>
              <a:cxnLst/>
              <a:rect l="l" t="t" r="r" b="b"/>
              <a:pathLst>
                <a:path w="33740" h="30509" extrusionOk="0">
                  <a:moveTo>
                    <a:pt x="20469" y="1"/>
                  </a:moveTo>
                  <a:cubicBezTo>
                    <a:pt x="19721" y="1"/>
                    <a:pt x="18989" y="413"/>
                    <a:pt x="18475" y="1242"/>
                  </a:cubicBezTo>
                  <a:lnTo>
                    <a:pt x="741" y="28699"/>
                  </a:lnTo>
                  <a:cubicBezTo>
                    <a:pt x="1" y="29832"/>
                    <a:pt x="122" y="30509"/>
                    <a:pt x="893" y="30509"/>
                  </a:cubicBezTo>
                  <a:cubicBezTo>
                    <a:pt x="1179" y="30509"/>
                    <a:pt x="1554" y="30416"/>
                    <a:pt x="2007" y="30219"/>
                  </a:cubicBezTo>
                  <a:lnTo>
                    <a:pt x="31586" y="17710"/>
                  </a:lnTo>
                  <a:cubicBezTo>
                    <a:pt x="33296" y="16982"/>
                    <a:pt x="33740" y="15208"/>
                    <a:pt x="32600" y="13751"/>
                  </a:cubicBezTo>
                  <a:lnTo>
                    <a:pt x="22402" y="1021"/>
                  </a:lnTo>
                  <a:cubicBezTo>
                    <a:pt x="21844" y="342"/>
                    <a:pt x="21150" y="1"/>
                    <a:pt x="20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8303775" y="358763"/>
              <a:ext cx="1235376" cy="1253344"/>
            </a:xfrm>
            <a:custGeom>
              <a:avLst/>
              <a:gdLst/>
              <a:ahLst/>
              <a:cxnLst/>
              <a:rect l="l" t="t" r="r" b="b"/>
              <a:pathLst>
                <a:path w="43866" h="44504" extrusionOk="0">
                  <a:moveTo>
                    <a:pt x="43238" y="0"/>
                  </a:moveTo>
                  <a:cubicBezTo>
                    <a:pt x="42974" y="0"/>
                    <a:pt x="42579" y="95"/>
                    <a:pt x="42062" y="292"/>
                  </a:cubicBezTo>
                  <a:lnTo>
                    <a:pt x="9791" y="13055"/>
                  </a:lnTo>
                  <a:cubicBezTo>
                    <a:pt x="7891" y="13910"/>
                    <a:pt x="6466" y="15588"/>
                    <a:pt x="5896" y="17583"/>
                  </a:cubicBezTo>
                  <a:lnTo>
                    <a:pt x="227" y="42855"/>
                  </a:lnTo>
                  <a:cubicBezTo>
                    <a:pt x="0" y="43934"/>
                    <a:pt x="158" y="44504"/>
                    <a:pt x="598" y="44504"/>
                  </a:cubicBezTo>
                  <a:cubicBezTo>
                    <a:pt x="895" y="44504"/>
                    <a:pt x="1320" y="44245"/>
                    <a:pt x="1842" y="43710"/>
                  </a:cubicBezTo>
                  <a:lnTo>
                    <a:pt x="42854" y="1464"/>
                  </a:lnTo>
                  <a:cubicBezTo>
                    <a:pt x="43767" y="529"/>
                    <a:pt x="43866" y="0"/>
                    <a:pt x="43238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6"/>
          <p:cNvGrpSpPr/>
          <p:nvPr/>
        </p:nvGrpSpPr>
        <p:grpSpPr>
          <a:xfrm>
            <a:off x="-967452" y="2709067"/>
            <a:ext cx="2587959" cy="2469446"/>
            <a:chOff x="-368350" y="3328475"/>
            <a:chExt cx="1633400" cy="1558600"/>
          </a:xfrm>
        </p:grpSpPr>
        <p:sp>
          <p:nvSpPr>
            <p:cNvPr id="60" name="Google Shape;60;p6"/>
            <p:cNvSpPr/>
            <p:nvPr/>
          </p:nvSpPr>
          <p:spPr>
            <a:xfrm>
              <a:off x="229400" y="3328475"/>
              <a:ext cx="562350" cy="898075"/>
            </a:xfrm>
            <a:custGeom>
              <a:avLst/>
              <a:gdLst/>
              <a:ahLst/>
              <a:cxnLst/>
              <a:rect l="l" t="t" r="r" b="b"/>
              <a:pathLst>
                <a:path w="22494" h="35923" extrusionOk="0">
                  <a:moveTo>
                    <a:pt x="21480" y="0"/>
                  </a:moveTo>
                  <a:cubicBezTo>
                    <a:pt x="21127" y="0"/>
                    <a:pt x="20682" y="179"/>
                    <a:pt x="20174" y="558"/>
                  </a:cubicBezTo>
                  <a:lnTo>
                    <a:pt x="1806" y="14080"/>
                  </a:lnTo>
                  <a:cubicBezTo>
                    <a:pt x="286" y="15157"/>
                    <a:pt x="1" y="17279"/>
                    <a:pt x="1141" y="18767"/>
                  </a:cubicBezTo>
                  <a:lnTo>
                    <a:pt x="13618" y="34982"/>
                  </a:lnTo>
                  <a:cubicBezTo>
                    <a:pt x="14098" y="35612"/>
                    <a:pt x="14596" y="35923"/>
                    <a:pt x="15034" y="35923"/>
                  </a:cubicBezTo>
                  <a:cubicBezTo>
                    <a:pt x="15608" y="35923"/>
                    <a:pt x="16081" y="35390"/>
                    <a:pt x="16279" y="34348"/>
                  </a:cubicBezTo>
                  <a:lnTo>
                    <a:pt x="22264" y="1856"/>
                  </a:lnTo>
                  <a:cubicBezTo>
                    <a:pt x="22493" y="667"/>
                    <a:pt x="22160" y="0"/>
                    <a:pt x="21480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-246425" y="3682350"/>
              <a:ext cx="1050750" cy="911900"/>
            </a:xfrm>
            <a:custGeom>
              <a:avLst/>
              <a:gdLst/>
              <a:ahLst/>
              <a:cxnLst/>
              <a:rect l="l" t="t" r="r" b="b"/>
              <a:pathLst>
                <a:path w="42030" h="36476" extrusionOk="0">
                  <a:moveTo>
                    <a:pt x="12334" y="0"/>
                  </a:moveTo>
                  <a:cubicBezTo>
                    <a:pt x="11543" y="0"/>
                    <a:pt x="10749" y="357"/>
                    <a:pt x="10230" y="1065"/>
                  </a:cubicBezTo>
                  <a:lnTo>
                    <a:pt x="1204" y="12023"/>
                  </a:lnTo>
                  <a:cubicBezTo>
                    <a:pt x="1" y="13353"/>
                    <a:pt x="444" y="15443"/>
                    <a:pt x="2059" y="16203"/>
                  </a:cubicBezTo>
                  <a:lnTo>
                    <a:pt x="40284" y="36060"/>
                  </a:lnTo>
                  <a:cubicBezTo>
                    <a:pt x="40828" y="36342"/>
                    <a:pt x="41237" y="36476"/>
                    <a:pt x="41499" y="36476"/>
                  </a:cubicBezTo>
                  <a:cubicBezTo>
                    <a:pt x="42030" y="36476"/>
                    <a:pt x="41955" y="35926"/>
                    <a:pt x="41170" y="34951"/>
                  </a:cubicBezTo>
                  <a:lnTo>
                    <a:pt x="14442" y="1097"/>
                  </a:lnTo>
                  <a:cubicBezTo>
                    <a:pt x="13932" y="365"/>
                    <a:pt x="13134" y="0"/>
                    <a:pt x="12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-368350" y="4222850"/>
              <a:ext cx="1633400" cy="664225"/>
            </a:xfrm>
            <a:custGeom>
              <a:avLst/>
              <a:gdLst/>
              <a:ahLst/>
              <a:cxnLst/>
              <a:rect l="l" t="t" r="r" b="b"/>
              <a:pathLst>
                <a:path w="65336" h="26569" extrusionOk="0">
                  <a:moveTo>
                    <a:pt x="10846" y="1"/>
                  </a:moveTo>
                  <a:cubicBezTo>
                    <a:pt x="9633" y="1"/>
                    <a:pt x="8489" y="764"/>
                    <a:pt x="8076" y="2025"/>
                  </a:cubicBezTo>
                  <a:lnTo>
                    <a:pt x="602" y="23148"/>
                  </a:lnTo>
                  <a:cubicBezTo>
                    <a:pt x="0" y="24890"/>
                    <a:pt x="1014" y="26315"/>
                    <a:pt x="2851" y="26315"/>
                  </a:cubicBezTo>
                  <a:cubicBezTo>
                    <a:pt x="2851" y="26315"/>
                    <a:pt x="64382" y="26378"/>
                    <a:pt x="65323" y="26564"/>
                  </a:cubicBezTo>
                  <a:lnTo>
                    <a:pt x="65323" y="26564"/>
                  </a:lnTo>
                  <a:lnTo>
                    <a:pt x="12225" y="347"/>
                  </a:lnTo>
                  <a:cubicBezTo>
                    <a:pt x="11779" y="111"/>
                    <a:pt x="11308" y="1"/>
                    <a:pt x="10846" y="1"/>
                  </a:cubicBezTo>
                  <a:close/>
                  <a:moveTo>
                    <a:pt x="65323" y="26564"/>
                  </a:moveTo>
                  <a:lnTo>
                    <a:pt x="65334" y="26569"/>
                  </a:lnTo>
                  <a:cubicBezTo>
                    <a:pt x="65336" y="26567"/>
                    <a:pt x="65332" y="26565"/>
                    <a:pt x="65323" y="26564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4788775" y="965025"/>
            <a:ext cx="3716700" cy="22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subTitle" idx="1"/>
          </p:nvPr>
        </p:nvSpPr>
        <p:spPr>
          <a:xfrm>
            <a:off x="5076175" y="3313475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8"/>
          <p:cNvSpPr/>
          <p:nvPr/>
        </p:nvSpPr>
        <p:spPr>
          <a:xfrm rot="-192592">
            <a:off x="3479476" y="1065878"/>
            <a:ext cx="6846930" cy="4604099"/>
          </a:xfrm>
          <a:custGeom>
            <a:avLst/>
            <a:gdLst/>
            <a:ahLst/>
            <a:cxnLst/>
            <a:rect l="l" t="t" r="r" b="b"/>
            <a:pathLst>
              <a:path w="115564" h="77709" extrusionOk="0">
                <a:moveTo>
                  <a:pt x="94541" y="1"/>
                </a:moveTo>
                <a:cubicBezTo>
                  <a:pt x="93825" y="1"/>
                  <a:pt x="93074" y="168"/>
                  <a:pt x="92331" y="522"/>
                </a:cubicBezTo>
                <a:lnTo>
                  <a:pt x="2903" y="43374"/>
                </a:lnTo>
                <a:cubicBezTo>
                  <a:pt x="1" y="44743"/>
                  <a:pt x="165" y="46605"/>
                  <a:pt x="3232" y="47454"/>
                </a:cubicBezTo>
                <a:lnTo>
                  <a:pt x="110649" y="77491"/>
                </a:lnTo>
                <a:cubicBezTo>
                  <a:pt x="111163" y="77638"/>
                  <a:pt x="111646" y="77708"/>
                  <a:pt x="112091" y="77708"/>
                </a:cubicBezTo>
                <a:cubicBezTo>
                  <a:pt x="114300" y="77708"/>
                  <a:pt x="115563" y="75982"/>
                  <a:pt x="114948" y="73384"/>
                </a:cubicBezTo>
                <a:lnTo>
                  <a:pt x="98902" y="3671"/>
                </a:lnTo>
                <a:cubicBezTo>
                  <a:pt x="98374" y="1377"/>
                  <a:pt x="96597" y="1"/>
                  <a:pt x="94541" y="1"/>
                </a:cubicBezTo>
                <a:close/>
              </a:path>
            </a:pathLst>
          </a:custGeom>
          <a:solidFill>
            <a:srgbClr val="0058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69;p8"/>
          <p:cNvGrpSpPr/>
          <p:nvPr/>
        </p:nvGrpSpPr>
        <p:grpSpPr>
          <a:xfrm flipH="1">
            <a:off x="-842333" y="-40105"/>
            <a:ext cx="2459782" cy="2450540"/>
            <a:chOff x="7986850" y="754325"/>
            <a:chExt cx="1596950" cy="1590950"/>
          </a:xfrm>
        </p:grpSpPr>
        <p:sp>
          <p:nvSpPr>
            <p:cNvPr id="70" name="Google Shape;70;p8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5623550" y="1759825"/>
            <a:ext cx="2807100" cy="2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4209250" y="2410425"/>
            <a:ext cx="4045200" cy="7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4584550" y="2948850"/>
            <a:ext cx="3294600" cy="9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title" idx="2" hasCustomPrompt="1"/>
          </p:nvPr>
        </p:nvSpPr>
        <p:spPr>
          <a:xfrm>
            <a:off x="5051350" y="1331450"/>
            <a:ext cx="2361000" cy="9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arlow"/>
              <a:buNone/>
              <a:defRPr sz="6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arlow"/>
              <a:buNone/>
              <a:defRPr sz="6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arlow"/>
              <a:buNone/>
              <a:defRPr sz="6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arlow"/>
              <a:buNone/>
              <a:defRPr sz="6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arlow"/>
              <a:buNone/>
              <a:defRPr sz="6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arlow"/>
              <a:buNone/>
              <a:defRPr sz="6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arlow"/>
              <a:buNone/>
              <a:defRPr sz="6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arlow"/>
              <a:buNone/>
              <a:defRPr sz="60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grpSp>
        <p:nvGrpSpPr>
          <p:cNvPr id="79" name="Google Shape;79;p9"/>
          <p:cNvGrpSpPr/>
          <p:nvPr/>
        </p:nvGrpSpPr>
        <p:grpSpPr>
          <a:xfrm flipH="1">
            <a:off x="-738826" y="3293308"/>
            <a:ext cx="3140403" cy="2212955"/>
            <a:chOff x="-1515225" y="1137250"/>
            <a:chExt cx="2334525" cy="1645075"/>
          </a:xfrm>
        </p:grpSpPr>
        <p:sp>
          <p:nvSpPr>
            <p:cNvPr id="80" name="Google Shape;80;p9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9"/>
          <p:cNvGrpSpPr/>
          <p:nvPr/>
        </p:nvGrpSpPr>
        <p:grpSpPr>
          <a:xfrm>
            <a:off x="7500994" y="-40105"/>
            <a:ext cx="2459782" cy="2450540"/>
            <a:chOff x="7986850" y="754325"/>
            <a:chExt cx="1596950" cy="1590950"/>
          </a:xfrm>
        </p:grpSpPr>
        <p:sp>
          <p:nvSpPr>
            <p:cNvPr id="84" name="Google Shape;84;p9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>
            <a:spLocks noGrp="1"/>
          </p:cNvSpPr>
          <p:nvPr>
            <p:ph type="body" idx="1"/>
          </p:nvPr>
        </p:nvSpPr>
        <p:spPr>
          <a:xfrm>
            <a:off x="1572600" y="417982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</a:lstStyle>
          <a:p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0" name="Google Shape;90;p10"/>
          <p:cNvGrpSpPr/>
          <p:nvPr/>
        </p:nvGrpSpPr>
        <p:grpSpPr>
          <a:xfrm rot="-5400000">
            <a:off x="-1595710" y="1919750"/>
            <a:ext cx="3338660" cy="1319127"/>
            <a:chOff x="2729675" y="371225"/>
            <a:chExt cx="2471800" cy="976625"/>
          </a:xfrm>
        </p:grpSpPr>
        <p:sp>
          <p:nvSpPr>
            <p:cNvPr id="91" name="Google Shape;91;p10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0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10"/>
          <p:cNvGrpSpPr/>
          <p:nvPr/>
        </p:nvGrpSpPr>
        <p:grpSpPr>
          <a:xfrm rot="5400000">
            <a:off x="7514265" y="1863325"/>
            <a:ext cx="3338660" cy="1319127"/>
            <a:chOff x="2729675" y="371225"/>
            <a:chExt cx="2471800" cy="976625"/>
          </a:xfrm>
        </p:grpSpPr>
        <p:sp>
          <p:nvSpPr>
            <p:cNvPr id="95" name="Google Shape;95;p10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0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0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588538"/>
            <a:ext cx="7704000" cy="143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90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00" name="Google Shape;10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subTitle" idx="1"/>
          </p:nvPr>
        </p:nvSpPr>
        <p:spPr>
          <a:xfrm>
            <a:off x="720000" y="2988347"/>
            <a:ext cx="77040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02" name="Google Shape;102;p11"/>
          <p:cNvGrpSpPr/>
          <p:nvPr/>
        </p:nvGrpSpPr>
        <p:grpSpPr>
          <a:xfrm rot="-5400000">
            <a:off x="-1595710" y="1919750"/>
            <a:ext cx="3338660" cy="1319127"/>
            <a:chOff x="2729675" y="371225"/>
            <a:chExt cx="2471800" cy="976625"/>
          </a:xfrm>
        </p:grpSpPr>
        <p:sp>
          <p:nvSpPr>
            <p:cNvPr id="103" name="Google Shape;103;p11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Google Shape;106;p11"/>
          <p:cNvGrpSpPr/>
          <p:nvPr/>
        </p:nvGrpSpPr>
        <p:grpSpPr>
          <a:xfrm rot="5400000">
            <a:off x="7514265" y="1863325"/>
            <a:ext cx="3338660" cy="1319127"/>
            <a:chOff x="2729675" y="371225"/>
            <a:chExt cx="2471800" cy="976625"/>
          </a:xfrm>
        </p:grpSpPr>
        <p:sp>
          <p:nvSpPr>
            <p:cNvPr id="107" name="Google Shape;107;p11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1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0" y="350070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"/>
          </p:nvPr>
        </p:nvSpPr>
        <p:spPr>
          <a:xfrm>
            <a:off x="4623650" y="1195900"/>
            <a:ext cx="30198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"/>
          </p:nvPr>
        </p:nvSpPr>
        <p:spPr>
          <a:xfrm>
            <a:off x="2770350" y="1193050"/>
            <a:ext cx="18018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3" hasCustomPrompt="1"/>
          </p:nvPr>
        </p:nvSpPr>
        <p:spPr>
          <a:xfrm>
            <a:off x="1510225" y="1119850"/>
            <a:ext cx="11688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None/>
              <a:defRPr sz="4500" b="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4"/>
          </p:nvPr>
        </p:nvSpPr>
        <p:spPr>
          <a:xfrm>
            <a:off x="4623650" y="2111300"/>
            <a:ext cx="30198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5"/>
          </p:nvPr>
        </p:nvSpPr>
        <p:spPr>
          <a:xfrm>
            <a:off x="2770350" y="2108450"/>
            <a:ext cx="18018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6" hasCustomPrompt="1"/>
          </p:nvPr>
        </p:nvSpPr>
        <p:spPr>
          <a:xfrm>
            <a:off x="1510225" y="2035250"/>
            <a:ext cx="11688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None/>
              <a:defRPr sz="4500" b="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7"/>
          </p:nvPr>
        </p:nvSpPr>
        <p:spPr>
          <a:xfrm>
            <a:off x="4623650" y="3024125"/>
            <a:ext cx="30198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8"/>
          </p:nvPr>
        </p:nvSpPr>
        <p:spPr>
          <a:xfrm>
            <a:off x="2770350" y="3023375"/>
            <a:ext cx="1801800" cy="76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9" hasCustomPrompt="1"/>
          </p:nvPr>
        </p:nvSpPr>
        <p:spPr>
          <a:xfrm>
            <a:off x="1510225" y="2947175"/>
            <a:ext cx="1168800" cy="9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None/>
              <a:defRPr sz="4500" b="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3"/>
          </p:nvPr>
        </p:nvSpPr>
        <p:spPr>
          <a:xfrm>
            <a:off x="4623650" y="3938675"/>
            <a:ext cx="30198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14"/>
          </p:nvPr>
        </p:nvSpPr>
        <p:spPr>
          <a:xfrm>
            <a:off x="2770350" y="3935825"/>
            <a:ext cx="18018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15" hasCustomPrompt="1"/>
          </p:nvPr>
        </p:nvSpPr>
        <p:spPr>
          <a:xfrm>
            <a:off x="1510225" y="3862025"/>
            <a:ext cx="1168800" cy="9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None/>
              <a:defRPr sz="4500" b="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grpSp>
        <p:nvGrpSpPr>
          <p:cNvPr id="126" name="Google Shape;126;p13"/>
          <p:cNvGrpSpPr/>
          <p:nvPr/>
        </p:nvGrpSpPr>
        <p:grpSpPr>
          <a:xfrm rot="-5400000">
            <a:off x="-1595710" y="1919750"/>
            <a:ext cx="3338660" cy="1319127"/>
            <a:chOff x="2729675" y="371225"/>
            <a:chExt cx="2471800" cy="976625"/>
          </a:xfrm>
        </p:grpSpPr>
        <p:sp>
          <p:nvSpPr>
            <p:cNvPr id="127" name="Google Shape;127;p13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13"/>
          <p:cNvGrpSpPr/>
          <p:nvPr/>
        </p:nvGrpSpPr>
        <p:grpSpPr>
          <a:xfrm rot="5400000">
            <a:off x="7514265" y="1863325"/>
            <a:ext cx="3338660" cy="1319127"/>
            <a:chOff x="2729675" y="371225"/>
            <a:chExt cx="2471800" cy="976625"/>
          </a:xfrm>
        </p:grpSpPr>
        <p:sp>
          <p:nvSpPr>
            <p:cNvPr id="131" name="Google Shape;131;p13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and text">
  <p:cSld name="CUSTOM_11_8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title"/>
          </p:nvPr>
        </p:nvSpPr>
        <p:spPr>
          <a:xfrm>
            <a:off x="885050" y="1813300"/>
            <a:ext cx="7402200" cy="12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4"/>
          <p:cNvSpPr txBox="1">
            <a:spLocks noGrp="1"/>
          </p:cNvSpPr>
          <p:nvPr>
            <p:ph type="subTitle" idx="1"/>
          </p:nvPr>
        </p:nvSpPr>
        <p:spPr>
          <a:xfrm>
            <a:off x="2029400" y="3049525"/>
            <a:ext cx="5113500" cy="7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7" name="Google Shape;137;p14"/>
          <p:cNvGrpSpPr/>
          <p:nvPr/>
        </p:nvGrpSpPr>
        <p:grpSpPr>
          <a:xfrm>
            <a:off x="7500994" y="-40105"/>
            <a:ext cx="2459782" cy="2450540"/>
            <a:chOff x="7986850" y="754325"/>
            <a:chExt cx="1596950" cy="1590950"/>
          </a:xfrm>
        </p:grpSpPr>
        <p:sp>
          <p:nvSpPr>
            <p:cNvPr id="138" name="Google Shape;138;p14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Google Shape;141;p14"/>
          <p:cNvGrpSpPr/>
          <p:nvPr/>
        </p:nvGrpSpPr>
        <p:grpSpPr>
          <a:xfrm flipH="1">
            <a:off x="-738826" y="3293308"/>
            <a:ext cx="3140403" cy="2212955"/>
            <a:chOff x="-1515225" y="1137250"/>
            <a:chExt cx="2334525" cy="1645075"/>
          </a:xfrm>
        </p:grpSpPr>
        <p:sp>
          <p:nvSpPr>
            <p:cNvPr id="142" name="Google Shape;142;p14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1_7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713225" y="1877898"/>
            <a:ext cx="7717500" cy="12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grpSp>
        <p:nvGrpSpPr>
          <p:cNvPr id="147" name="Google Shape;147;p15"/>
          <p:cNvGrpSpPr/>
          <p:nvPr/>
        </p:nvGrpSpPr>
        <p:grpSpPr>
          <a:xfrm>
            <a:off x="-967452" y="2709067"/>
            <a:ext cx="2587959" cy="2469446"/>
            <a:chOff x="-368350" y="3328475"/>
            <a:chExt cx="1633400" cy="1558600"/>
          </a:xfrm>
        </p:grpSpPr>
        <p:sp>
          <p:nvSpPr>
            <p:cNvPr id="148" name="Google Shape;148;p15"/>
            <p:cNvSpPr/>
            <p:nvPr/>
          </p:nvSpPr>
          <p:spPr>
            <a:xfrm>
              <a:off x="229400" y="3328475"/>
              <a:ext cx="562350" cy="898075"/>
            </a:xfrm>
            <a:custGeom>
              <a:avLst/>
              <a:gdLst/>
              <a:ahLst/>
              <a:cxnLst/>
              <a:rect l="l" t="t" r="r" b="b"/>
              <a:pathLst>
                <a:path w="22494" h="35923" extrusionOk="0">
                  <a:moveTo>
                    <a:pt x="21480" y="0"/>
                  </a:moveTo>
                  <a:cubicBezTo>
                    <a:pt x="21127" y="0"/>
                    <a:pt x="20682" y="179"/>
                    <a:pt x="20174" y="558"/>
                  </a:cubicBezTo>
                  <a:lnTo>
                    <a:pt x="1806" y="14080"/>
                  </a:lnTo>
                  <a:cubicBezTo>
                    <a:pt x="286" y="15157"/>
                    <a:pt x="1" y="17279"/>
                    <a:pt x="1141" y="18767"/>
                  </a:cubicBezTo>
                  <a:lnTo>
                    <a:pt x="13618" y="34982"/>
                  </a:lnTo>
                  <a:cubicBezTo>
                    <a:pt x="14098" y="35612"/>
                    <a:pt x="14596" y="35923"/>
                    <a:pt x="15034" y="35923"/>
                  </a:cubicBezTo>
                  <a:cubicBezTo>
                    <a:pt x="15608" y="35923"/>
                    <a:pt x="16081" y="35390"/>
                    <a:pt x="16279" y="34348"/>
                  </a:cubicBezTo>
                  <a:lnTo>
                    <a:pt x="22264" y="1856"/>
                  </a:lnTo>
                  <a:cubicBezTo>
                    <a:pt x="22493" y="667"/>
                    <a:pt x="22160" y="0"/>
                    <a:pt x="21480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-246425" y="3682350"/>
              <a:ext cx="1050750" cy="911900"/>
            </a:xfrm>
            <a:custGeom>
              <a:avLst/>
              <a:gdLst/>
              <a:ahLst/>
              <a:cxnLst/>
              <a:rect l="l" t="t" r="r" b="b"/>
              <a:pathLst>
                <a:path w="42030" h="36476" extrusionOk="0">
                  <a:moveTo>
                    <a:pt x="12334" y="0"/>
                  </a:moveTo>
                  <a:cubicBezTo>
                    <a:pt x="11543" y="0"/>
                    <a:pt x="10749" y="357"/>
                    <a:pt x="10230" y="1065"/>
                  </a:cubicBezTo>
                  <a:lnTo>
                    <a:pt x="1204" y="12023"/>
                  </a:lnTo>
                  <a:cubicBezTo>
                    <a:pt x="1" y="13353"/>
                    <a:pt x="444" y="15443"/>
                    <a:pt x="2059" y="16203"/>
                  </a:cubicBezTo>
                  <a:lnTo>
                    <a:pt x="40284" y="36060"/>
                  </a:lnTo>
                  <a:cubicBezTo>
                    <a:pt x="40828" y="36342"/>
                    <a:pt x="41237" y="36476"/>
                    <a:pt x="41499" y="36476"/>
                  </a:cubicBezTo>
                  <a:cubicBezTo>
                    <a:pt x="42030" y="36476"/>
                    <a:pt x="41955" y="35926"/>
                    <a:pt x="41170" y="34951"/>
                  </a:cubicBezTo>
                  <a:lnTo>
                    <a:pt x="14442" y="1097"/>
                  </a:lnTo>
                  <a:cubicBezTo>
                    <a:pt x="13932" y="365"/>
                    <a:pt x="13134" y="0"/>
                    <a:pt x="12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-368350" y="4222850"/>
              <a:ext cx="1633400" cy="664225"/>
            </a:xfrm>
            <a:custGeom>
              <a:avLst/>
              <a:gdLst/>
              <a:ahLst/>
              <a:cxnLst/>
              <a:rect l="l" t="t" r="r" b="b"/>
              <a:pathLst>
                <a:path w="65336" h="26569" extrusionOk="0">
                  <a:moveTo>
                    <a:pt x="10846" y="1"/>
                  </a:moveTo>
                  <a:cubicBezTo>
                    <a:pt x="9633" y="1"/>
                    <a:pt x="8489" y="764"/>
                    <a:pt x="8076" y="2025"/>
                  </a:cubicBezTo>
                  <a:lnTo>
                    <a:pt x="602" y="23148"/>
                  </a:lnTo>
                  <a:cubicBezTo>
                    <a:pt x="0" y="24890"/>
                    <a:pt x="1014" y="26315"/>
                    <a:pt x="2851" y="26315"/>
                  </a:cubicBezTo>
                  <a:cubicBezTo>
                    <a:pt x="2851" y="26315"/>
                    <a:pt x="64382" y="26378"/>
                    <a:pt x="65323" y="26564"/>
                  </a:cubicBezTo>
                  <a:lnTo>
                    <a:pt x="65323" y="26564"/>
                  </a:lnTo>
                  <a:lnTo>
                    <a:pt x="12225" y="347"/>
                  </a:lnTo>
                  <a:cubicBezTo>
                    <a:pt x="11779" y="111"/>
                    <a:pt x="11308" y="1"/>
                    <a:pt x="10846" y="1"/>
                  </a:cubicBezTo>
                  <a:close/>
                  <a:moveTo>
                    <a:pt x="65323" y="26564"/>
                  </a:moveTo>
                  <a:lnTo>
                    <a:pt x="65334" y="26569"/>
                  </a:lnTo>
                  <a:cubicBezTo>
                    <a:pt x="65336" y="26567"/>
                    <a:pt x="65332" y="26565"/>
                    <a:pt x="65323" y="26564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7884550" y="-435484"/>
            <a:ext cx="1654601" cy="2047591"/>
            <a:chOff x="7884550" y="-435484"/>
            <a:chExt cx="1654601" cy="2047591"/>
          </a:xfrm>
        </p:grpSpPr>
        <p:sp>
          <p:nvSpPr>
            <p:cNvPr id="152" name="Google Shape;152;p15"/>
            <p:cNvSpPr/>
            <p:nvPr/>
          </p:nvSpPr>
          <p:spPr>
            <a:xfrm>
              <a:off x="7884550" y="-435484"/>
              <a:ext cx="1048009" cy="1043800"/>
            </a:xfrm>
            <a:custGeom>
              <a:avLst/>
              <a:gdLst/>
              <a:ahLst/>
              <a:cxnLst/>
              <a:rect l="l" t="t" r="r" b="b"/>
              <a:pathLst>
                <a:path w="36104" h="35959" extrusionOk="0">
                  <a:moveTo>
                    <a:pt x="2788" y="0"/>
                  </a:moveTo>
                  <a:cubicBezTo>
                    <a:pt x="919" y="0"/>
                    <a:pt x="1" y="1394"/>
                    <a:pt x="697" y="3104"/>
                  </a:cubicBezTo>
                  <a:lnTo>
                    <a:pt x="13808" y="34614"/>
                  </a:lnTo>
                  <a:cubicBezTo>
                    <a:pt x="14172" y="35506"/>
                    <a:pt x="14707" y="35959"/>
                    <a:pt x="15267" y="35959"/>
                  </a:cubicBezTo>
                  <a:cubicBezTo>
                    <a:pt x="15780" y="35959"/>
                    <a:pt x="16314" y="35577"/>
                    <a:pt x="16754" y="34804"/>
                  </a:cubicBezTo>
                  <a:lnTo>
                    <a:pt x="35185" y="2914"/>
                  </a:lnTo>
                  <a:cubicBezTo>
                    <a:pt x="36103" y="1299"/>
                    <a:pt x="35343" y="0"/>
                    <a:pt x="3350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8355352" y="-177350"/>
              <a:ext cx="1012622" cy="915651"/>
            </a:xfrm>
            <a:custGeom>
              <a:avLst/>
              <a:gdLst/>
              <a:ahLst/>
              <a:cxnLst/>
              <a:rect l="l" t="t" r="r" b="b"/>
              <a:pathLst>
                <a:path w="33740" h="30509" extrusionOk="0">
                  <a:moveTo>
                    <a:pt x="20469" y="1"/>
                  </a:moveTo>
                  <a:cubicBezTo>
                    <a:pt x="19721" y="1"/>
                    <a:pt x="18989" y="413"/>
                    <a:pt x="18475" y="1242"/>
                  </a:cubicBezTo>
                  <a:lnTo>
                    <a:pt x="741" y="28699"/>
                  </a:lnTo>
                  <a:cubicBezTo>
                    <a:pt x="1" y="29832"/>
                    <a:pt x="122" y="30509"/>
                    <a:pt x="893" y="30509"/>
                  </a:cubicBezTo>
                  <a:cubicBezTo>
                    <a:pt x="1179" y="30509"/>
                    <a:pt x="1554" y="30416"/>
                    <a:pt x="2007" y="30219"/>
                  </a:cubicBezTo>
                  <a:lnTo>
                    <a:pt x="31586" y="17710"/>
                  </a:lnTo>
                  <a:cubicBezTo>
                    <a:pt x="33296" y="16982"/>
                    <a:pt x="33740" y="15208"/>
                    <a:pt x="32600" y="13751"/>
                  </a:cubicBezTo>
                  <a:lnTo>
                    <a:pt x="22402" y="1021"/>
                  </a:lnTo>
                  <a:cubicBezTo>
                    <a:pt x="21844" y="342"/>
                    <a:pt x="21150" y="1"/>
                    <a:pt x="20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8303775" y="358763"/>
              <a:ext cx="1235376" cy="1253344"/>
            </a:xfrm>
            <a:custGeom>
              <a:avLst/>
              <a:gdLst/>
              <a:ahLst/>
              <a:cxnLst/>
              <a:rect l="l" t="t" r="r" b="b"/>
              <a:pathLst>
                <a:path w="43866" h="44504" extrusionOk="0">
                  <a:moveTo>
                    <a:pt x="43238" y="0"/>
                  </a:moveTo>
                  <a:cubicBezTo>
                    <a:pt x="42974" y="0"/>
                    <a:pt x="42579" y="95"/>
                    <a:pt x="42062" y="292"/>
                  </a:cubicBezTo>
                  <a:lnTo>
                    <a:pt x="9791" y="13055"/>
                  </a:lnTo>
                  <a:cubicBezTo>
                    <a:pt x="7891" y="13910"/>
                    <a:pt x="6466" y="15588"/>
                    <a:pt x="5896" y="17583"/>
                  </a:cubicBezTo>
                  <a:lnTo>
                    <a:pt x="227" y="42855"/>
                  </a:lnTo>
                  <a:cubicBezTo>
                    <a:pt x="0" y="43934"/>
                    <a:pt x="158" y="44504"/>
                    <a:pt x="598" y="44504"/>
                  </a:cubicBezTo>
                  <a:cubicBezTo>
                    <a:pt x="895" y="44504"/>
                    <a:pt x="1320" y="44245"/>
                    <a:pt x="1842" y="43710"/>
                  </a:cubicBezTo>
                  <a:lnTo>
                    <a:pt x="42854" y="1464"/>
                  </a:lnTo>
                  <a:cubicBezTo>
                    <a:pt x="43767" y="529"/>
                    <a:pt x="43866" y="0"/>
                    <a:pt x="43238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15"/>
          <p:cNvSpPr txBox="1">
            <a:spLocks noGrp="1"/>
          </p:cNvSpPr>
          <p:nvPr>
            <p:ph type="subTitle" idx="1"/>
          </p:nvPr>
        </p:nvSpPr>
        <p:spPr>
          <a:xfrm>
            <a:off x="1937100" y="3398188"/>
            <a:ext cx="5269800" cy="4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1_6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0" y="356911"/>
            <a:ext cx="91440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1"/>
          </p:nvPr>
        </p:nvSpPr>
        <p:spPr>
          <a:xfrm>
            <a:off x="873136" y="3100202"/>
            <a:ext cx="2286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title" idx="2"/>
          </p:nvPr>
        </p:nvSpPr>
        <p:spPr>
          <a:xfrm>
            <a:off x="880073" y="2663874"/>
            <a:ext cx="2286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subTitle" idx="3"/>
          </p:nvPr>
        </p:nvSpPr>
        <p:spPr>
          <a:xfrm>
            <a:off x="3425536" y="3100202"/>
            <a:ext cx="2286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title" idx="4"/>
          </p:nvPr>
        </p:nvSpPr>
        <p:spPr>
          <a:xfrm>
            <a:off x="3425523" y="2663724"/>
            <a:ext cx="2286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ubTitle" idx="5"/>
          </p:nvPr>
        </p:nvSpPr>
        <p:spPr>
          <a:xfrm>
            <a:off x="5977936" y="3100202"/>
            <a:ext cx="2286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title" idx="6"/>
          </p:nvPr>
        </p:nvSpPr>
        <p:spPr>
          <a:xfrm>
            <a:off x="5984873" y="2663799"/>
            <a:ext cx="2286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164" name="Google Shape;164;p16"/>
          <p:cNvGrpSpPr/>
          <p:nvPr/>
        </p:nvGrpSpPr>
        <p:grpSpPr>
          <a:xfrm rot="-5400000">
            <a:off x="-1748110" y="1919750"/>
            <a:ext cx="3338660" cy="1319127"/>
            <a:chOff x="2729675" y="371225"/>
            <a:chExt cx="2471800" cy="976625"/>
          </a:xfrm>
        </p:grpSpPr>
        <p:sp>
          <p:nvSpPr>
            <p:cNvPr id="165" name="Google Shape;165;p16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" name="Google Shape;168;p16"/>
          <p:cNvGrpSpPr/>
          <p:nvPr/>
        </p:nvGrpSpPr>
        <p:grpSpPr>
          <a:xfrm rot="5400000">
            <a:off x="7666665" y="1863325"/>
            <a:ext cx="3338660" cy="1319127"/>
            <a:chOff x="2729675" y="371225"/>
            <a:chExt cx="2471800" cy="976625"/>
          </a:xfrm>
        </p:grpSpPr>
        <p:sp>
          <p:nvSpPr>
            <p:cNvPr id="169" name="Google Shape;169;p16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_5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>
            <a:spLocks noGrp="1"/>
          </p:cNvSpPr>
          <p:nvPr>
            <p:ph type="title"/>
          </p:nvPr>
        </p:nvSpPr>
        <p:spPr>
          <a:xfrm>
            <a:off x="713225" y="4041617"/>
            <a:ext cx="77175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2400" b="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grpSp>
        <p:nvGrpSpPr>
          <p:cNvPr id="174" name="Google Shape;174;p17"/>
          <p:cNvGrpSpPr/>
          <p:nvPr/>
        </p:nvGrpSpPr>
        <p:grpSpPr>
          <a:xfrm flipH="1">
            <a:off x="-1043626" y="-40105"/>
            <a:ext cx="2459782" cy="2450540"/>
            <a:chOff x="7986850" y="754325"/>
            <a:chExt cx="1596950" cy="1590950"/>
          </a:xfrm>
        </p:grpSpPr>
        <p:sp>
          <p:nvSpPr>
            <p:cNvPr id="175" name="Google Shape;175;p17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7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7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7125173" y="3445708"/>
            <a:ext cx="3140403" cy="2212955"/>
            <a:chOff x="-1515225" y="1137250"/>
            <a:chExt cx="2334525" cy="1645075"/>
          </a:xfrm>
        </p:grpSpPr>
        <p:sp>
          <p:nvSpPr>
            <p:cNvPr id="179" name="Google Shape;179;p17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1_4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18"/>
          <p:cNvGrpSpPr/>
          <p:nvPr/>
        </p:nvGrpSpPr>
        <p:grpSpPr>
          <a:xfrm flipH="1">
            <a:off x="-842333" y="-40105"/>
            <a:ext cx="2459782" cy="2450540"/>
            <a:chOff x="7986850" y="754325"/>
            <a:chExt cx="1596950" cy="1590950"/>
          </a:xfrm>
        </p:grpSpPr>
        <p:sp>
          <p:nvSpPr>
            <p:cNvPr id="184" name="Google Shape;184;p18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" name="Google Shape;187;p18"/>
          <p:cNvGrpSpPr/>
          <p:nvPr/>
        </p:nvGrpSpPr>
        <p:grpSpPr>
          <a:xfrm>
            <a:off x="6892032" y="3380890"/>
            <a:ext cx="3140403" cy="2212955"/>
            <a:chOff x="-1515225" y="1137250"/>
            <a:chExt cx="2334525" cy="1645075"/>
          </a:xfrm>
        </p:grpSpPr>
        <p:sp>
          <p:nvSpPr>
            <p:cNvPr id="188" name="Google Shape;188;p18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0" y="352370"/>
            <a:ext cx="9144000" cy="10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ubTitle" idx="1"/>
          </p:nvPr>
        </p:nvSpPr>
        <p:spPr>
          <a:xfrm>
            <a:off x="870575" y="2020300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3" name="Google Shape;193;p18"/>
          <p:cNvSpPr txBox="1">
            <a:spLocks noGrp="1"/>
          </p:cNvSpPr>
          <p:nvPr>
            <p:ph type="title" idx="2" hasCustomPrompt="1"/>
          </p:nvPr>
        </p:nvSpPr>
        <p:spPr>
          <a:xfrm>
            <a:off x="1192475" y="1718000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18"/>
          <p:cNvSpPr txBox="1">
            <a:spLocks noGrp="1"/>
          </p:cNvSpPr>
          <p:nvPr>
            <p:ph type="subTitle" idx="3"/>
          </p:nvPr>
        </p:nvSpPr>
        <p:spPr>
          <a:xfrm>
            <a:off x="3627600" y="2020300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ubTitle" idx="4"/>
          </p:nvPr>
        </p:nvSpPr>
        <p:spPr>
          <a:xfrm>
            <a:off x="6384625" y="2020300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ubTitle" idx="5"/>
          </p:nvPr>
        </p:nvSpPr>
        <p:spPr>
          <a:xfrm>
            <a:off x="870575" y="3467075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6"/>
          </p:nvPr>
        </p:nvSpPr>
        <p:spPr>
          <a:xfrm>
            <a:off x="3627600" y="3467075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subTitle" idx="7"/>
          </p:nvPr>
        </p:nvSpPr>
        <p:spPr>
          <a:xfrm>
            <a:off x="6384625" y="3467075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9" name="Google Shape;199;p18"/>
          <p:cNvSpPr txBox="1">
            <a:spLocks noGrp="1"/>
          </p:cNvSpPr>
          <p:nvPr>
            <p:ph type="title" idx="8" hasCustomPrompt="1"/>
          </p:nvPr>
        </p:nvSpPr>
        <p:spPr>
          <a:xfrm>
            <a:off x="3949500" y="1718000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200" name="Google Shape;200;p18"/>
          <p:cNvSpPr txBox="1">
            <a:spLocks noGrp="1"/>
          </p:cNvSpPr>
          <p:nvPr>
            <p:ph type="title" idx="9" hasCustomPrompt="1"/>
          </p:nvPr>
        </p:nvSpPr>
        <p:spPr>
          <a:xfrm>
            <a:off x="6706525" y="1718000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201" name="Google Shape;201;p18"/>
          <p:cNvSpPr txBox="1">
            <a:spLocks noGrp="1"/>
          </p:cNvSpPr>
          <p:nvPr>
            <p:ph type="title" idx="13" hasCustomPrompt="1"/>
          </p:nvPr>
        </p:nvSpPr>
        <p:spPr>
          <a:xfrm>
            <a:off x="1192475" y="3158025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202" name="Google Shape;202;p18"/>
          <p:cNvSpPr txBox="1">
            <a:spLocks noGrp="1"/>
          </p:cNvSpPr>
          <p:nvPr>
            <p:ph type="title" idx="14" hasCustomPrompt="1"/>
          </p:nvPr>
        </p:nvSpPr>
        <p:spPr>
          <a:xfrm>
            <a:off x="3949500" y="3158025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18"/>
          <p:cNvSpPr txBox="1">
            <a:spLocks noGrp="1"/>
          </p:cNvSpPr>
          <p:nvPr>
            <p:ph type="title" idx="15" hasCustomPrompt="1"/>
          </p:nvPr>
        </p:nvSpPr>
        <p:spPr>
          <a:xfrm>
            <a:off x="6706525" y="3158025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Barlow"/>
              <a:buNone/>
              <a:defRPr sz="72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3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9"/>
          <p:cNvGrpSpPr/>
          <p:nvPr/>
        </p:nvGrpSpPr>
        <p:grpSpPr>
          <a:xfrm flipH="1">
            <a:off x="-967426" y="3445708"/>
            <a:ext cx="3140403" cy="2212955"/>
            <a:chOff x="-1515225" y="1137250"/>
            <a:chExt cx="2334525" cy="1645075"/>
          </a:xfrm>
        </p:grpSpPr>
        <p:sp>
          <p:nvSpPr>
            <p:cNvPr id="206" name="Google Shape;206;p19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" name="Google Shape;209;p19"/>
          <p:cNvGrpSpPr/>
          <p:nvPr/>
        </p:nvGrpSpPr>
        <p:grpSpPr>
          <a:xfrm>
            <a:off x="7653394" y="-192505"/>
            <a:ext cx="2459782" cy="2450540"/>
            <a:chOff x="7986850" y="754325"/>
            <a:chExt cx="1596950" cy="1590950"/>
          </a:xfrm>
        </p:grpSpPr>
        <p:sp>
          <p:nvSpPr>
            <p:cNvPr id="210" name="Google Shape;210;p19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19"/>
          <p:cNvSpPr txBox="1">
            <a:spLocks noGrp="1"/>
          </p:cNvSpPr>
          <p:nvPr>
            <p:ph type="title"/>
          </p:nvPr>
        </p:nvSpPr>
        <p:spPr>
          <a:xfrm>
            <a:off x="0" y="358032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1_2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>
            <a:spLocks noGrp="1"/>
          </p:cNvSpPr>
          <p:nvPr>
            <p:ph type="title"/>
          </p:nvPr>
        </p:nvSpPr>
        <p:spPr>
          <a:xfrm>
            <a:off x="0" y="350070"/>
            <a:ext cx="9144000" cy="12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0"/>
          <p:cNvSpPr txBox="1">
            <a:spLocks noGrp="1"/>
          </p:cNvSpPr>
          <p:nvPr>
            <p:ph type="subTitle" idx="1"/>
          </p:nvPr>
        </p:nvSpPr>
        <p:spPr>
          <a:xfrm>
            <a:off x="741750" y="2945550"/>
            <a:ext cx="18888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7" name="Google Shape;217;p20"/>
          <p:cNvSpPr txBox="1">
            <a:spLocks noGrp="1"/>
          </p:cNvSpPr>
          <p:nvPr>
            <p:ph type="subTitle" idx="2"/>
          </p:nvPr>
        </p:nvSpPr>
        <p:spPr>
          <a:xfrm>
            <a:off x="2665650" y="2945550"/>
            <a:ext cx="18888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8" name="Google Shape;218;p20"/>
          <p:cNvSpPr txBox="1">
            <a:spLocks noGrp="1"/>
          </p:cNvSpPr>
          <p:nvPr>
            <p:ph type="subTitle" idx="3"/>
          </p:nvPr>
        </p:nvSpPr>
        <p:spPr>
          <a:xfrm>
            <a:off x="4589550" y="2945550"/>
            <a:ext cx="18888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subTitle" idx="4"/>
          </p:nvPr>
        </p:nvSpPr>
        <p:spPr>
          <a:xfrm>
            <a:off x="6513450" y="2945550"/>
            <a:ext cx="18888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220" name="Google Shape;220;p20"/>
          <p:cNvGrpSpPr/>
          <p:nvPr/>
        </p:nvGrpSpPr>
        <p:grpSpPr>
          <a:xfrm flipH="1">
            <a:off x="-738826" y="-40105"/>
            <a:ext cx="2459782" cy="2450540"/>
            <a:chOff x="7986850" y="754325"/>
            <a:chExt cx="1596950" cy="1590950"/>
          </a:xfrm>
        </p:grpSpPr>
        <p:sp>
          <p:nvSpPr>
            <p:cNvPr id="221" name="Google Shape;221;p20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0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0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20"/>
          <p:cNvGrpSpPr/>
          <p:nvPr/>
        </p:nvGrpSpPr>
        <p:grpSpPr>
          <a:xfrm>
            <a:off x="6820373" y="3293308"/>
            <a:ext cx="3140403" cy="2212955"/>
            <a:chOff x="-1515225" y="1137250"/>
            <a:chExt cx="2334525" cy="1645075"/>
          </a:xfrm>
        </p:grpSpPr>
        <p:sp>
          <p:nvSpPr>
            <p:cNvPr id="225" name="Google Shape;225;p20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" name="Google Shape;228;p20"/>
          <p:cNvSpPr txBox="1">
            <a:spLocks noGrp="1"/>
          </p:cNvSpPr>
          <p:nvPr>
            <p:ph type="title" idx="5"/>
          </p:nvPr>
        </p:nvSpPr>
        <p:spPr>
          <a:xfrm>
            <a:off x="741750" y="2511700"/>
            <a:ext cx="1888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9" name="Google Shape;229;p20"/>
          <p:cNvSpPr txBox="1">
            <a:spLocks noGrp="1"/>
          </p:cNvSpPr>
          <p:nvPr>
            <p:ph type="title" idx="6"/>
          </p:nvPr>
        </p:nvSpPr>
        <p:spPr>
          <a:xfrm>
            <a:off x="2665650" y="2511700"/>
            <a:ext cx="1888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0" name="Google Shape;230;p20"/>
          <p:cNvSpPr txBox="1">
            <a:spLocks noGrp="1"/>
          </p:cNvSpPr>
          <p:nvPr>
            <p:ph type="title" idx="7"/>
          </p:nvPr>
        </p:nvSpPr>
        <p:spPr>
          <a:xfrm>
            <a:off x="4589550" y="2511700"/>
            <a:ext cx="1888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title" idx="8"/>
          </p:nvPr>
        </p:nvSpPr>
        <p:spPr>
          <a:xfrm>
            <a:off x="6513450" y="2511700"/>
            <a:ext cx="1888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CUSTOM_12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>
            <a:spLocks noGrp="1"/>
          </p:cNvSpPr>
          <p:nvPr>
            <p:ph type="title" hasCustomPrompt="1"/>
          </p:nvPr>
        </p:nvSpPr>
        <p:spPr>
          <a:xfrm>
            <a:off x="3272900" y="696650"/>
            <a:ext cx="45711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34" name="Google Shape;234;p21"/>
          <p:cNvSpPr txBox="1">
            <a:spLocks noGrp="1"/>
          </p:cNvSpPr>
          <p:nvPr>
            <p:ph type="subTitle" idx="1"/>
          </p:nvPr>
        </p:nvSpPr>
        <p:spPr>
          <a:xfrm>
            <a:off x="3272900" y="1292800"/>
            <a:ext cx="4571100" cy="4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235" name="Google Shape;235;p21"/>
          <p:cNvGrpSpPr/>
          <p:nvPr/>
        </p:nvGrpSpPr>
        <p:grpSpPr>
          <a:xfrm rot="-5400000">
            <a:off x="-1595710" y="1919750"/>
            <a:ext cx="3338660" cy="1319127"/>
            <a:chOff x="2729675" y="371225"/>
            <a:chExt cx="2471800" cy="976625"/>
          </a:xfrm>
        </p:grpSpPr>
        <p:sp>
          <p:nvSpPr>
            <p:cNvPr id="236" name="Google Shape;236;p21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21"/>
          <p:cNvSpPr txBox="1">
            <a:spLocks noGrp="1"/>
          </p:cNvSpPr>
          <p:nvPr>
            <p:ph type="title" idx="2" hasCustomPrompt="1"/>
          </p:nvPr>
        </p:nvSpPr>
        <p:spPr>
          <a:xfrm>
            <a:off x="3272900" y="2053899"/>
            <a:ext cx="45711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40" name="Google Shape;240;p21"/>
          <p:cNvSpPr txBox="1">
            <a:spLocks noGrp="1"/>
          </p:cNvSpPr>
          <p:nvPr>
            <p:ph type="subTitle" idx="3"/>
          </p:nvPr>
        </p:nvSpPr>
        <p:spPr>
          <a:xfrm>
            <a:off x="3272900" y="2651273"/>
            <a:ext cx="4571100" cy="4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1" name="Google Shape;241;p21"/>
          <p:cNvSpPr txBox="1">
            <a:spLocks noGrp="1"/>
          </p:cNvSpPr>
          <p:nvPr>
            <p:ph type="title" idx="4" hasCustomPrompt="1"/>
          </p:nvPr>
        </p:nvSpPr>
        <p:spPr>
          <a:xfrm>
            <a:off x="3272900" y="3406371"/>
            <a:ext cx="45711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42" name="Google Shape;242;p21"/>
          <p:cNvSpPr txBox="1">
            <a:spLocks noGrp="1"/>
          </p:cNvSpPr>
          <p:nvPr>
            <p:ph type="subTitle" idx="5"/>
          </p:nvPr>
        </p:nvSpPr>
        <p:spPr>
          <a:xfrm>
            <a:off x="3272900" y="4003745"/>
            <a:ext cx="4571100" cy="4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243" name="Google Shape;243;p21"/>
          <p:cNvGrpSpPr/>
          <p:nvPr/>
        </p:nvGrpSpPr>
        <p:grpSpPr>
          <a:xfrm rot="5400000">
            <a:off x="7514265" y="1863325"/>
            <a:ext cx="3338660" cy="1319127"/>
            <a:chOff x="2729675" y="371225"/>
            <a:chExt cx="2471800" cy="976625"/>
          </a:xfrm>
        </p:grpSpPr>
        <p:sp>
          <p:nvSpPr>
            <p:cNvPr id="244" name="Google Shape;244;p21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12_4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>
            <a:spLocks noGrp="1"/>
          </p:cNvSpPr>
          <p:nvPr>
            <p:ph type="title"/>
          </p:nvPr>
        </p:nvSpPr>
        <p:spPr>
          <a:xfrm>
            <a:off x="0" y="356911"/>
            <a:ext cx="91440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2"/>
          <p:cNvSpPr txBox="1">
            <a:spLocks noGrp="1"/>
          </p:cNvSpPr>
          <p:nvPr>
            <p:ph type="subTitle" idx="1"/>
          </p:nvPr>
        </p:nvSpPr>
        <p:spPr>
          <a:xfrm>
            <a:off x="615500" y="3583125"/>
            <a:ext cx="2368200" cy="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0" name="Google Shape;250;p22"/>
          <p:cNvSpPr txBox="1">
            <a:spLocks noGrp="1"/>
          </p:cNvSpPr>
          <p:nvPr>
            <p:ph type="title" idx="2"/>
          </p:nvPr>
        </p:nvSpPr>
        <p:spPr>
          <a:xfrm>
            <a:off x="701150" y="2965975"/>
            <a:ext cx="21969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1" name="Google Shape;251;p22"/>
          <p:cNvSpPr txBox="1">
            <a:spLocks noGrp="1"/>
          </p:cNvSpPr>
          <p:nvPr>
            <p:ph type="subTitle" idx="3"/>
          </p:nvPr>
        </p:nvSpPr>
        <p:spPr>
          <a:xfrm>
            <a:off x="3388650" y="3583125"/>
            <a:ext cx="2366700" cy="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2" name="Google Shape;252;p22"/>
          <p:cNvSpPr txBox="1">
            <a:spLocks noGrp="1"/>
          </p:cNvSpPr>
          <p:nvPr>
            <p:ph type="title" idx="4"/>
          </p:nvPr>
        </p:nvSpPr>
        <p:spPr>
          <a:xfrm>
            <a:off x="3473550" y="2966100"/>
            <a:ext cx="21969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3" name="Google Shape;253;p22"/>
          <p:cNvSpPr txBox="1">
            <a:spLocks noGrp="1"/>
          </p:cNvSpPr>
          <p:nvPr>
            <p:ph type="subTitle" idx="5"/>
          </p:nvPr>
        </p:nvSpPr>
        <p:spPr>
          <a:xfrm>
            <a:off x="6106900" y="3583125"/>
            <a:ext cx="2366700" cy="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4" name="Google Shape;254;p22"/>
          <p:cNvSpPr txBox="1">
            <a:spLocks noGrp="1"/>
          </p:cNvSpPr>
          <p:nvPr>
            <p:ph type="title" idx="6"/>
          </p:nvPr>
        </p:nvSpPr>
        <p:spPr>
          <a:xfrm>
            <a:off x="6191800" y="2966100"/>
            <a:ext cx="21969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12_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 txBox="1">
            <a:spLocks noGrp="1"/>
          </p:cNvSpPr>
          <p:nvPr>
            <p:ph type="title"/>
          </p:nvPr>
        </p:nvSpPr>
        <p:spPr>
          <a:xfrm>
            <a:off x="2154900" y="592450"/>
            <a:ext cx="2035500" cy="11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Font typeface="Barlow SemiBold"/>
              <a:buNone/>
              <a:defRPr sz="25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7" name="Google Shape;257;p23"/>
          <p:cNvSpPr txBox="1">
            <a:spLocks noGrp="1"/>
          </p:cNvSpPr>
          <p:nvPr>
            <p:ph type="subTitle" idx="1"/>
          </p:nvPr>
        </p:nvSpPr>
        <p:spPr>
          <a:xfrm>
            <a:off x="4532950" y="707050"/>
            <a:ext cx="3505500" cy="90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258" name="Google Shape;258;p23"/>
          <p:cNvGrpSpPr/>
          <p:nvPr/>
        </p:nvGrpSpPr>
        <p:grpSpPr>
          <a:xfrm flipH="1">
            <a:off x="-738826" y="3293308"/>
            <a:ext cx="3140403" cy="2212955"/>
            <a:chOff x="-1515225" y="1137250"/>
            <a:chExt cx="2334525" cy="1645075"/>
          </a:xfrm>
        </p:grpSpPr>
        <p:sp>
          <p:nvSpPr>
            <p:cNvPr id="259" name="Google Shape;259;p23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3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3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23"/>
          <p:cNvGrpSpPr/>
          <p:nvPr/>
        </p:nvGrpSpPr>
        <p:grpSpPr>
          <a:xfrm>
            <a:off x="7500994" y="-40105"/>
            <a:ext cx="2459782" cy="2450540"/>
            <a:chOff x="7986850" y="754325"/>
            <a:chExt cx="1596950" cy="1590950"/>
          </a:xfrm>
        </p:grpSpPr>
        <p:sp>
          <p:nvSpPr>
            <p:cNvPr id="263" name="Google Shape;263;p23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 txBox="1">
            <a:spLocks noGrp="1"/>
          </p:cNvSpPr>
          <p:nvPr>
            <p:ph type="title" idx="2"/>
          </p:nvPr>
        </p:nvSpPr>
        <p:spPr>
          <a:xfrm>
            <a:off x="2155025" y="2005500"/>
            <a:ext cx="2035500" cy="11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Font typeface="Barlow SemiBold"/>
              <a:buNone/>
              <a:defRPr sz="25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3"/>
          </p:nvPr>
        </p:nvSpPr>
        <p:spPr>
          <a:xfrm>
            <a:off x="4532950" y="2120100"/>
            <a:ext cx="3505500" cy="90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 idx="4"/>
          </p:nvPr>
        </p:nvSpPr>
        <p:spPr>
          <a:xfrm>
            <a:off x="2155025" y="3434700"/>
            <a:ext cx="2035500" cy="11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Font typeface="Barlow SemiBold"/>
              <a:buNone/>
              <a:defRPr sz="25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9" name="Google Shape;269;p23"/>
          <p:cNvSpPr txBox="1">
            <a:spLocks noGrp="1"/>
          </p:cNvSpPr>
          <p:nvPr>
            <p:ph type="subTitle" idx="5"/>
          </p:nvPr>
        </p:nvSpPr>
        <p:spPr>
          <a:xfrm>
            <a:off x="4532950" y="3549300"/>
            <a:ext cx="3505500" cy="90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12_2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24"/>
          <p:cNvGrpSpPr/>
          <p:nvPr/>
        </p:nvGrpSpPr>
        <p:grpSpPr>
          <a:xfrm flipH="1">
            <a:off x="-842333" y="-40105"/>
            <a:ext cx="2459782" cy="2450540"/>
            <a:chOff x="7986850" y="754325"/>
            <a:chExt cx="1596950" cy="1590950"/>
          </a:xfrm>
        </p:grpSpPr>
        <p:sp>
          <p:nvSpPr>
            <p:cNvPr id="272" name="Google Shape;272;p24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4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4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" name="Google Shape;275;p24"/>
          <p:cNvGrpSpPr/>
          <p:nvPr/>
        </p:nvGrpSpPr>
        <p:grpSpPr>
          <a:xfrm>
            <a:off x="6892032" y="3380890"/>
            <a:ext cx="3140403" cy="2212955"/>
            <a:chOff x="-1515225" y="1137250"/>
            <a:chExt cx="2334525" cy="1645075"/>
          </a:xfrm>
        </p:grpSpPr>
        <p:sp>
          <p:nvSpPr>
            <p:cNvPr id="276" name="Google Shape;276;p24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" name="Google Shape;279;p24"/>
          <p:cNvSpPr txBox="1">
            <a:spLocks noGrp="1"/>
          </p:cNvSpPr>
          <p:nvPr>
            <p:ph type="title"/>
          </p:nvPr>
        </p:nvSpPr>
        <p:spPr>
          <a:xfrm>
            <a:off x="0" y="356911"/>
            <a:ext cx="91440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4"/>
          <p:cNvSpPr txBox="1">
            <a:spLocks noGrp="1"/>
          </p:cNvSpPr>
          <p:nvPr>
            <p:ph type="subTitle" idx="1"/>
          </p:nvPr>
        </p:nvSpPr>
        <p:spPr>
          <a:xfrm>
            <a:off x="895500" y="3552125"/>
            <a:ext cx="22995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1" name="Google Shape;281;p24"/>
          <p:cNvSpPr txBox="1">
            <a:spLocks noGrp="1"/>
          </p:cNvSpPr>
          <p:nvPr>
            <p:ph type="title" idx="2"/>
          </p:nvPr>
        </p:nvSpPr>
        <p:spPr>
          <a:xfrm>
            <a:off x="946800" y="2530325"/>
            <a:ext cx="2196900" cy="55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2" name="Google Shape;282;p24"/>
          <p:cNvSpPr txBox="1">
            <a:spLocks noGrp="1"/>
          </p:cNvSpPr>
          <p:nvPr>
            <p:ph type="title" idx="3" hasCustomPrompt="1"/>
          </p:nvPr>
        </p:nvSpPr>
        <p:spPr>
          <a:xfrm>
            <a:off x="1079100" y="3054125"/>
            <a:ext cx="1932300" cy="5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Barlow SemiBold"/>
              <a:buNone/>
              <a:defRPr sz="3500" b="0">
                <a:solidFill>
                  <a:srgbClr val="FFFFFF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83" name="Google Shape;283;p24"/>
          <p:cNvSpPr txBox="1">
            <a:spLocks noGrp="1"/>
          </p:cNvSpPr>
          <p:nvPr>
            <p:ph type="subTitle" idx="4"/>
          </p:nvPr>
        </p:nvSpPr>
        <p:spPr>
          <a:xfrm>
            <a:off x="3422250" y="3552125"/>
            <a:ext cx="22995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4" name="Google Shape;284;p24"/>
          <p:cNvSpPr txBox="1">
            <a:spLocks noGrp="1"/>
          </p:cNvSpPr>
          <p:nvPr>
            <p:ph type="title" idx="5"/>
          </p:nvPr>
        </p:nvSpPr>
        <p:spPr>
          <a:xfrm>
            <a:off x="3473550" y="2530325"/>
            <a:ext cx="2196900" cy="55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5" name="Google Shape;285;p24"/>
          <p:cNvSpPr txBox="1">
            <a:spLocks noGrp="1"/>
          </p:cNvSpPr>
          <p:nvPr>
            <p:ph type="title" idx="6" hasCustomPrompt="1"/>
          </p:nvPr>
        </p:nvSpPr>
        <p:spPr>
          <a:xfrm>
            <a:off x="3605850" y="3054125"/>
            <a:ext cx="1932300" cy="5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Barlow SemiBold"/>
              <a:buNone/>
              <a:defRPr sz="3500" b="0">
                <a:solidFill>
                  <a:srgbClr val="FFFFFF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86" name="Google Shape;286;p24"/>
          <p:cNvSpPr txBox="1">
            <a:spLocks noGrp="1"/>
          </p:cNvSpPr>
          <p:nvPr>
            <p:ph type="subTitle" idx="7"/>
          </p:nvPr>
        </p:nvSpPr>
        <p:spPr>
          <a:xfrm>
            <a:off x="5949000" y="3552125"/>
            <a:ext cx="22995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7" name="Google Shape;287;p24"/>
          <p:cNvSpPr txBox="1">
            <a:spLocks noGrp="1"/>
          </p:cNvSpPr>
          <p:nvPr>
            <p:ph type="title" idx="8"/>
          </p:nvPr>
        </p:nvSpPr>
        <p:spPr>
          <a:xfrm>
            <a:off x="6000300" y="2530325"/>
            <a:ext cx="2196900" cy="55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24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8" name="Google Shape;288;p24"/>
          <p:cNvSpPr txBox="1">
            <a:spLocks noGrp="1"/>
          </p:cNvSpPr>
          <p:nvPr>
            <p:ph type="title" idx="9" hasCustomPrompt="1"/>
          </p:nvPr>
        </p:nvSpPr>
        <p:spPr>
          <a:xfrm>
            <a:off x="6132600" y="3054125"/>
            <a:ext cx="1932300" cy="5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Barlow SemiBold"/>
              <a:buNone/>
              <a:defRPr sz="3500" b="0">
                <a:solidFill>
                  <a:srgbClr val="FFFFFF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7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>
            <a:spLocks noGrp="1"/>
          </p:cNvSpPr>
          <p:nvPr>
            <p:ph type="title"/>
          </p:nvPr>
        </p:nvSpPr>
        <p:spPr>
          <a:xfrm>
            <a:off x="0" y="356250"/>
            <a:ext cx="9144000" cy="12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5"/>
          <p:cNvSpPr txBox="1">
            <a:spLocks noGrp="1"/>
          </p:cNvSpPr>
          <p:nvPr>
            <p:ph type="subTitle" idx="1"/>
          </p:nvPr>
        </p:nvSpPr>
        <p:spPr>
          <a:xfrm>
            <a:off x="918750" y="1582350"/>
            <a:ext cx="3388800" cy="16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2" name="Google Shape;292;p25"/>
          <p:cNvSpPr txBox="1">
            <a:spLocks noGrp="1"/>
          </p:cNvSpPr>
          <p:nvPr>
            <p:ph type="title" idx="2"/>
          </p:nvPr>
        </p:nvSpPr>
        <p:spPr>
          <a:xfrm>
            <a:off x="1266563" y="3466221"/>
            <a:ext cx="26931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Barlow SemiBold"/>
              <a:buNone/>
              <a:defRPr sz="16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293" name="Google Shape;293;p25"/>
          <p:cNvGrpSpPr/>
          <p:nvPr/>
        </p:nvGrpSpPr>
        <p:grpSpPr>
          <a:xfrm flipH="1">
            <a:off x="-777801" y="3293308"/>
            <a:ext cx="3140403" cy="2212955"/>
            <a:chOff x="-1515225" y="1137250"/>
            <a:chExt cx="2334525" cy="1645075"/>
          </a:xfrm>
        </p:grpSpPr>
        <p:sp>
          <p:nvSpPr>
            <p:cNvPr id="294" name="Google Shape;294;p25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25"/>
          <p:cNvGrpSpPr/>
          <p:nvPr/>
        </p:nvGrpSpPr>
        <p:grpSpPr>
          <a:xfrm>
            <a:off x="7462019" y="-40105"/>
            <a:ext cx="2459782" cy="2450540"/>
            <a:chOff x="7986850" y="754325"/>
            <a:chExt cx="1596950" cy="1590950"/>
          </a:xfrm>
        </p:grpSpPr>
        <p:sp>
          <p:nvSpPr>
            <p:cNvPr id="298" name="Google Shape;298;p25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5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5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" name="Google Shape;301;p25"/>
          <p:cNvSpPr txBox="1">
            <a:spLocks noGrp="1"/>
          </p:cNvSpPr>
          <p:nvPr>
            <p:ph type="subTitle" idx="3"/>
          </p:nvPr>
        </p:nvSpPr>
        <p:spPr>
          <a:xfrm>
            <a:off x="4836488" y="1582350"/>
            <a:ext cx="3388800" cy="16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2" name="Google Shape;302;p25"/>
          <p:cNvSpPr txBox="1">
            <a:spLocks noGrp="1"/>
          </p:cNvSpPr>
          <p:nvPr>
            <p:ph type="title" idx="4"/>
          </p:nvPr>
        </p:nvSpPr>
        <p:spPr>
          <a:xfrm>
            <a:off x="5184338" y="3466221"/>
            <a:ext cx="26931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Barlow SemiBold"/>
              <a:buNone/>
              <a:defRPr sz="1600" b="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5"/>
            </a:gs>
            <a:gs pos="100000">
              <a:srgbClr val="04596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485425"/>
            <a:ext cx="9144000" cy="1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Barlow"/>
              <a:buNone/>
              <a:defRPr sz="30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FFF00"/>
          </p15:clr>
        </p15:guide>
        <p15:guide id="2">
          <p15:clr>
            <a:srgbClr val="FFFF00"/>
          </p15:clr>
        </p15:guide>
        <p15:guide id="3" pos="5760">
          <p15:clr>
            <a:srgbClr val="FFFF00"/>
          </p15:clr>
        </p15:guide>
        <p15:guide id="4" pos="449">
          <p15:clr>
            <a:srgbClr val="FFFF00"/>
          </p15:clr>
        </p15:guide>
        <p15:guide id="5" pos="5311">
          <p15:clr>
            <a:srgbClr val="FFFF00"/>
          </p15:clr>
        </p15:guide>
        <p15:guide id="6" orient="horz" pos="1620">
          <p15:clr>
            <a:srgbClr val="FFFF00"/>
          </p15:clr>
        </p15:guide>
        <p15:guide id="7" orient="horz" pos="340">
          <p15:clr>
            <a:srgbClr val="FFFF00"/>
          </p15:clr>
        </p15:guide>
        <p15:guide id="8" orient="horz">
          <p15:clr>
            <a:srgbClr val="FFFF00"/>
          </p15:clr>
        </p15:guide>
        <p15:guide id="9" orient="horz" pos="2897">
          <p15:clr>
            <a:srgbClr val="FFFF00"/>
          </p15:clr>
        </p15:guide>
        <p15:guide id="10" orient="horz" pos="3237">
          <p15:clr>
            <a:srgbClr val="FFFF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ArJY83KAHQQuKx15FBh3Hc84JEjfSlQELMqNlj_ehdQ/co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free-photo/medium-shot-man-holding-frame_8100065.htm/?utm_source=slidesgo_template&amp;utm_medium=referral-link&amp;utm_campaign=sg_resources&amp;utm_content=freepik" TargetMode="External"/><Relationship Id="rId3" Type="http://schemas.openxmlformats.org/officeDocument/2006/relationships/hyperlink" Target="https://www.freepik.com/free-photo/massage-what-makes-you-unique-dartboard-background_1131588.htm#page=3&amp;query=goal&amp;position=8/?utm_source=slidesgo_template&amp;utm_medium=referral-link&amp;utm_campaign=sg_resources&amp;utm_content=freepik" TargetMode="External"/><Relationship Id="rId7" Type="http://schemas.openxmlformats.org/officeDocument/2006/relationships/hyperlink" Target="https://www.freepik.com/free-photo/mand-holding-cup_1216024.htm#page=1&amp;query=business%20man&amp;position=20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freepik.com/free-photo/group-business-people-meeting_8327011.htm#page=1&amp;query=team&amp;position=5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low-angle-woman-wearing-suit-balcony_6082967.htm#page=2&amp;query=mujer+sonrisa&amp;position=15/?utm_source=slidesgo_template&amp;utm_medium=referral-link&amp;utm_campaign=sg_resources&amp;utm_content=freepik" TargetMode="External"/><Relationship Id="rId10" Type="http://schemas.openxmlformats.org/officeDocument/2006/relationships/hyperlink" Target="https://www.freepik.com/free-photo/group-male-architect-using-laptop-while-looking-blueprint_2509547.htm/?utm_source=slidesgo_template&amp;utm_medium=referrallink&amp;utm_campaign=sg_resources&amp;utm_content=freepik" TargetMode="External"/><Relationship Id="rId4" Type="http://schemas.openxmlformats.org/officeDocument/2006/relationships/hyperlink" Target="https://www.freepik.com/free-photo/man-making-call-me-sign_5236830.htm#query=hombre%20llamada&amp;position=0/?utm_source=slidesgo_template&amp;utm_medium=referral-link&amp;utm_campaign=sg_resources&amp;utm_content=freepik" TargetMode="External"/><Relationship Id="rId9" Type="http://schemas.openxmlformats.org/officeDocument/2006/relationships/hyperlink" Target="https://www.freepik.com/free-photo/joyful-business-team-waving-office-stairway_1304947.htm#page=1&amp;query=saludo&amp;position=9/?utm_source=slidesgo_template&amp;utm_medium=referrallink&amp;utm_campaign=sg_resources&amp;utm_content=freepik" TargetMode="Externa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free-photo/portrait-positive-man-with-retro-camera-standing-isolated_8056525.htm#page=1&amp;query=portrait-positive-man-with-retro-camera-standing-isolated&amp;position=1/?utm_source=slidesgo_template&amp;utm_medium=referral-link&amp;utm_campaign=sg_resources&amp;utm_content=freepik" TargetMode="External"/><Relationship Id="rId13" Type="http://schemas.openxmlformats.org/officeDocument/2006/relationships/hyperlink" Target="https://www.freepik.com/free-vector/concept-flat-computer-engineering_5138522.htm#page=1&amp;query=imac&amp;position=4/?utm_source=slidesgo_template&amp;utm_medium=referrallink&amp;utm_campaign=sg_resources&amp;utm_content=freepik" TargetMode="External"/><Relationship Id="rId3" Type="http://schemas.openxmlformats.org/officeDocument/2006/relationships/hyperlink" Target="https://www.freepik.com/free-photo/group-young-businesspeople-analyzing-graph-wooden-desk_2518334.htm#page=1&amp;query=young%20people%20analyzing%20graph&amp;position=0/?utm_source=slidesgo_template&amp;utm_medium=referrallink&amp;utm_campaign=sg_resources&amp;utm_content=freepik" TargetMode="External"/><Relationship Id="rId7" Type="http://schemas.openxmlformats.org/officeDocument/2006/relationships/hyperlink" Target="https://www.freepik.com/free-photo/happy-young-woman-gesturing-thumbup-against-bright-yellow-surface_4830643.htm/?utm_source=slidesgo_template&amp;utm_medium=referral-link&amp;utm_campaign=sg_resources&amp;utm_content=freepik" TargetMode="External"/><Relationship Id="rId12" Type="http://schemas.openxmlformats.org/officeDocument/2006/relationships/hyperlink" Target="https://www.freepik.com/free-vector/colorful-step-business-infographic-with-numbers_4664930.htm#page=2&amp;query=infographic&amp;position=47/?utm_source=slidesgo_template&amp;utm_medium=referrallink&amp;utm_campaign=sg_resources&amp;utm_content=freepik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reepik.com/free-photo/smiley-girl-with-yellow-background_5236781.htm#page=1&amp;query=woman+yellow+background&amp;position=20/?utm_source=slidesgo_template&amp;utm_medium=referral-link&amp;utm_campaign=sg_resources&amp;utm_content=freepik" TargetMode="External"/><Relationship Id="rId11" Type="http://schemas.openxmlformats.org/officeDocument/2006/relationships/hyperlink" Target="https://www.freepik.com/free-vector/abstract-infographics-options-number-workflow-template-design_5548568.htm#page=1&amp;query=infographic&amp;position=20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group-young-male-architect-analyzing-blueprint_2509542.htm/?utm_source=slidesgo_template&amp;utm_medium=referrallink&amp;utm_campaign=sg_resources&amp;utm_content=freepik" TargetMode="External"/><Relationship Id="rId15" Type="http://schemas.openxmlformats.org/officeDocument/2006/relationships/hyperlink" Target="https://www.freepik.com/free-vector/digital-device-mockup_4122508.htm#page=1&amp;query=tablet&amp;position=0/?utm_source=slidesgo_template&amp;utm_medium=referral-link&amp;utm_campaign=sg_resources&amp;utm_content=freepik" TargetMode="External"/><Relationship Id="rId10" Type="http://schemas.openxmlformats.org/officeDocument/2006/relationships/hyperlink" Target="https://www.freepik.com/free-vector/geometric-logo-collection_1285443.htm#page=1&amp;query=LOGOS&amp;position=30/?utm_source=slidesgo_template&amp;utm_medium=referral-link&amp;utm_campaign=sg_resources&amp;utm_content=freepik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photo/man-with-binoculars_916497.htm#page=1&amp;query=vision&amp;position=20/?utm_source=slidesgo_template&amp;utm_medium=referrallink&amp;utm_campaign=sg_resources&amp;utm_content=freepik" TargetMode="External"/><Relationship Id="rId9" Type="http://schemas.openxmlformats.org/officeDocument/2006/relationships/hyperlink" Target="https://www.freepik.com/free-photo/multiracial-group-cheerful-coworkers_4989638.htm#page=1&amp;query=multiracial%20cheerful%20coworkers&amp;position=1/?utm_source=slidesgo_template&amp;utm_medium=referrallink&amp;utm_campaign=sg_resources&amp;utm_content=freepik" TargetMode="External"/><Relationship Id="rId14" Type="http://schemas.openxmlformats.org/officeDocument/2006/relationships/hyperlink" Target="https://www.freepik.com/free-vector/modern-tiktok-interface-smartphone_8064162.htm#page=1&amp;query=interface-tiktok-moderne-smartphone&amp;position=0/?utm_source=slidesgo_template&amp;utm_medium=referral-link&amp;utm_campaign=sg_resources&amp;utm_content=freepi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/>
          <p:nvPr/>
        </p:nvSpPr>
        <p:spPr>
          <a:xfrm rot="-1278234">
            <a:off x="1884004" y="1985420"/>
            <a:ext cx="4373002" cy="2447304"/>
          </a:xfrm>
          <a:custGeom>
            <a:avLst/>
            <a:gdLst/>
            <a:ahLst/>
            <a:cxnLst/>
            <a:rect l="l" t="t" r="r" b="b"/>
            <a:pathLst>
              <a:path w="83291" h="45195" extrusionOk="0">
                <a:moveTo>
                  <a:pt x="64975" y="1"/>
                </a:moveTo>
                <a:cubicBezTo>
                  <a:pt x="64448" y="1"/>
                  <a:pt x="63908" y="117"/>
                  <a:pt x="63389" y="362"/>
                </a:cubicBezTo>
                <a:lnTo>
                  <a:pt x="2027" y="29194"/>
                </a:lnTo>
                <a:cubicBezTo>
                  <a:pt x="1" y="30098"/>
                  <a:pt x="138" y="31193"/>
                  <a:pt x="2328" y="31577"/>
                </a:cubicBezTo>
                <a:lnTo>
                  <a:pt x="80009" y="45130"/>
                </a:lnTo>
                <a:cubicBezTo>
                  <a:pt x="80257" y="45174"/>
                  <a:pt x="80492" y="45195"/>
                  <a:pt x="80713" y="45195"/>
                </a:cubicBezTo>
                <a:cubicBezTo>
                  <a:pt x="82441" y="45195"/>
                  <a:pt x="83290" y="43909"/>
                  <a:pt x="82610" y="42064"/>
                </a:cubicBezTo>
                <a:lnTo>
                  <a:pt x="68372" y="2443"/>
                </a:lnTo>
                <a:cubicBezTo>
                  <a:pt x="67827" y="909"/>
                  <a:pt x="66450" y="1"/>
                  <a:pt x="6497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9"/>
          <p:cNvSpPr txBox="1">
            <a:spLocks noGrp="1"/>
          </p:cNvSpPr>
          <p:nvPr>
            <p:ph type="ctrTitle"/>
          </p:nvPr>
        </p:nvSpPr>
        <p:spPr>
          <a:xfrm>
            <a:off x="713100" y="1215100"/>
            <a:ext cx="7717800" cy="19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5862"/>
                </a:solidFill>
              </a:rPr>
              <a:t>YOUR </a:t>
            </a:r>
            <a:endParaRPr>
              <a:solidFill>
                <a:srgbClr val="00586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5862"/>
                </a:solidFill>
              </a:rPr>
              <a:t>BUSINESS</a:t>
            </a:r>
            <a:endParaRPr>
              <a:solidFill>
                <a:srgbClr val="005862"/>
              </a:solidFill>
            </a:endParaRPr>
          </a:p>
        </p:txBody>
      </p:sp>
      <p:sp>
        <p:nvSpPr>
          <p:cNvPr id="323" name="Google Shape;323;p29"/>
          <p:cNvSpPr txBox="1">
            <a:spLocks noGrp="1"/>
          </p:cNvSpPr>
          <p:nvPr>
            <p:ph type="subTitle" idx="1"/>
          </p:nvPr>
        </p:nvSpPr>
        <p:spPr>
          <a:xfrm>
            <a:off x="2804550" y="2962025"/>
            <a:ext cx="3534900" cy="15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"/>
          <p:cNvSpPr txBox="1">
            <a:spLocks noGrp="1"/>
          </p:cNvSpPr>
          <p:nvPr>
            <p:ph type="title"/>
          </p:nvPr>
        </p:nvSpPr>
        <p:spPr>
          <a:xfrm>
            <a:off x="0" y="350070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 OF CONTENTS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5" name="Google Shape;335;p31"/>
          <p:cNvCxnSpPr/>
          <p:nvPr/>
        </p:nvCxnSpPr>
        <p:spPr>
          <a:xfrm>
            <a:off x="1077450" y="2946988"/>
            <a:ext cx="69891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31"/>
          <p:cNvCxnSpPr/>
          <p:nvPr/>
        </p:nvCxnSpPr>
        <p:spPr>
          <a:xfrm>
            <a:off x="1077450" y="3861000"/>
            <a:ext cx="69891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31"/>
          <p:cNvCxnSpPr/>
          <p:nvPr/>
        </p:nvCxnSpPr>
        <p:spPr>
          <a:xfrm>
            <a:off x="1077450" y="2032975"/>
            <a:ext cx="69891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8" name="Google Shape;338;p31"/>
          <p:cNvSpPr txBox="1">
            <a:spLocks noGrp="1"/>
          </p:cNvSpPr>
          <p:nvPr>
            <p:ph type="subTitle" idx="1"/>
          </p:nvPr>
        </p:nvSpPr>
        <p:spPr>
          <a:xfrm>
            <a:off x="4623650" y="1195900"/>
            <a:ext cx="30198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</p:txBody>
      </p:sp>
      <p:sp>
        <p:nvSpPr>
          <p:cNvPr id="339" name="Google Shape;339;p31"/>
          <p:cNvSpPr txBox="1">
            <a:spLocks noGrp="1"/>
          </p:cNvSpPr>
          <p:nvPr>
            <p:ph type="title" idx="2"/>
          </p:nvPr>
        </p:nvSpPr>
        <p:spPr>
          <a:xfrm>
            <a:off x="2770350" y="1193050"/>
            <a:ext cx="18018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340" name="Google Shape;340;p31"/>
          <p:cNvSpPr txBox="1">
            <a:spLocks noGrp="1"/>
          </p:cNvSpPr>
          <p:nvPr>
            <p:ph type="title" idx="3"/>
          </p:nvPr>
        </p:nvSpPr>
        <p:spPr>
          <a:xfrm>
            <a:off x="1510225" y="1119850"/>
            <a:ext cx="11688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1" name="Google Shape;341;p31"/>
          <p:cNvSpPr txBox="1">
            <a:spLocks noGrp="1"/>
          </p:cNvSpPr>
          <p:nvPr>
            <p:ph type="subTitle" idx="4"/>
          </p:nvPr>
        </p:nvSpPr>
        <p:spPr>
          <a:xfrm>
            <a:off x="4623650" y="2111300"/>
            <a:ext cx="30198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Here you can describe the topic of the section</a:t>
            </a:r>
            <a:endParaRPr/>
          </a:p>
        </p:txBody>
      </p:sp>
      <p:sp>
        <p:nvSpPr>
          <p:cNvPr id="342" name="Google Shape;342;p31"/>
          <p:cNvSpPr txBox="1">
            <a:spLocks noGrp="1"/>
          </p:cNvSpPr>
          <p:nvPr>
            <p:ph type="title" idx="5"/>
          </p:nvPr>
        </p:nvSpPr>
        <p:spPr>
          <a:xfrm>
            <a:off x="2770350" y="2108450"/>
            <a:ext cx="18018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343" name="Google Shape;343;p31"/>
          <p:cNvSpPr txBox="1">
            <a:spLocks noGrp="1"/>
          </p:cNvSpPr>
          <p:nvPr>
            <p:ph type="title" idx="6"/>
          </p:nvPr>
        </p:nvSpPr>
        <p:spPr>
          <a:xfrm>
            <a:off x="1510225" y="2035250"/>
            <a:ext cx="11688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4" name="Google Shape;344;p31"/>
          <p:cNvSpPr txBox="1">
            <a:spLocks noGrp="1"/>
          </p:cNvSpPr>
          <p:nvPr>
            <p:ph type="subTitle" idx="7"/>
          </p:nvPr>
        </p:nvSpPr>
        <p:spPr>
          <a:xfrm>
            <a:off x="4623650" y="3024125"/>
            <a:ext cx="30198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Here you can describe the topic of the section</a:t>
            </a:r>
            <a:endParaRPr/>
          </a:p>
        </p:txBody>
      </p:sp>
      <p:sp>
        <p:nvSpPr>
          <p:cNvPr id="345" name="Google Shape;345;p31"/>
          <p:cNvSpPr txBox="1">
            <a:spLocks noGrp="1"/>
          </p:cNvSpPr>
          <p:nvPr>
            <p:ph type="title" idx="8"/>
          </p:nvPr>
        </p:nvSpPr>
        <p:spPr>
          <a:xfrm>
            <a:off x="2770350" y="3023375"/>
            <a:ext cx="1801800" cy="76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346" name="Google Shape;346;p31"/>
          <p:cNvSpPr txBox="1">
            <a:spLocks noGrp="1"/>
          </p:cNvSpPr>
          <p:nvPr>
            <p:ph type="title" idx="9"/>
          </p:nvPr>
        </p:nvSpPr>
        <p:spPr>
          <a:xfrm>
            <a:off x="1510225" y="2947175"/>
            <a:ext cx="1168800" cy="91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47" name="Google Shape;347;p31"/>
          <p:cNvSpPr txBox="1">
            <a:spLocks noGrp="1"/>
          </p:cNvSpPr>
          <p:nvPr>
            <p:ph type="subTitle" idx="13"/>
          </p:nvPr>
        </p:nvSpPr>
        <p:spPr>
          <a:xfrm>
            <a:off x="4623650" y="3938675"/>
            <a:ext cx="30198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Here you can describe the topic of the section</a:t>
            </a:r>
            <a:endParaRPr/>
          </a:p>
        </p:txBody>
      </p:sp>
      <p:sp>
        <p:nvSpPr>
          <p:cNvPr id="348" name="Google Shape;348;p31"/>
          <p:cNvSpPr txBox="1">
            <a:spLocks noGrp="1"/>
          </p:cNvSpPr>
          <p:nvPr>
            <p:ph type="title" idx="14"/>
          </p:nvPr>
        </p:nvSpPr>
        <p:spPr>
          <a:xfrm>
            <a:off x="2770350" y="3935825"/>
            <a:ext cx="18018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349" name="Google Shape;349;p31"/>
          <p:cNvSpPr txBox="1">
            <a:spLocks noGrp="1"/>
          </p:cNvSpPr>
          <p:nvPr>
            <p:ph type="title" idx="15"/>
          </p:nvPr>
        </p:nvSpPr>
        <p:spPr>
          <a:xfrm>
            <a:off x="1510225" y="3862025"/>
            <a:ext cx="1168800" cy="9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/>
          <p:nvPr/>
        </p:nvSpPr>
        <p:spPr>
          <a:xfrm rot="1025784">
            <a:off x="1909487" y="-350507"/>
            <a:ext cx="5112598" cy="4895443"/>
          </a:xfrm>
          <a:custGeom>
            <a:avLst/>
            <a:gdLst/>
            <a:ahLst/>
            <a:cxnLst/>
            <a:rect l="l" t="t" r="r" b="b"/>
            <a:pathLst>
              <a:path w="28158" h="26962" extrusionOk="0">
                <a:moveTo>
                  <a:pt x="27025" y="0"/>
                </a:moveTo>
                <a:cubicBezTo>
                  <a:pt x="26714" y="0"/>
                  <a:pt x="26326" y="101"/>
                  <a:pt x="25874" y="314"/>
                </a:cubicBezTo>
                <a:lnTo>
                  <a:pt x="1869" y="11747"/>
                </a:lnTo>
                <a:cubicBezTo>
                  <a:pt x="223" y="12538"/>
                  <a:pt x="1" y="14185"/>
                  <a:pt x="1426" y="15357"/>
                </a:cubicBezTo>
                <a:lnTo>
                  <a:pt x="14379" y="26283"/>
                </a:lnTo>
                <a:cubicBezTo>
                  <a:pt x="14911" y="26743"/>
                  <a:pt x="15495" y="26962"/>
                  <a:pt x="16051" y="26962"/>
                </a:cubicBezTo>
                <a:cubicBezTo>
                  <a:pt x="16951" y="26962"/>
                  <a:pt x="17780" y="26389"/>
                  <a:pt x="18211" y="25333"/>
                </a:cubicBezTo>
                <a:lnTo>
                  <a:pt x="27648" y="1993"/>
                </a:lnTo>
                <a:cubicBezTo>
                  <a:pt x="28157" y="743"/>
                  <a:pt x="27871" y="0"/>
                  <a:pt x="27025" y="0"/>
                </a:cubicBezTo>
                <a:close/>
              </a:path>
            </a:pathLst>
          </a:custGeom>
          <a:solidFill>
            <a:srgbClr val="0058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5" name="Google Shape;355;p32"/>
          <p:cNvGrpSpPr/>
          <p:nvPr/>
        </p:nvGrpSpPr>
        <p:grpSpPr>
          <a:xfrm>
            <a:off x="4048390" y="1027380"/>
            <a:ext cx="1075496" cy="756501"/>
            <a:chOff x="7077129" y="2512542"/>
            <a:chExt cx="282364" cy="198619"/>
          </a:xfrm>
        </p:grpSpPr>
        <p:sp>
          <p:nvSpPr>
            <p:cNvPr id="356" name="Google Shape;356;p32"/>
            <p:cNvSpPr/>
            <p:nvPr/>
          </p:nvSpPr>
          <p:spPr>
            <a:xfrm>
              <a:off x="7304872" y="2551533"/>
              <a:ext cx="25050" cy="19416"/>
            </a:xfrm>
            <a:custGeom>
              <a:avLst/>
              <a:gdLst/>
              <a:ahLst/>
              <a:cxnLst/>
              <a:rect l="l" t="t" r="r" b="b"/>
              <a:pathLst>
                <a:path w="787" h="610" extrusionOk="0">
                  <a:moveTo>
                    <a:pt x="166" y="1"/>
                  </a:moveTo>
                  <a:cubicBezTo>
                    <a:pt x="119" y="1"/>
                    <a:pt x="72" y="27"/>
                    <a:pt x="48" y="73"/>
                  </a:cubicBezTo>
                  <a:cubicBezTo>
                    <a:pt x="1" y="133"/>
                    <a:pt x="13" y="216"/>
                    <a:pt x="84" y="264"/>
                  </a:cubicBezTo>
                  <a:cubicBezTo>
                    <a:pt x="239" y="371"/>
                    <a:pt x="382" y="478"/>
                    <a:pt x="549" y="573"/>
                  </a:cubicBezTo>
                  <a:cubicBezTo>
                    <a:pt x="584" y="597"/>
                    <a:pt x="608" y="609"/>
                    <a:pt x="620" y="609"/>
                  </a:cubicBezTo>
                  <a:cubicBezTo>
                    <a:pt x="668" y="609"/>
                    <a:pt x="715" y="597"/>
                    <a:pt x="739" y="550"/>
                  </a:cubicBezTo>
                  <a:cubicBezTo>
                    <a:pt x="787" y="490"/>
                    <a:pt x="775" y="395"/>
                    <a:pt x="703" y="359"/>
                  </a:cubicBezTo>
                  <a:cubicBezTo>
                    <a:pt x="537" y="240"/>
                    <a:pt x="382" y="133"/>
                    <a:pt x="239" y="26"/>
                  </a:cubicBezTo>
                  <a:cubicBezTo>
                    <a:pt x="218" y="9"/>
                    <a:pt x="192" y="1"/>
                    <a:pt x="1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7129043" y="2512542"/>
              <a:ext cx="164879" cy="42875"/>
            </a:xfrm>
            <a:custGeom>
              <a:avLst/>
              <a:gdLst/>
              <a:ahLst/>
              <a:cxnLst/>
              <a:rect l="l" t="t" r="r" b="b"/>
              <a:pathLst>
                <a:path w="5180" h="1347" extrusionOk="0">
                  <a:moveTo>
                    <a:pt x="2798" y="1"/>
                  </a:moveTo>
                  <a:cubicBezTo>
                    <a:pt x="2120" y="1"/>
                    <a:pt x="1227" y="358"/>
                    <a:pt x="96" y="1084"/>
                  </a:cubicBezTo>
                  <a:cubicBezTo>
                    <a:pt x="36" y="1132"/>
                    <a:pt x="0" y="1215"/>
                    <a:pt x="48" y="1286"/>
                  </a:cubicBezTo>
                  <a:cubicBezTo>
                    <a:pt x="72" y="1322"/>
                    <a:pt x="119" y="1346"/>
                    <a:pt x="167" y="1346"/>
                  </a:cubicBezTo>
                  <a:cubicBezTo>
                    <a:pt x="191" y="1346"/>
                    <a:pt x="215" y="1346"/>
                    <a:pt x="238" y="1322"/>
                  </a:cubicBezTo>
                  <a:cubicBezTo>
                    <a:pt x="1322" y="620"/>
                    <a:pt x="2179" y="286"/>
                    <a:pt x="2798" y="286"/>
                  </a:cubicBezTo>
                  <a:cubicBezTo>
                    <a:pt x="3346" y="286"/>
                    <a:pt x="4060" y="536"/>
                    <a:pt x="4953" y="1072"/>
                  </a:cubicBezTo>
                  <a:cubicBezTo>
                    <a:pt x="4973" y="1088"/>
                    <a:pt x="4996" y="1094"/>
                    <a:pt x="5019" y="1094"/>
                  </a:cubicBezTo>
                  <a:cubicBezTo>
                    <a:pt x="5069" y="1094"/>
                    <a:pt x="5124" y="1065"/>
                    <a:pt x="5156" y="1025"/>
                  </a:cubicBezTo>
                  <a:cubicBezTo>
                    <a:pt x="5180" y="965"/>
                    <a:pt x="5168" y="882"/>
                    <a:pt x="5108" y="834"/>
                  </a:cubicBezTo>
                  <a:cubicBezTo>
                    <a:pt x="4156" y="274"/>
                    <a:pt x="3406" y="1"/>
                    <a:pt x="27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7077129" y="2536796"/>
              <a:ext cx="282364" cy="174365"/>
            </a:xfrm>
            <a:custGeom>
              <a:avLst/>
              <a:gdLst/>
              <a:ahLst/>
              <a:cxnLst/>
              <a:rect l="l" t="t" r="r" b="b"/>
              <a:pathLst>
                <a:path w="8871" h="5478" extrusionOk="0">
                  <a:moveTo>
                    <a:pt x="4429" y="263"/>
                  </a:moveTo>
                  <a:cubicBezTo>
                    <a:pt x="5572" y="263"/>
                    <a:pt x="7858" y="2048"/>
                    <a:pt x="8525" y="2608"/>
                  </a:cubicBezTo>
                  <a:cubicBezTo>
                    <a:pt x="8573" y="2632"/>
                    <a:pt x="8585" y="2680"/>
                    <a:pt x="8585" y="2739"/>
                  </a:cubicBezTo>
                  <a:cubicBezTo>
                    <a:pt x="8585" y="2799"/>
                    <a:pt x="8549" y="2846"/>
                    <a:pt x="8525" y="2870"/>
                  </a:cubicBezTo>
                  <a:cubicBezTo>
                    <a:pt x="7858" y="3418"/>
                    <a:pt x="5572" y="5204"/>
                    <a:pt x="4429" y="5204"/>
                  </a:cubicBezTo>
                  <a:cubicBezTo>
                    <a:pt x="3286" y="5204"/>
                    <a:pt x="1012" y="3418"/>
                    <a:pt x="334" y="2870"/>
                  </a:cubicBezTo>
                  <a:cubicBezTo>
                    <a:pt x="298" y="2846"/>
                    <a:pt x="274" y="2799"/>
                    <a:pt x="274" y="2739"/>
                  </a:cubicBezTo>
                  <a:cubicBezTo>
                    <a:pt x="274" y="2691"/>
                    <a:pt x="310" y="2632"/>
                    <a:pt x="334" y="2608"/>
                  </a:cubicBezTo>
                  <a:cubicBezTo>
                    <a:pt x="1012" y="2048"/>
                    <a:pt x="3286" y="263"/>
                    <a:pt x="4429" y="263"/>
                  </a:cubicBezTo>
                  <a:close/>
                  <a:moveTo>
                    <a:pt x="4429" y="1"/>
                  </a:moveTo>
                  <a:cubicBezTo>
                    <a:pt x="3227" y="1"/>
                    <a:pt x="1036" y="1679"/>
                    <a:pt x="155" y="2394"/>
                  </a:cubicBezTo>
                  <a:cubicBezTo>
                    <a:pt x="48" y="2489"/>
                    <a:pt x="0" y="2608"/>
                    <a:pt x="0" y="2739"/>
                  </a:cubicBezTo>
                  <a:cubicBezTo>
                    <a:pt x="0" y="2870"/>
                    <a:pt x="60" y="3001"/>
                    <a:pt x="155" y="3084"/>
                  </a:cubicBezTo>
                  <a:cubicBezTo>
                    <a:pt x="1036" y="3811"/>
                    <a:pt x="3227" y="5477"/>
                    <a:pt x="4429" y="5477"/>
                  </a:cubicBezTo>
                  <a:cubicBezTo>
                    <a:pt x="5632" y="5477"/>
                    <a:pt x="7823" y="3799"/>
                    <a:pt x="8704" y="3084"/>
                  </a:cubicBezTo>
                  <a:cubicBezTo>
                    <a:pt x="8811" y="2989"/>
                    <a:pt x="8858" y="2870"/>
                    <a:pt x="8858" y="2739"/>
                  </a:cubicBezTo>
                  <a:cubicBezTo>
                    <a:pt x="8870" y="2608"/>
                    <a:pt x="8811" y="2489"/>
                    <a:pt x="8704" y="2394"/>
                  </a:cubicBezTo>
                  <a:cubicBezTo>
                    <a:pt x="7823" y="1667"/>
                    <a:pt x="5632" y="1"/>
                    <a:pt x="44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7153680" y="2560255"/>
              <a:ext cx="129230" cy="127129"/>
            </a:xfrm>
            <a:custGeom>
              <a:avLst/>
              <a:gdLst/>
              <a:ahLst/>
              <a:cxnLst/>
              <a:rect l="l" t="t" r="r" b="b"/>
              <a:pathLst>
                <a:path w="4060" h="3994" extrusionOk="0">
                  <a:moveTo>
                    <a:pt x="2016" y="1"/>
                  </a:moveTo>
                  <a:cubicBezTo>
                    <a:pt x="1995" y="1"/>
                    <a:pt x="1974" y="1"/>
                    <a:pt x="1953" y="2"/>
                  </a:cubicBezTo>
                  <a:cubicBezTo>
                    <a:pt x="905" y="38"/>
                    <a:pt x="48" y="883"/>
                    <a:pt x="12" y="1943"/>
                  </a:cubicBezTo>
                  <a:cubicBezTo>
                    <a:pt x="0" y="2466"/>
                    <a:pt x="179" y="2955"/>
                    <a:pt x="488" y="3312"/>
                  </a:cubicBezTo>
                  <a:cubicBezTo>
                    <a:pt x="518" y="3341"/>
                    <a:pt x="557" y="3356"/>
                    <a:pt x="596" y="3356"/>
                  </a:cubicBezTo>
                  <a:cubicBezTo>
                    <a:pt x="634" y="3356"/>
                    <a:pt x="673" y="3341"/>
                    <a:pt x="703" y="3312"/>
                  </a:cubicBezTo>
                  <a:cubicBezTo>
                    <a:pt x="750" y="3264"/>
                    <a:pt x="762" y="3181"/>
                    <a:pt x="703" y="3121"/>
                  </a:cubicBezTo>
                  <a:cubicBezTo>
                    <a:pt x="429" y="2788"/>
                    <a:pt x="274" y="2371"/>
                    <a:pt x="286" y="1907"/>
                  </a:cubicBezTo>
                  <a:cubicBezTo>
                    <a:pt x="334" y="1038"/>
                    <a:pt x="1048" y="311"/>
                    <a:pt x="1917" y="276"/>
                  </a:cubicBezTo>
                  <a:cubicBezTo>
                    <a:pt x="1945" y="274"/>
                    <a:pt x="1973" y="274"/>
                    <a:pt x="2001" y="274"/>
                  </a:cubicBezTo>
                  <a:cubicBezTo>
                    <a:pt x="2963" y="274"/>
                    <a:pt x="3750" y="1065"/>
                    <a:pt x="3727" y="2026"/>
                  </a:cubicBezTo>
                  <a:cubicBezTo>
                    <a:pt x="3703" y="2943"/>
                    <a:pt x="2965" y="3681"/>
                    <a:pt x="2060" y="3717"/>
                  </a:cubicBezTo>
                  <a:cubicBezTo>
                    <a:pt x="2037" y="3717"/>
                    <a:pt x="2014" y="3718"/>
                    <a:pt x="1991" y="3718"/>
                  </a:cubicBezTo>
                  <a:cubicBezTo>
                    <a:pt x="1695" y="3718"/>
                    <a:pt x="1411" y="3646"/>
                    <a:pt x="1179" y="3502"/>
                  </a:cubicBezTo>
                  <a:cubicBezTo>
                    <a:pt x="1159" y="3494"/>
                    <a:pt x="1139" y="3490"/>
                    <a:pt x="1120" y="3490"/>
                  </a:cubicBezTo>
                  <a:cubicBezTo>
                    <a:pt x="1081" y="3490"/>
                    <a:pt x="1044" y="3506"/>
                    <a:pt x="1012" y="3538"/>
                  </a:cubicBezTo>
                  <a:cubicBezTo>
                    <a:pt x="953" y="3586"/>
                    <a:pt x="965" y="3717"/>
                    <a:pt x="1048" y="3752"/>
                  </a:cubicBezTo>
                  <a:cubicBezTo>
                    <a:pt x="1315" y="3902"/>
                    <a:pt x="1611" y="3994"/>
                    <a:pt x="1928" y="3994"/>
                  </a:cubicBezTo>
                  <a:cubicBezTo>
                    <a:pt x="1964" y="3994"/>
                    <a:pt x="2000" y="3993"/>
                    <a:pt x="2036" y="3990"/>
                  </a:cubicBezTo>
                  <a:cubicBezTo>
                    <a:pt x="3096" y="3967"/>
                    <a:pt x="3965" y="3121"/>
                    <a:pt x="4001" y="2062"/>
                  </a:cubicBezTo>
                  <a:cubicBezTo>
                    <a:pt x="4059" y="939"/>
                    <a:pt x="3142" y="1"/>
                    <a:pt x="20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7183982" y="2590239"/>
              <a:ext cx="68244" cy="68244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0"/>
                  </a:moveTo>
                  <a:cubicBezTo>
                    <a:pt x="477" y="0"/>
                    <a:pt x="1" y="477"/>
                    <a:pt x="1" y="1072"/>
                  </a:cubicBezTo>
                  <a:cubicBezTo>
                    <a:pt x="1" y="1667"/>
                    <a:pt x="477" y="2144"/>
                    <a:pt x="1072" y="2144"/>
                  </a:cubicBezTo>
                  <a:cubicBezTo>
                    <a:pt x="1668" y="2144"/>
                    <a:pt x="2144" y="1667"/>
                    <a:pt x="2144" y="1072"/>
                  </a:cubicBezTo>
                  <a:cubicBezTo>
                    <a:pt x="2132" y="989"/>
                    <a:pt x="2072" y="929"/>
                    <a:pt x="2001" y="929"/>
                  </a:cubicBezTo>
                  <a:cubicBezTo>
                    <a:pt x="1918" y="929"/>
                    <a:pt x="1858" y="989"/>
                    <a:pt x="1858" y="1060"/>
                  </a:cubicBezTo>
                  <a:cubicBezTo>
                    <a:pt x="1858" y="1489"/>
                    <a:pt x="1501" y="1846"/>
                    <a:pt x="1072" y="1846"/>
                  </a:cubicBezTo>
                  <a:cubicBezTo>
                    <a:pt x="644" y="1846"/>
                    <a:pt x="287" y="1489"/>
                    <a:pt x="287" y="1060"/>
                  </a:cubicBezTo>
                  <a:cubicBezTo>
                    <a:pt x="287" y="620"/>
                    <a:pt x="644" y="262"/>
                    <a:pt x="1072" y="262"/>
                  </a:cubicBezTo>
                  <a:cubicBezTo>
                    <a:pt x="1144" y="262"/>
                    <a:pt x="1203" y="215"/>
                    <a:pt x="1203" y="131"/>
                  </a:cubicBezTo>
                  <a:cubicBezTo>
                    <a:pt x="1203" y="60"/>
                    <a:pt x="1144" y="0"/>
                    <a:pt x="1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7225297" y="2595904"/>
              <a:ext cx="20880" cy="20880"/>
            </a:xfrm>
            <a:custGeom>
              <a:avLst/>
              <a:gdLst/>
              <a:ahLst/>
              <a:cxnLst/>
              <a:rect l="l" t="t" r="r" b="b"/>
              <a:pathLst>
                <a:path w="656" h="656" extrusionOk="0">
                  <a:moveTo>
                    <a:pt x="322" y="1"/>
                  </a:moveTo>
                  <a:cubicBezTo>
                    <a:pt x="143" y="1"/>
                    <a:pt x="1" y="156"/>
                    <a:pt x="1" y="334"/>
                  </a:cubicBezTo>
                  <a:cubicBezTo>
                    <a:pt x="1" y="513"/>
                    <a:pt x="143" y="656"/>
                    <a:pt x="322" y="656"/>
                  </a:cubicBezTo>
                  <a:cubicBezTo>
                    <a:pt x="501" y="656"/>
                    <a:pt x="655" y="513"/>
                    <a:pt x="655" y="334"/>
                  </a:cubicBezTo>
                  <a:cubicBezTo>
                    <a:pt x="655" y="132"/>
                    <a:pt x="501" y="1"/>
                    <a:pt x="3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2" name="Google Shape;362;p32"/>
          <p:cNvSpPr txBox="1">
            <a:spLocks noGrp="1"/>
          </p:cNvSpPr>
          <p:nvPr>
            <p:ph type="title"/>
          </p:nvPr>
        </p:nvSpPr>
        <p:spPr>
          <a:xfrm>
            <a:off x="885050" y="1813300"/>
            <a:ext cx="7402200" cy="12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WHOA!</a:t>
            </a:r>
            <a:endParaRPr/>
          </a:p>
        </p:txBody>
      </p:sp>
      <p:sp>
        <p:nvSpPr>
          <p:cNvPr id="363" name="Google Shape;363;p32"/>
          <p:cNvSpPr txBox="1">
            <a:spLocks noGrp="1"/>
          </p:cNvSpPr>
          <p:nvPr>
            <p:ph type="subTitle" idx="1"/>
          </p:nvPr>
        </p:nvSpPr>
        <p:spPr>
          <a:xfrm>
            <a:off x="2029400" y="3049525"/>
            <a:ext cx="5113500" cy="7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could be the part of the presentation where you can introduce yourself, write your email...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title"/>
          </p:nvPr>
        </p:nvSpPr>
        <p:spPr>
          <a:xfrm>
            <a:off x="713225" y="1877898"/>
            <a:ext cx="7717500" cy="129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</a:t>
            </a:r>
            <a:br>
              <a:rPr lang="en"/>
            </a:br>
            <a:r>
              <a:rPr lang="en"/>
              <a:t>someone important said and can make </a:t>
            </a:r>
            <a:br>
              <a:rPr lang="en"/>
            </a:br>
            <a:r>
              <a:rPr lang="en"/>
              <a:t>the reader get inspired.”</a:t>
            </a:r>
            <a:endParaRPr/>
          </a:p>
        </p:txBody>
      </p:sp>
      <p:grpSp>
        <p:nvGrpSpPr>
          <p:cNvPr id="369" name="Google Shape;369;p33"/>
          <p:cNvGrpSpPr/>
          <p:nvPr/>
        </p:nvGrpSpPr>
        <p:grpSpPr>
          <a:xfrm rot="-5400000">
            <a:off x="7084825" y="3092365"/>
            <a:ext cx="1343228" cy="1348678"/>
            <a:chOff x="861053" y="2414910"/>
            <a:chExt cx="362134" cy="363623"/>
          </a:xfrm>
        </p:grpSpPr>
        <p:sp>
          <p:nvSpPr>
            <p:cNvPr id="370" name="Google Shape;370;p33"/>
            <p:cNvSpPr/>
            <p:nvPr/>
          </p:nvSpPr>
          <p:spPr>
            <a:xfrm>
              <a:off x="965153" y="2609235"/>
              <a:ext cx="64912" cy="63677"/>
            </a:xfrm>
            <a:custGeom>
              <a:avLst/>
              <a:gdLst/>
              <a:ahLst/>
              <a:cxnLst/>
              <a:rect l="l" t="t" r="r" b="b"/>
              <a:pathLst>
                <a:path w="2049" h="2010" extrusionOk="0">
                  <a:moveTo>
                    <a:pt x="1382" y="1"/>
                  </a:moveTo>
                  <a:cubicBezTo>
                    <a:pt x="1337" y="1"/>
                    <a:pt x="1293" y="16"/>
                    <a:pt x="1263" y="45"/>
                  </a:cubicBezTo>
                  <a:lnTo>
                    <a:pt x="858" y="450"/>
                  </a:lnTo>
                  <a:cubicBezTo>
                    <a:pt x="798" y="510"/>
                    <a:pt x="798" y="629"/>
                    <a:pt x="858" y="688"/>
                  </a:cubicBezTo>
                  <a:cubicBezTo>
                    <a:pt x="888" y="718"/>
                    <a:pt x="932" y="733"/>
                    <a:pt x="977" y="733"/>
                  </a:cubicBezTo>
                  <a:cubicBezTo>
                    <a:pt x="1022" y="733"/>
                    <a:pt x="1066" y="718"/>
                    <a:pt x="1096" y="688"/>
                  </a:cubicBezTo>
                  <a:lnTo>
                    <a:pt x="1382" y="403"/>
                  </a:lnTo>
                  <a:lnTo>
                    <a:pt x="1620" y="641"/>
                  </a:lnTo>
                  <a:lnTo>
                    <a:pt x="656" y="1605"/>
                  </a:lnTo>
                  <a:lnTo>
                    <a:pt x="417" y="1367"/>
                  </a:lnTo>
                  <a:lnTo>
                    <a:pt x="620" y="1165"/>
                  </a:lnTo>
                  <a:cubicBezTo>
                    <a:pt x="679" y="1105"/>
                    <a:pt x="679" y="986"/>
                    <a:pt x="620" y="926"/>
                  </a:cubicBezTo>
                  <a:cubicBezTo>
                    <a:pt x="590" y="897"/>
                    <a:pt x="545" y="882"/>
                    <a:pt x="501" y="882"/>
                  </a:cubicBezTo>
                  <a:cubicBezTo>
                    <a:pt x="456" y="882"/>
                    <a:pt x="411" y="897"/>
                    <a:pt x="382" y="926"/>
                  </a:cubicBezTo>
                  <a:lnTo>
                    <a:pt x="60" y="1248"/>
                  </a:lnTo>
                  <a:cubicBezTo>
                    <a:pt x="1" y="1307"/>
                    <a:pt x="1" y="1427"/>
                    <a:pt x="60" y="1486"/>
                  </a:cubicBezTo>
                  <a:lnTo>
                    <a:pt x="537" y="1962"/>
                  </a:lnTo>
                  <a:cubicBezTo>
                    <a:pt x="560" y="1998"/>
                    <a:pt x="608" y="2010"/>
                    <a:pt x="656" y="2010"/>
                  </a:cubicBezTo>
                  <a:cubicBezTo>
                    <a:pt x="703" y="2010"/>
                    <a:pt x="739" y="1998"/>
                    <a:pt x="775" y="1962"/>
                  </a:cubicBezTo>
                  <a:lnTo>
                    <a:pt x="1977" y="760"/>
                  </a:lnTo>
                  <a:cubicBezTo>
                    <a:pt x="2049" y="676"/>
                    <a:pt x="2049" y="581"/>
                    <a:pt x="1977" y="522"/>
                  </a:cubicBezTo>
                  <a:lnTo>
                    <a:pt x="1501" y="45"/>
                  </a:lnTo>
                  <a:cubicBezTo>
                    <a:pt x="1471" y="16"/>
                    <a:pt x="1426" y="1"/>
                    <a:pt x="1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3"/>
            <p:cNvSpPr/>
            <p:nvPr/>
          </p:nvSpPr>
          <p:spPr>
            <a:xfrm>
              <a:off x="861053" y="2479854"/>
              <a:ext cx="298394" cy="298679"/>
            </a:xfrm>
            <a:custGeom>
              <a:avLst/>
              <a:gdLst/>
              <a:ahLst/>
              <a:cxnLst/>
              <a:rect l="l" t="t" r="r" b="b"/>
              <a:pathLst>
                <a:path w="9419" h="9428" extrusionOk="0">
                  <a:moveTo>
                    <a:pt x="6938" y="1115"/>
                  </a:moveTo>
                  <a:cubicBezTo>
                    <a:pt x="7280" y="1115"/>
                    <a:pt x="7617" y="1256"/>
                    <a:pt x="7883" y="1510"/>
                  </a:cubicBezTo>
                  <a:cubicBezTo>
                    <a:pt x="8156" y="1772"/>
                    <a:pt x="8287" y="2165"/>
                    <a:pt x="8275" y="2534"/>
                  </a:cubicBezTo>
                  <a:lnTo>
                    <a:pt x="6859" y="1117"/>
                  </a:lnTo>
                  <a:cubicBezTo>
                    <a:pt x="6885" y="1115"/>
                    <a:pt x="6912" y="1115"/>
                    <a:pt x="6938" y="1115"/>
                  </a:cubicBezTo>
                  <a:close/>
                  <a:moveTo>
                    <a:pt x="4799" y="2903"/>
                  </a:moveTo>
                  <a:lnTo>
                    <a:pt x="4954" y="3058"/>
                  </a:lnTo>
                  <a:lnTo>
                    <a:pt x="6335" y="4439"/>
                  </a:lnTo>
                  <a:lnTo>
                    <a:pt x="6490" y="4582"/>
                  </a:lnTo>
                  <a:lnTo>
                    <a:pt x="6311" y="4760"/>
                  </a:lnTo>
                  <a:lnTo>
                    <a:pt x="4620" y="3082"/>
                  </a:lnTo>
                  <a:lnTo>
                    <a:pt x="4799" y="2903"/>
                  </a:lnTo>
                  <a:close/>
                  <a:moveTo>
                    <a:pt x="751" y="7856"/>
                  </a:moveTo>
                  <a:lnTo>
                    <a:pt x="1525" y="8630"/>
                  </a:lnTo>
                  <a:lnTo>
                    <a:pt x="1156" y="9011"/>
                  </a:lnTo>
                  <a:lnTo>
                    <a:pt x="382" y="8237"/>
                  </a:lnTo>
                  <a:lnTo>
                    <a:pt x="751" y="7856"/>
                  </a:lnTo>
                  <a:close/>
                  <a:moveTo>
                    <a:pt x="5668" y="1"/>
                  </a:moveTo>
                  <a:cubicBezTo>
                    <a:pt x="5623" y="1"/>
                    <a:pt x="5579" y="16"/>
                    <a:pt x="5549" y="46"/>
                  </a:cubicBezTo>
                  <a:lnTo>
                    <a:pt x="5073" y="522"/>
                  </a:lnTo>
                  <a:cubicBezTo>
                    <a:pt x="5013" y="581"/>
                    <a:pt x="5013" y="700"/>
                    <a:pt x="5073" y="760"/>
                  </a:cubicBezTo>
                  <a:cubicBezTo>
                    <a:pt x="5102" y="790"/>
                    <a:pt x="5147" y="805"/>
                    <a:pt x="5192" y="805"/>
                  </a:cubicBezTo>
                  <a:cubicBezTo>
                    <a:pt x="5236" y="805"/>
                    <a:pt x="5281" y="790"/>
                    <a:pt x="5311" y="760"/>
                  </a:cubicBezTo>
                  <a:lnTo>
                    <a:pt x="5668" y="403"/>
                  </a:lnTo>
                  <a:lnTo>
                    <a:pt x="9014" y="3760"/>
                  </a:lnTo>
                  <a:lnTo>
                    <a:pt x="8549" y="4213"/>
                  </a:lnTo>
                  <a:cubicBezTo>
                    <a:pt x="8287" y="4487"/>
                    <a:pt x="7942" y="4618"/>
                    <a:pt x="7573" y="4618"/>
                  </a:cubicBezTo>
                  <a:cubicBezTo>
                    <a:pt x="7204" y="4618"/>
                    <a:pt x="6859" y="4475"/>
                    <a:pt x="6585" y="4213"/>
                  </a:cubicBezTo>
                  <a:lnTo>
                    <a:pt x="5906" y="3534"/>
                  </a:lnTo>
                  <a:lnTo>
                    <a:pt x="5216" y="2844"/>
                  </a:lnTo>
                  <a:cubicBezTo>
                    <a:pt x="4799" y="2427"/>
                    <a:pt x="4704" y="1796"/>
                    <a:pt x="4954" y="1260"/>
                  </a:cubicBezTo>
                  <a:cubicBezTo>
                    <a:pt x="5001" y="1165"/>
                    <a:pt x="4954" y="1081"/>
                    <a:pt x="4882" y="1034"/>
                  </a:cubicBezTo>
                  <a:cubicBezTo>
                    <a:pt x="4856" y="1020"/>
                    <a:pt x="4830" y="1015"/>
                    <a:pt x="4806" y="1015"/>
                  </a:cubicBezTo>
                  <a:cubicBezTo>
                    <a:pt x="4743" y="1015"/>
                    <a:pt x="4690" y="1054"/>
                    <a:pt x="4656" y="1105"/>
                  </a:cubicBezTo>
                  <a:cubicBezTo>
                    <a:pt x="4418" y="1593"/>
                    <a:pt x="4430" y="2165"/>
                    <a:pt x="4668" y="2629"/>
                  </a:cubicBezTo>
                  <a:lnTo>
                    <a:pt x="4299" y="2998"/>
                  </a:lnTo>
                  <a:cubicBezTo>
                    <a:pt x="4263" y="3022"/>
                    <a:pt x="4251" y="3070"/>
                    <a:pt x="4251" y="3117"/>
                  </a:cubicBezTo>
                  <a:cubicBezTo>
                    <a:pt x="4251" y="3165"/>
                    <a:pt x="4263" y="3201"/>
                    <a:pt x="4299" y="3236"/>
                  </a:cubicBezTo>
                  <a:lnTo>
                    <a:pt x="4442" y="3379"/>
                  </a:lnTo>
                  <a:lnTo>
                    <a:pt x="489" y="7344"/>
                  </a:lnTo>
                  <a:cubicBezTo>
                    <a:pt x="453" y="7368"/>
                    <a:pt x="441" y="7416"/>
                    <a:pt x="441" y="7463"/>
                  </a:cubicBezTo>
                  <a:cubicBezTo>
                    <a:pt x="441" y="7511"/>
                    <a:pt x="453" y="7547"/>
                    <a:pt x="489" y="7582"/>
                  </a:cubicBezTo>
                  <a:lnTo>
                    <a:pt x="548" y="7642"/>
                  </a:lnTo>
                  <a:lnTo>
                    <a:pt x="60" y="8130"/>
                  </a:lnTo>
                  <a:cubicBezTo>
                    <a:pt x="1" y="8189"/>
                    <a:pt x="1" y="8309"/>
                    <a:pt x="60" y="8368"/>
                  </a:cubicBezTo>
                  <a:lnTo>
                    <a:pt x="1072" y="9380"/>
                  </a:lnTo>
                  <a:cubicBezTo>
                    <a:pt x="1096" y="9416"/>
                    <a:pt x="1144" y="9428"/>
                    <a:pt x="1191" y="9428"/>
                  </a:cubicBezTo>
                  <a:cubicBezTo>
                    <a:pt x="1227" y="9428"/>
                    <a:pt x="1275" y="9404"/>
                    <a:pt x="1310" y="9380"/>
                  </a:cubicBezTo>
                  <a:lnTo>
                    <a:pt x="1798" y="8892"/>
                  </a:lnTo>
                  <a:lnTo>
                    <a:pt x="1858" y="8951"/>
                  </a:lnTo>
                  <a:cubicBezTo>
                    <a:pt x="1882" y="8975"/>
                    <a:pt x="1929" y="8987"/>
                    <a:pt x="1977" y="8987"/>
                  </a:cubicBezTo>
                  <a:cubicBezTo>
                    <a:pt x="2025" y="8987"/>
                    <a:pt x="2060" y="8975"/>
                    <a:pt x="2096" y="8951"/>
                  </a:cubicBezTo>
                  <a:lnTo>
                    <a:pt x="3251" y="7785"/>
                  </a:lnTo>
                  <a:cubicBezTo>
                    <a:pt x="3311" y="7725"/>
                    <a:pt x="3311" y="7606"/>
                    <a:pt x="3251" y="7547"/>
                  </a:cubicBezTo>
                  <a:cubicBezTo>
                    <a:pt x="3221" y="7517"/>
                    <a:pt x="3177" y="7502"/>
                    <a:pt x="3132" y="7502"/>
                  </a:cubicBezTo>
                  <a:cubicBezTo>
                    <a:pt x="3087" y="7502"/>
                    <a:pt x="3043" y="7517"/>
                    <a:pt x="3013" y="7547"/>
                  </a:cubicBezTo>
                  <a:lnTo>
                    <a:pt x="1977" y="8594"/>
                  </a:lnTo>
                  <a:lnTo>
                    <a:pt x="1918" y="8535"/>
                  </a:lnTo>
                  <a:lnTo>
                    <a:pt x="905" y="7523"/>
                  </a:lnTo>
                  <a:lnTo>
                    <a:pt x="846" y="7463"/>
                  </a:lnTo>
                  <a:lnTo>
                    <a:pt x="4680" y="3617"/>
                  </a:lnTo>
                  <a:lnTo>
                    <a:pt x="5835" y="4772"/>
                  </a:lnTo>
                  <a:lnTo>
                    <a:pt x="3489" y="7106"/>
                  </a:lnTo>
                  <a:cubicBezTo>
                    <a:pt x="3430" y="7166"/>
                    <a:pt x="3430" y="7285"/>
                    <a:pt x="3489" y="7344"/>
                  </a:cubicBezTo>
                  <a:cubicBezTo>
                    <a:pt x="3525" y="7368"/>
                    <a:pt x="3572" y="7392"/>
                    <a:pt x="3608" y="7392"/>
                  </a:cubicBezTo>
                  <a:cubicBezTo>
                    <a:pt x="3656" y="7392"/>
                    <a:pt x="3703" y="7368"/>
                    <a:pt x="3727" y="7344"/>
                  </a:cubicBezTo>
                  <a:lnTo>
                    <a:pt x="6073" y="5010"/>
                  </a:lnTo>
                  <a:lnTo>
                    <a:pt x="6216" y="5153"/>
                  </a:lnTo>
                  <a:cubicBezTo>
                    <a:pt x="6251" y="5189"/>
                    <a:pt x="6287" y="5201"/>
                    <a:pt x="6335" y="5201"/>
                  </a:cubicBezTo>
                  <a:cubicBezTo>
                    <a:pt x="6382" y="5201"/>
                    <a:pt x="6430" y="5189"/>
                    <a:pt x="6454" y="5153"/>
                  </a:cubicBezTo>
                  <a:lnTo>
                    <a:pt x="6811" y="4796"/>
                  </a:lnTo>
                  <a:cubicBezTo>
                    <a:pt x="7049" y="4915"/>
                    <a:pt x="7323" y="4975"/>
                    <a:pt x="7585" y="4975"/>
                  </a:cubicBezTo>
                  <a:cubicBezTo>
                    <a:pt x="8049" y="4975"/>
                    <a:pt x="8478" y="4796"/>
                    <a:pt x="8811" y="4475"/>
                  </a:cubicBezTo>
                  <a:lnTo>
                    <a:pt x="9383" y="3891"/>
                  </a:lnTo>
                  <a:cubicBezTo>
                    <a:pt x="9418" y="3784"/>
                    <a:pt x="9418" y="3677"/>
                    <a:pt x="9359" y="3617"/>
                  </a:cubicBezTo>
                  <a:lnTo>
                    <a:pt x="8573" y="2832"/>
                  </a:lnTo>
                  <a:cubicBezTo>
                    <a:pt x="8704" y="2272"/>
                    <a:pt x="8537" y="1689"/>
                    <a:pt x="8121" y="1284"/>
                  </a:cubicBezTo>
                  <a:cubicBezTo>
                    <a:pt x="7809" y="972"/>
                    <a:pt x="7384" y="795"/>
                    <a:pt x="6956" y="795"/>
                  </a:cubicBezTo>
                  <a:cubicBezTo>
                    <a:pt x="6827" y="795"/>
                    <a:pt x="6699" y="810"/>
                    <a:pt x="6573" y="843"/>
                  </a:cubicBezTo>
                  <a:lnTo>
                    <a:pt x="5787" y="46"/>
                  </a:lnTo>
                  <a:cubicBezTo>
                    <a:pt x="5757" y="16"/>
                    <a:pt x="5713" y="1"/>
                    <a:pt x="56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3"/>
            <p:cNvSpPr/>
            <p:nvPr/>
          </p:nvSpPr>
          <p:spPr>
            <a:xfrm>
              <a:off x="1128875" y="2455366"/>
              <a:ext cx="54711" cy="53856"/>
            </a:xfrm>
            <a:custGeom>
              <a:avLst/>
              <a:gdLst/>
              <a:ahLst/>
              <a:cxnLst/>
              <a:rect l="l" t="t" r="r" b="b"/>
              <a:pathLst>
                <a:path w="1727" h="1700" extrusionOk="0">
                  <a:moveTo>
                    <a:pt x="1548" y="0"/>
                  </a:moveTo>
                  <a:cubicBezTo>
                    <a:pt x="1503" y="0"/>
                    <a:pt x="1459" y="15"/>
                    <a:pt x="1429" y="45"/>
                  </a:cubicBezTo>
                  <a:lnTo>
                    <a:pt x="60" y="1414"/>
                  </a:lnTo>
                  <a:cubicBezTo>
                    <a:pt x="0" y="1473"/>
                    <a:pt x="0" y="1592"/>
                    <a:pt x="60" y="1652"/>
                  </a:cubicBezTo>
                  <a:cubicBezTo>
                    <a:pt x="83" y="1688"/>
                    <a:pt x="131" y="1700"/>
                    <a:pt x="179" y="1700"/>
                  </a:cubicBezTo>
                  <a:cubicBezTo>
                    <a:pt x="214" y="1700"/>
                    <a:pt x="262" y="1688"/>
                    <a:pt x="298" y="1652"/>
                  </a:cubicBezTo>
                  <a:lnTo>
                    <a:pt x="1667" y="283"/>
                  </a:lnTo>
                  <a:cubicBezTo>
                    <a:pt x="1726" y="223"/>
                    <a:pt x="1726" y="104"/>
                    <a:pt x="1667" y="45"/>
                  </a:cubicBezTo>
                  <a:cubicBezTo>
                    <a:pt x="1637" y="15"/>
                    <a:pt x="1592" y="0"/>
                    <a:pt x="15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3"/>
            <p:cNvSpPr/>
            <p:nvPr/>
          </p:nvSpPr>
          <p:spPr>
            <a:xfrm>
              <a:off x="1099445" y="2414910"/>
              <a:ext cx="10581" cy="71692"/>
            </a:xfrm>
            <a:custGeom>
              <a:avLst/>
              <a:gdLst/>
              <a:ahLst/>
              <a:cxnLst/>
              <a:rect l="l" t="t" r="r" b="b"/>
              <a:pathLst>
                <a:path w="334" h="2263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2096"/>
                  </a:lnTo>
                  <a:cubicBezTo>
                    <a:pt x="0" y="2191"/>
                    <a:pt x="72" y="2262"/>
                    <a:pt x="167" y="2262"/>
                  </a:cubicBezTo>
                  <a:cubicBezTo>
                    <a:pt x="250" y="2262"/>
                    <a:pt x="334" y="2191"/>
                    <a:pt x="334" y="2096"/>
                  </a:cubicBezTo>
                  <a:lnTo>
                    <a:pt x="334" y="167"/>
                  </a:lnTo>
                  <a:cubicBezTo>
                    <a:pt x="334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3"/>
            <p:cNvSpPr/>
            <p:nvPr/>
          </p:nvSpPr>
          <p:spPr>
            <a:xfrm>
              <a:off x="1151495" y="2528420"/>
              <a:ext cx="71692" cy="10613"/>
            </a:xfrm>
            <a:custGeom>
              <a:avLst/>
              <a:gdLst/>
              <a:ahLst/>
              <a:cxnLst/>
              <a:rect l="l" t="t" r="r" b="b"/>
              <a:pathLst>
                <a:path w="2263" h="335" extrusionOk="0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2096" y="334"/>
                  </a:lnTo>
                  <a:cubicBezTo>
                    <a:pt x="2179" y="334"/>
                    <a:pt x="2263" y="263"/>
                    <a:pt x="2263" y="168"/>
                  </a:cubicBezTo>
                  <a:cubicBezTo>
                    <a:pt x="2263" y="84"/>
                    <a:pt x="2203" y="1"/>
                    <a:pt x="20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5" name="Google Shape;375;p33"/>
          <p:cNvSpPr txBox="1">
            <a:spLocks noGrp="1"/>
          </p:cNvSpPr>
          <p:nvPr>
            <p:ph type="subTitle" idx="1"/>
          </p:nvPr>
        </p:nvSpPr>
        <p:spPr>
          <a:xfrm>
            <a:off x="1937100" y="3398188"/>
            <a:ext cx="5269800" cy="4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>
            <a:spLocks noGrp="1"/>
          </p:cNvSpPr>
          <p:nvPr>
            <p:ph type="title"/>
          </p:nvPr>
        </p:nvSpPr>
        <p:spPr>
          <a:xfrm>
            <a:off x="4209250" y="2410425"/>
            <a:ext cx="4045200" cy="7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endParaRPr/>
          </a:p>
        </p:txBody>
      </p:sp>
      <p:sp>
        <p:nvSpPr>
          <p:cNvPr id="381" name="Google Shape;381;p34"/>
          <p:cNvSpPr txBox="1">
            <a:spLocks noGrp="1"/>
          </p:cNvSpPr>
          <p:nvPr>
            <p:ph type="subTitle" idx="1"/>
          </p:nvPr>
        </p:nvSpPr>
        <p:spPr>
          <a:xfrm>
            <a:off x="4584550" y="2948850"/>
            <a:ext cx="3294600" cy="9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sp>
        <p:nvSpPr>
          <p:cNvPr id="382" name="Google Shape;382;p34"/>
          <p:cNvSpPr txBox="1">
            <a:spLocks noGrp="1"/>
          </p:cNvSpPr>
          <p:nvPr>
            <p:ph type="title" idx="2"/>
          </p:nvPr>
        </p:nvSpPr>
        <p:spPr>
          <a:xfrm>
            <a:off x="5051350" y="1331450"/>
            <a:ext cx="2361000" cy="9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83" name="Google Shape;383;p34"/>
          <p:cNvGrpSpPr/>
          <p:nvPr/>
        </p:nvGrpSpPr>
        <p:grpSpPr>
          <a:xfrm>
            <a:off x="1717101" y="1861873"/>
            <a:ext cx="1941785" cy="1419759"/>
            <a:chOff x="1219150" y="960650"/>
            <a:chExt cx="5162950" cy="3774950"/>
          </a:xfrm>
        </p:grpSpPr>
        <p:sp>
          <p:nvSpPr>
            <p:cNvPr id="384" name="Google Shape;384;p34"/>
            <p:cNvSpPr/>
            <p:nvPr/>
          </p:nvSpPr>
          <p:spPr>
            <a:xfrm>
              <a:off x="5223250" y="2595725"/>
              <a:ext cx="593700" cy="177800"/>
            </a:xfrm>
            <a:custGeom>
              <a:avLst/>
              <a:gdLst/>
              <a:ahLst/>
              <a:cxnLst/>
              <a:rect l="l" t="t" r="r" b="b"/>
              <a:pathLst>
                <a:path w="23748" h="7112" extrusionOk="0">
                  <a:moveTo>
                    <a:pt x="1925" y="0"/>
                  </a:moveTo>
                  <a:cubicBezTo>
                    <a:pt x="848" y="0"/>
                    <a:pt x="0" y="881"/>
                    <a:pt x="0" y="1925"/>
                  </a:cubicBezTo>
                  <a:cubicBezTo>
                    <a:pt x="0" y="3001"/>
                    <a:pt x="848" y="3849"/>
                    <a:pt x="1925" y="3849"/>
                  </a:cubicBezTo>
                  <a:cubicBezTo>
                    <a:pt x="2055" y="3849"/>
                    <a:pt x="14647" y="3882"/>
                    <a:pt x="20681" y="6915"/>
                  </a:cubicBezTo>
                  <a:cubicBezTo>
                    <a:pt x="20975" y="7013"/>
                    <a:pt x="21236" y="7111"/>
                    <a:pt x="21529" y="7111"/>
                  </a:cubicBezTo>
                  <a:cubicBezTo>
                    <a:pt x="22280" y="7111"/>
                    <a:pt x="22932" y="6687"/>
                    <a:pt x="23258" y="6035"/>
                  </a:cubicBezTo>
                  <a:cubicBezTo>
                    <a:pt x="23747" y="5121"/>
                    <a:pt x="23323" y="3980"/>
                    <a:pt x="22377" y="3490"/>
                  </a:cubicBezTo>
                  <a:cubicBezTo>
                    <a:pt x="15495" y="65"/>
                    <a:pt x="2447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219150" y="960650"/>
              <a:ext cx="5162950" cy="3774125"/>
            </a:xfrm>
            <a:custGeom>
              <a:avLst/>
              <a:gdLst/>
              <a:ahLst/>
              <a:cxnLst/>
              <a:rect l="l" t="t" r="r" b="b"/>
              <a:pathLst>
                <a:path w="206518" h="150965" extrusionOk="0">
                  <a:moveTo>
                    <a:pt x="137330" y="3784"/>
                  </a:moveTo>
                  <a:lnTo>
                    <a:pt x="137330" y="34577"/>
                  </a:lnTo>
                  <a:cubicBezTo>
                    <a:pt x="137330" y="39242"/>
                    <a:pt x="136319" y="43711"/>
                    <a:pt x="134231" y="47951"/>
                  </a:cubicBezTo>
                  <a:cubicBezTo>
                    <a:pt x="134101" y="48212"/>
                    <a:pt x="134036" y="48506"/>
                    <a:pt x="134036" y="48767"/>
                  </a:cubicBezTo>
                  <a:lnTo>
                    <a:pt x="134036" y="57509"/>
                  </a:lnTo>
                  <a:cubicBezTo>
                    <a:pt x="134036" y="66121"/>
                    <a:pt x="130578" y="74113"/>
                    <a:pt x="124282" y="79984"/>
                  </a:cubicBezTo>
                  <a:cubicBezTo>
                    <a:pt x="123500" y="80702"/>
                    <a:pt x="122684" y="81387"/>
                    <a:pt x="121836" y="82039"/>
                  </a:cubicBezTo>
                  <a:lnTo>
                    <a:pt x="121803" y="82104"/>
                  </a:lnTo>
                  <a:cubicBezTo>
                    <a:pt x="116421" y="86182"/>
                    <a:pt x="110060" y="88335"/>
                    <a:pt x="103275" y="88335"/>
                  </a:cubicBezTo>
                  <a:cubicBezTo>
                    <a:pt x="102590" y="88335"/>
                    <a:pt x="101905" y="88302"/>
                    <a:pt x="101155" y="88237"/>
                  </a:cubicBezTo>
                  <a:cubicBezTo>
                    <a:pt x="85106" y="87193"/>
                    <a:pt x="72515" y="73199"/>
                    <a:pt x="72515" y="56367"/>
                  </a:cubicBezTo>
                  <a:lnTo>
                    <a:pt x="72515" y="48767"/>
                  </a:lnTo>
                  <a:cubicBezTo>
                    <a:pt x="72515" y="48506"/>
                    <a:pt x="72417" y="48212"/>
                    <a:pt x="72286" y="47951"/>
                  </a:cubicBezTo>
                  <a:cubicBezTo>
                    <a:pt x="70264" y="43711"/>
                    <a:pt x="69187" y="39242"/>
                    <a:pt x="69187" y="34577"/>
                  </a:cubicBezTo>
                  <a:lnTo>
                    <a:pt x="69187" y="28053"/>
                  </a:lnTo>
                  <a:cubicBezTo>
                    <a:pt x="69187" y="14679"/>
                    <a:pt x="80082" y="3784"/>
                    <a:pt x="93457" y="3784"/>
                  </a:cubicBezTo>
                  <a:close/>
                  <a:moveTo>
                    <a:pt x="31348" y="52844"/>
                  </a:moveTo>
                  <a:cubicBezTo>
                    <a:pt x="36861" y="52844"/>
                    <a:pt x="42015" y="55030"/>
                    <a:pt x="45832" y="59010"/>
                  </a:cubicBezTo>
                  <a:cubicBezTo>
                    <a:pt x="49616" y="62924"/>
                    <a:pt x="51932" y="68241"/>
                    <a:pt x="52356" y="73982"/>
                  </a:cubicBezTo>
                  <a:cubicBezTo>
                    <a:pt x="52486" y="75744"/>
                    <a:pt x="52551" y="77799"/>
                    <a:pt x="52584" y="79821"/>
                  </a:cubicBezTo>
                  <a:lnTo>
                    <a:pt x="52747" y="84486"/>
                  </a:lnTo>
                  <a:lnTo>
                    <a:pt x="50496" y="80995"/>
                  </a:lnTo>
                  <a:cubicBezTo>
                    <a:pt x="47267" y="76004"/>
                    <a:pt x="42407" y="72482"/>
                    <a:pt x="36013" y="70426"/>
                  </a:cubicBezTo>
                  <a:cubicBezTo>
                    <a:pt x="30785" y="68732"/>
                    <a:pt x="26190" y="68631"/>
                    <a:pt x="25033" y="68631"/>
                  </a:cubicBezTo>
                  <a:cubicBezTo>
                    <a:pt x="24876" y="68631"/>
                    <a:pt x="24783" y="68632"/>
                    <a:pt x="24759" y="68632"/>
                  </a:cubicBezTo>
                  <a:cubicBezTo>
                    <a:pt x="24270" y="68632"/>
                    <a:pt x="23781" y="68828"/>
                    <a:pt x="23454" y="69220"/>
                  </a:cubicBezTo>
                  <a:lnTo>
                    <a:pt x="17942" y="74928"/>
                  </a:lnTo>
                  <a:cubicBezTo>
                    <a:pt x="17583" y="75287"/>
                    <a:pt x="17420" y="75776"/>
                    <a:pt x="17420" y="76265"/>
                  </a:cubicBezTo>
                  <a:cubicBezTo>
                    <a:pt x="17420" y="76755"/>
                    <a:pt x="17615" y="77244"/>
                    <a:pt x="17974" y="77603"/>
                  </a:cubicBezTo>
                  <a:cubicBezTo>
                    <a:pt x="18353" y="77966"/>
                    <a:pt x="18823" y="78138"/>
                    <a:pt x="19292" y="78138"/>
                  </a:cubicBezTo>
                  <a:cubicBezTo>
                    <a:pt x="19793" y="78138"/>
                    <a:pt x="20294" y="77941"/>
                    <a:pt x="20682" y="77570"/>
                  </a:cubicBezTo>
                  <a:lnTo>
                    <a:pt x="25640" y="72416"/>
                  </a:lnTo>
                  <a:lnTo>
                    <a:pt x="26162" y="72449"/>
                  </a:lnTo>
                  <a:cubicBezTo>
                    <a:pt x="30174" y="72677"/>
                    <a:pt x="43548" y="74178"/>
                    <a:pt x="48800" y="85725"/>
                  </a:cubicBezTo>
                  <a:lnTo>
                    <a:pt x="48930" y="86051"/>
                  </a:lnTo>
                  <a:lnTo>
                    <a:pt x="48898" y="86378"/>
                  </a:lnTo>
                  <a:cubicBezTo>
                    <a:pt x="47560" y="95054"/>
                    <a:pt x="40221" y="101318"/>
                    <a:pt x="31381" y="101318"/>
                  </a:cubicBezTo>
                  <a:cubicBezTo>
                    <a:pt x="21595" y="101318"/>
                    <a:pt x="13701" y="93391"/>
                    <a:pt x="13701" y="83605"/>
                  </a:cubicBezTo>
                  <a:cubicBezTo>
                    <a:pt x="13701" y="82528"/>
                    <a:pt x="12853" y="81680"/>
                    <a:pt x="11776" y="81680"/>
                  </a:cubicBezTo>
                  <a:cubicBezTo>
                    <a:pt x="11711" y="81680"/>
                    <a:pt x="11581" y="81680"/>
                    <a:pt x="11450" y="81713"/>
                  </a:cubicBezTo>
                  <a:lnTo>
                    <a:pt x="10080" y="81974"/>
                  </a:lnTo>
                  <a:lnTo>
                    <a:pt x="10113" y="79821"/>
                  </a:lnTo>
                  <a:cubicBezTo>
                    <a:pt x="10211" y="77799"/>
                    <a:pt x="10243" y="75744"/>
                    <a:pt x="10374" y="73982"/>
                  </a:cubicBezTo>
                  <a:cubicBezTo>
                    <a:pt x="10765" y="68241"/>
                    <a:pt x="13081" y="62891"/>
                    <a:pt x="16898" y="59010"/>
                  </a:cubicBezTo>
                  <a:cubicBezTo>
                    <a:pt x="20714" y="55063"/>
                    <a:pt x="25901" y="52844"/>
                    <a:pt x="31348" y="52844"/>
                  </a:cubicBezTo>
                  <a:close/>
                  <a:moveTo>
                    <a:pt x="192849" y="52910"/>
                  </a:moveTo>
                  <a:lnTo>
                    <a:pt x="192849" y="66773"/>
                  </a:lnTo>
                  <a:cubicBezTo>
                    <a:pt x="192849" y="68991"/>
                    <a:pt x="192327" y="71242"/>
                    <a:pt x="191349" y="73199"/>
                  </a:cubicBezTo>
                  <a:lnTo>
                    <a:pt x="189816" y="76298"/>
                  </a:lnTo>
                  <a:cubicBezTo>
                    <a:pt x="189685" y="76559"/>
                    <a:pt x="189587" y="76853"/>
                    <a:pt x="189587" y="77146"/>
                  </a:cubicBezTo>
                  <a:lnTo>
                    <a:pt x="189587" y="83670"/>
                  </a:lnTo>
                  <a:cubicBezTo>
                    <a:pt x="189587" y="88531"/>
                    <a:pt x="187695" y="93032"/>
                    <a:pt x="184238" y="96392"/>
                  </a:cubicBezTo>
                  <a:cubicBezTo>
                    <a:pt x="180878" y="99621"/>
                    <a:pt x="176507" y="101383"/>
                    <a:pt x="171907" y="101383"/>
                  </a:cubicBezTo>
                  <a:lnTo>
                    <a:pt x="171353" y="101383"/>
                  </a:lnTo>
                  <a:cubicBezTo>
                    <a:pt x="161893" y="101089"/>
                    <a:pt x="154162" y="92771"/>
                    <a:pt x="154162" y="82855"/>
                  </a:cubicBezTo>
                  <a:lnTo>
                    <a:pt x="154162" y="77146"/>
                  </a:lnTo>
                  <a:cubicBezTo>
                    <a:pt x="154162" y="76885"/>
                    <a:pt x="154097" y="76592"/>
                    <a:pt x="153966" y="76298"/>
                  </a:cubicBezTo>
                  <a:lnTo>
                    <a:pt x="152075" y="72514"/>
                  </a:lnTo>
                  <a:cubicBezTo>
                    <a:pt x="151324" y="70948"/>
                    <a:pt x="150900" y="69252"/>
                    <a:pt x="150900" y="67491"/>
                  </a:cubicBezTo>
                  <a:lnTo>
                    <a:pt x="150900" y="67328"/>
                  </a:lnTo>
                  <a:cubicBezTo>
                    <a:pt x="150900" y="59368"/>
                    <a:pt x="157392" y="52910"/>
                    <a:pt x="165351" y="52910"/>
                  </a:cubicBezTo>
                  <a:close/>
                  <a:moveTo>
                    <a:pt x="85595" y="87095"/>
                  </a:moveTo>
                  <a:lnTo>
                    <a:pt x="87291" y="88041"/>
                  </a:lnTo>
                  <a:cubicBezTo>
                    <a:pt x="91597" y="90357"/>
                    <a:pt x="96197" y="91662"/>
                    <a:pt x="100992" y="91988"/>
                  </a:cubicBezTo>
                  <a:cubicBezTo>
                    <a:pt x="101775" y="92053"/>
                    <a:pt x="102558" y="92086"/>
                    <a:pt x="103340" y="92086"/>
                  </a:cubicBezTo>
                  <a:cubicBezTo>
                    <a:pt x="108984" y="92086"/>
                    <a:pt x="114366" y="90781"/>
                    <a:pt x="119292" y="88172"/>
                  </a:cubicBezTo>
                  <a:lnTo>
                    <a:pt x="121020" y="87258"/>
                  </a:lnTo>
                  <a:lnTo>
                    <a:pt x="121020" y="95381"/>
                  </a:lnTo>
                  <a:lnTo>
                    <a:pt x="103275" y="107483"/>
                  </a:lnTo>
                  <a:lnTo>
                    <a:pt x="85595" y="95381"/>
                  </a:lnTo>
                  <a:lnTo>
                    <a:pt x="85595" y="87095"/>
                  </a:lnTo>
                  <a:close/>
                  <a:moveTo>
                    <a:pt x="9885" y="88009"/>
                  </a:moveTo>
                  <a:lnTo>
                    <a:pt x="11516" y="91923"/>
                  </a:lnTo>
                  <a:cubicBezTo>
                    <a:pt x="13081" y="95740"/>
                    <a:pt x="15756" y="99001"/>
                    <a:pt x="19181" y="101383"/>
                  </a:cubicBezTo>
                  <a:lnTo>
                    <a:pt x="19670" y="101709"/>
                  </a:lnTo>
                  <a:lnTo>
                    <a:pt x="19670" y="107613"/>
                  </a:lnTo>
                  <a:lnTo>
                    <a:pt x="19605" y="107613"/>
                  </a:lnTo>
                  <a:lnTo>
                    <a:pt x="18072" y="107059"/>
                  </a:lnTo>
                  <a:cubicBezTo>
                    <a:pt x="12070" y="104938"/>
                    <a:pt x="9069" y="102003"/>
                    <a:pt x="7797" y="100404"/>
                  </a:cubicBezTo>
                  <a:lnTo>
                    <a:pt x="7373" y="99882"/>
                  </a:lnTo>
                  <a:lnTo>
                    <a:pt x="7634" y="99262"/>
                  </a:lnTo>
                  <a:cubicBezTo>
                    <a:pt x="8351" y="97338"/>
                    <a:pt x="8906" y="95022"/>
                    <a:pt x="9297" y="92217"/>
                  </a:cubicBezTo>
                  <a:lnTo>
                    <a:pt x="9885" y="88009"/>
                  </a:lnTo>
                  <a:close/>
                  <a:moveTo>
                    <a:pt x="52845" y="88041"/>
                  </a:moveTo>
                  <a:lnTo>
                    <a:pt x="53432" y="92249"/>
                  </a:lnTo>
                  <a:cubicBezTo>
                    <a:pt x="53823" y="95054"/>
                    <a:pt x="54345" y="97370"/>
                    <a:pt x="55096" y="99295"/>
                  </a:cubicBezTo>
                  <a:lnTo>
                    <a:pt x="55324" y="99915"/>
                  </a:lnTo>
                  <a:lnTo>
                    <a:pt x="54933" y="100437"/>
                  </a:lnTo>
                  <a:cubicBezTo>
                    <a:pt x="53660" y="102003"/>
                    <a:pt x="50594" y="104971"/>
                    <a:pt x="44625" y="107091"/>
                  </a:cubicBezTo>
                  <a:lnTo>
                    <a:pt x="43059" y="107646"/>
                  </a:lnTo>
                  <a:lnTo>
                    <a:pt x="43059" y="101742"/>
                  </a:lnTo>
                  <a:lnTo>
                    <a:pt x="43548" y="101415"/>
                  </a:lnTo>
                  <a:cubicBezTo>
                    <a:pt x="46973" y="99034"/>
                    <a:pt x="49616" y="95772"/>
                    <a:pt x="51214" y="91956"/>
                  </a:cubicBezTo>
                  <a:lnTo>
                    <a:pt x="52845" y="88041"/>
                  </a:lnTo>
                  <a:close/>
                  <a:moveTo>
                    <a:pt x="163948" y="103699"/>
                  </a:moveTo>
                  <a:lnTo>
                    <a:pt x="165481" y="104188"/>
                  </a:lnTo>
                  <a:cubicBezTo>
                    <a:pt x="167341" y="104808"/>
                    <a:pt x="169265" y="105134"/>
                    <a:pt x="171222" y="105199"/>
                  </a:cubicBezTo>
                  <a:lnTo>
                    <a:pt x="171875" y="105199"/>
                  </a:lnTo>
                  <a:cubicBezTo>
                    <a:pt x="174028" y="105199"/>
                    <a:pt x="176181" y="104873"/>
                    <a:pt x="178268" y="104221"/>
                  </a:cubicBezTo>
                  <a:lnTo>
                    <a:pt x="179769" y="103764"/>
                  </a:lnTo>
                  <a:lnTo>
                    <a:pt x="179769" y="106602"/>
                  </a:lnTo>
                  <a:cubicBezTo>
                    <a:pt x="179769" y="107091"/>
                    <a:pt x="179867" y="107613"/>
                    <a:pt x="179997" y="108102"/>
                  </a:cubicBezTo>
                  <a:lnTo>
                    <a:pt x="180160" y="108755"/>
                  </a:lnTo>
                  <a:lnTo>
                    <a:pt x="171875" y="116942"/>
                  </a:lnTo>
                  <a:lnTo>
                    <a:pt x="163687" y="108755"/>
                  </a:lnTo>
                  <a:lnTo>
                    <a:pt x="163785" y="108135"/>
                  </a:lnTo>
                  <a:cubicBezTo>
                    <a:pt x="163916" y="107646"/>
                    <a:pt x="163948" y="107124"/>
                    <a:pt x="163948" y="106602"/>
                  </a:cubicBezTo>
                  <a:lnTo>
                    <a:pt x="163948" y="103699"/>
                  </a:lnTo>
                  <a:close/>
                  <a:moveTo>
                    <a:pt x="23389" y="103699"/>
                  </a:moveTo>
                  <a:lnTo>
                    <a:pt x="24922" y="104188"/>
                  </a:lnTo>
                  <a:cubicBezTo>
                    <a:pt x="26977" y="104840"/>
                    <a:pt x="29138" y="105167"/>
                    <a:pt x="31304" y="105167"/>
                  </a:cubicBezTo>
                  <a:cubicBezTo>
                    <a:pt x="33469" y="105167"/>
                    <a:pt x="35638" y="104840"/>
                    <a:pt x="37709" y="104188"/>
                  </a:cubicBezTo>
                  <a:lnTo>
                    <a:pt x="39210" y="103731"/>
                  </a:lnTo>
                  <a:lnTo>
                    <a:pt x="39210" y="108559"/>
                  </a:lnTo>
                  <a:cubicBezTo>
                    <a:pt x="39210" y="109407"/>
                    <a:pt x="39438" y="110255"/>
                    <a:pt x="39830" y="111006"/>
                  </a:cubicBezTo>
                  <a:lnTo>
                    <a:pt x="40254" y="111788"/>
                  </a:lnTo>
                  <a:lnTo>
                    <a:pt x="36796" y="115083"/>
                  </a:lnTo>
                  <a:cubicBezTo>
                    <a:pt x="35263" y="116551"/>
                    <a:pt x="33273" y="117236"/>
                    <a:pt x="31316" y="117236"/>
                  </a:cubicBezTo>
                  <a:cubicBezTo>
                    <a:pt x="29359" y="117236"/>
                    <a:pt x="27401" y="116518"/>
                    <a:pt x="25836" y="115083"/>
                  </a:cubicBezTo>
                  <a:lnTo>
                    <a:pt x="22378" y="111788"/>
                  </a:lnTo>
                  <a:lnTo>
                    <a:pt x="22802" y="111006"/>
                  </a:lnTo>
                  <a:cubicBezTo>
                    <a:pt x="23193" y="110255"/>
                    <a:pt x="23389" y="109407"/>
                    <a:pt x="23389" y="108559"/>
                  </a:cubicBezTo>
                  <a:lnTo>
                    <a:pt x="23389" y="103699"/>
                  </a:lnTo>
                  <a:close/>
                  <a:moveTo>
                    <a:pt x="122619" y="98838"/>
                  </a:moveTo>
                  <a:lnTo>
                    <a:pt x="126990" y="103470"/>
                  </a:lnTo>
                  <a:lnTo>
                    <a:pt x="116976" y="118508"/>
                  </a:lnTo>
                  <a:cubicBezTo>
                    <a:pt x="116747" y="118867"/>
                    <a:pt x="116421" y="119063"/>
                    <a:pt x="115964" y="119128"/>
                  </a:cubicBezTo>
                  <a:lnTo>
                    <a:pt x="115801" y="119128"/>
                  </a:lnTo>
                  <a:cubicBezTo>
                    <a:pt x="115573" y="119128"/>
                    <a:pt x="115181" y="119030"/>
                    <a:pt x="114855" y="118704"/>
                  </a:cubicBezTo>
                  <a:lnTo>
                    <a:pt x="106211" y="110060"/>
                  </a:lnTo>
                  <a:lnTo>
                    <a:pt x="122619" y="98838"/>
                  </a:lnTo>
                  <a:close/>
                  <a:moveTo>
                    <a:pt x="83866" y="98904"/>
                  </a:moveTo>
                  <a:lnTo>
                    <a:pt x="100274" y="110092"/>
                  </a:lnTo>
                  <a:lnTo>
                    <a:pt x="91663" y="118737"/>
                  </a:lnTo>
                  <a:cubicBezTo>
                    <a:pt x="91336" y="119063"/>
                    <a:pt x="90978" y="119161"/>
                    <a:pt x="90684" y="119161"/>
                  </a:cubicBezTo>
                  <a:lnTo>
                    <a:pt x="90521" y="119161"/>
                  </a:lnTo>
                  <a:cubicBezTo>
                    <a:pt x="90129" y="119128"/>
                    <a:pt x="89738" y="118900"/>
                    <a:pt x="89542" y="118541"/>
                  </a:cubicBezTo>
                  <a:lnTo>
                    <a:pt x="79528" y="103503"/>
                  </a:lnTo>
                  <a:lnTo>
                    <a:pt x="83866" y="98904"/>
                  </a:lnTo>
                  <a:close/>
                  <a:moveTo>
                    <a:pt x="93457" y="0"/>
                  </a:moveTo>
                  <a:cubicBezTo>
                    <a:pt x="77995" y="0"/>
                    <a:pt x="65404" y="12591"/>
                    <a:pt x="65404" y="28053"/>
                  </a:cubicBezTo>
                  <a:lnTo>
                    <a:pt x="65404" y="34577"/>
                  </a:lnTo>
                  <a:cubicBezTo>
                    <a:pt x="65404" y="39568"/>
                    <a:pt x="66480" y="44428"/>
                    <a:pt x="68600" y="48995"/>
                  </a:cubicBezTo>
                  <a:lnTo>
                    <a:pt x="68698" y="49224"/>
                  </a:lnTo>
                  <a:lnTo>
                    <a:pt x="68698" y="56400"/>
                  </a:lnTo>
                  <a:cubicBezTo>
                    <a:pt x="68698" y="67132"/>
                    <a:pt x="73330" y="77211"/>
                    <a:pt x="81387" y="84062"/>
                  </a:cubicBezTo>
                  <a:lnTo>
                    <a:pt x="81811" y="84388"/>
                  </a:lnTo>
                  <a:lnTo>
                    <a:pt x="81811" y="95674"/>
                  </a:lnTo>
                  <a:lnTo>
                    <a:pt x="75777" y="102003"/>
                  </a:lnTo>
                  <a:cubicBezTo>
                    <a:pt x="75385" y="102394"/>
                    <a:pt x="75189" y="102916"/>
                    <a:pt x="75222" y="103470"/>
                  </a:cubicBezTo>
                  <a:lnTo>
                    <a:pt x="75320" y="104319"/>
                  </a:lnTo>
                  <a:lnTo>
                    <a:pt x="55650" y="111462"/>
                  </a:lnTo>
                  <a:cubicBezTo>
                    <a:pt x="54443" y="111886"/>
                    <a:pt x="53236" y="112506"/>
                    <a:pt x="52160" y="113289"/>
                  </a:cubicBezTo>
                  <a:lnTo>
                    <a:pt x="51573" y="113680"/>
                  </a:lnTo>
                  <a:lnTo>
                    <a:pt x="45799" y="110810"/>
                  </a:lnTo>
                  <a:lnTo>
                    <a:pt x="48082" y="109831"/>
                  </a:lnTo>
                  <a:cubicBezTo>
                    <a:pt x="56498" y="106145"/>
                    <a:pt x="59108" y="101089"/>
                    <a:pt x="59206" y="100893"/>
                  </a:cubicBezTo>
                  <a:cubicBezTo>
                    <a:pt x="59499" y="100372"/>
                    <a:pt x="59499" y="99719"/>
                    <a:pt x="59206" y="99165"/>
                  </a:cubicBezTo>
                  <a:cubicBezTo>
                    <a:pt x="56890" y="94533"/>
                    <a:pt x="56596" y="86345"/>
                    <a:pt x="56400" y="79723"/>
                  </a:cubicBezTo>
                  <a:cubicBezTo>
                    <a:pt x="56303" y="77570"/>
                    <a:pt x="56270" y="75580"/>
                    <a:pt x="56107" y="73721"/>
                  </a:cubicBezTo>
                  <a:cubicBezTo>
                    <a:pt x="55096" y="59662"/>
                    <a:pt x="44429" y="49060"/>
                    <a:pt x="31316" y="49060"/>
                  </a:cubicBezTo>
                  <a:cubicBezTo>
                    <a:pt x="18170" y="49060"/>
                    <a:pt x="7536" y="59662"/>
                    <a:pt x="6525" y="73721"/>
                  </a:cubicBezTo>
                  <a:cubicBezTo>
                    <a:pt x="6394" y="75515"/>
                    <a:pt x="6329" y="77570"/>
                    <a:pt x="6231" y="79723"/>
                  </a:cubicBezTo>
                  <a:cubicBezTo>
                    <a:pt x="6035" y="86345"/>
                    <a:pt x="5742" y="94565"/>
                    <a:pt x="3426" y="99165"/>
                  </a:cubicBezTo>
                  <a:cubicBezTo>
                    <a:pt x="3132" y="99719"/>
                    <a:pt x="3132" y="100372"/>
                    <a:pt x="3426" y="100893"/>
                  </a:cubicBezTo>
                  <a:cubicBezTo>
                    <a:pt x="3556" y="101089"/>
                    <a:pt x="6101" y="106145"/>
                    <a:pt x="14582" y="109831"/>
                  </a:cubicBezTo>
                  <a:lnTo>
                    <a:pt x="16865" y="110810"/>
                  </a:lnTo>
                  <a:lnTo>
                    <a:pt x="6427" y="116029"/>
                  </a:lnTo>
                  <a:cubicBezTo>
                    <a:pt x="2480" y="117986"/>
                    <a:pt x="1" y="121998"/>
                    <a:pt x="1" y="126467"/>
                  </a:cubicBezTo>
                  <a:lnTo>
                    <a:pt x="1" y="149040"/>
                  </a:lnTo>
                  <a:cubicBezTo>
                    <a:pt x="1" y="150117"/>
                    <a:pt x="849" y="150965"/>
                    <a:pt x="1925" y="150965"/>
                  </a:cubicBezTo>
                  <a:cubicBezTo>
                    <a:pt x="2969" y="150965"/>
                    <a:pt x="3850" y="150084"/>
                    <a:pt x="3850" y="149040"/>
                  </a:cubicBezTo>
                  <a:lnTo>
                    <a:pt x="3850" y="126467"/>
                  </a:lnTo>
                  <a:cubicBezTo>
                    <a:pt x="3850" y="123434"/>
                    <a:pt x="5513" y="120759"/>
                    <a:pt x="8188" y="119389"/>
                  </a:cubicBezTo>
                  <a:lnTo>
                    <a:pt x="19116" y="113941"/>
                  </a:lnTo>
                  <a:lnTo>
                    <a:pt x="23291" y="117888"/>
                  </a:lnTo>
                  <a:cubicBezTo>
                    <a:pt x="25477" y="119976"/>
                    <a:pt x="28347" y="121118"/>
                    <a:pt x="31348" y="121118"/>
                  </a:cubicBezTo>
                  <a:cubicBezTo>
                    <a:pt x="34382" y="121118"/>
                    <a:pt x="37220" y="119976"/>
                    <a:pt x="39438" y="117888"/>
                  </a:cubicBezTo>
                  <a:lnTo>
                    <a:pt x="43581" y="113941"/>
                  </a:lnTo>
                  <a:lnTo>
                    <a:pt x="48767" y="116551"/>
                  </a:lnTo>
                  <a:lnTo>
                    <a:pt x="48082" y="117595"/>
                  </a:lnTo>
                  <a:cubicBezTo>
                    <a:pt x="46582" y="120009"/>
                    <a:pt x="45799" y="122749"/>
                    <a:pt x="45799" y="125521"/>
                  </a:cubicBezTo>
                  <a:lnTo>
                    <a:pt x="45799" y="149040"/>
                  </a:lnTo>
                  <a:cubicBezTo>
                    <a:pt x="45799" y="150117"/>
                    <a:pt x="46647" y="150965"/>
                    <a:pt x="47724" y="150965"/>
                  </a:cubicBezTo>
                  <a:cubicBezTo>
                    <a:pt x="48767" y="150965"/>
                    <a:pt x="49616" y="150084"/>
                    <a:pt x="49616" y="149040"/>
                  </a:cubicBezTo>
                  <a:lnTo>
                    <a:pt x="49616" y="125521"/>
                  </a:lnTo>
                  <a:cubicBezTo>
                    <a:pt x="49616" y="120824"/>
                    <a:pt x="52617" y="116616"/>
                    <a:pt x="56955" y="114985"/>
                  </a:cubicBezTo>
                  <a:lnTo>
                    <a:pt x="77636" y="107450"/>
                  </a:lnTo>
                  <a:lnTo>
                    <a:pt x="86411" y="120596"/>
                  </a:lnTo>
                  <a:cubicBezTo>
                    <a:pt x="87259" y="121868"/>
                    <a:pt x="88661" y="122684"/>
                    <a:pt x="90195" y="122879"/>
                  </a:cubicBezTo>
                  <a:cubicBezTo>
                    <a:pt x="90368" y="122897"/>
                    <a:pt x="90540" y="122906"/>
                    <a:pt x="90711" y="122906"/>
                  </a:cubicBezTo>
                  <a:cubicBezTo>
                    <a:pt x="92087" y="122906"/>
                    <a:pt x="93384" y="122333"/>
                    <a:pt x="94370" y="121346"/>
                  </a:cubicBezTo>
                  <a:lnTo>
                    <a:pt x="101351" y="114333"/>
                  </a:lnTo>
                  <a:lnTo>
                    <a:pt x="101351" y="149008"/>
                  </a:lnTo>
                  <a:cubicBezTo>
                    <a:pt x="101351" y="150052"/>
                    <a:pt x="102231" y="150932"/>
                    <a:pt x="103275" y="150932"/>
                  </a:cubicBezTo>
                  <a:cubicBezTo>
                    <a:pt x="104352" y="150932"/>
                    <a:pt x="105200" y="150052"/>
                    <a:pt x="105200" y="149008"/>
                  </a:cubicBezTo>
                  <a:lnTo>
                    <a:pt x="105200" y="114333"/>
                  </a:lnTo>
                  <a:lnTo>
                    <a:pt x="112213" y="121346"/>
                  </a:lnTo>
                  <a:cubicBezTo>
                    <a:pt x="113234" y="122367"/>
                    <a:pt x="114588" y="122891"/>
                    <a:pt x="115993" y="122891"/>
                  </a:cubicBezTo>
                  <a:cubicBezTo>
                    <a:pt x="116113" y="122891"/>
                    <a:pt x="116234" y="122887"/>
                    <a:pt x="116356" y="122879"/>
                  </a:cubicBezTo>
                  <a:cubicBezTo>
                    <a:pt x="117922" y="122716"/>
                    <a:pt x="119292" y="121901"/>
                    <a:pt x="120172" y="120596"/>
                  </a:cubicBezTo>
                  <a:lnTo>
                    <a:pt x="128914" y="107450"/>
                  </a:lnTo>
                  <a:lnTo>
                    <a:pt x="149595" y="114985"/>
                  </a:lnTo>
                  <a:cubicBezTo>
                    <a:pt x="153999" y="116584"/>
                    <a:pt x="156935" y="120824"/>
                    <a:pt x="156935" y="125521"/>
                  </a:cubicBezTo>
                  <a:lnTo>
                    <a:pt x="156935" y="149040"/>
                  </a:lnTo>
                  <a:cubicBezTo>
                    <a:pt x="156935" y="150117"/>
                    <a:pt x="157783" y="150965"/>
                    <a:pt x="158859" y="150965"/>
                  </a:cubicBezTo>
                  <a:cubicBezTo>
                    <a:pt x="159903" y="150965"/>
                    <a:pt x="160784" y="150084"/>
                    <a:pt x="160784" y="149040"/>
                  </a:cubicBezTo>
                  <a:lnTo>
                    <a:pt x="160784" y="125521"/>
                  </a:lnTo>
                  <a:cubicBezTo>
                    <a:pt x="160784" y="121640"/>
                    <a:pt x="159251" y="117921"/>
                    <a:pt x="156576" y="115116"/>
                  </a:cubicBezTo>
                  <a:lnTo>
                    <a:pt x="155239" y="113746"/>
                  </a:lnTo>
                  <a:lnTo>
                    <a:pt x="157848" y="112995"/>
                  </a:lnTo>
                  <a:cubicBezTo>
                    <a:pt x="158566" y="112800"/>
                    <a:pt x="159544" y="112506"/>
                    <a:pt x="160490" y="112049"/>
                  </a:cubicBezTo>
                  <a:lnTo>
                    <a:pt x="161208" y="111691"/>
                  </a:lnTo>
                  <a:lnTo>
                    <a:pt x="169950" y="120433"/>
                  </a:lnTo>
                  <a:lnTo>
                    <a:pt x="169950" y="149040"/>
                  </a:lnTo>
                  <a:cubicBezTo>
                    <a:pt x="169950" y="150117"/>
                    <a:pt x="170798" y="150965"/>
                    <a:pt x="171875" y="150965"/>
                  </a:cubicBezTo>
                  <a:cubicBezTo>
                    <a:pt x="172919" y="150965"/>
                    <a:pt x="173767" y="150084"/>
                    <a:pt x="173767" y="149040"/>
                  </a:cubicBezTo>
                  <a:lnTo>
                    <a:pt x="173767" y="120433"/>
                  </a:lnTo>
                  <a:lnTo>
                    <a:pt x="182476" y="111723"/>
                  </a:lnTo>
                  <a:lnTo>
                    <a:pt x="183194" y="112082"/>
                  </a:lnTo>
                  <a:cubicBezTo>
                    <a:pt x="183553" y="112310"/>
                    <a:pt x="183944" y="112441"/>
                    <a:pt x="184303" y="112539"/>
                  </a:cubicBezTo>
                  <a:lnTo>
                    <a:pt x="196927" y="116127"/>
                  </a:lnTo>
                  <a:cubicBezTo>
                    <a:pt x="200319" y="117106"/>
                    <a:pt x="202701" y="120204"/>
                    <a:pt x="202701" y="123727"/>
                  </a:cubicBezTo>
                  <a:lnTo>
                    <a:pt x="202701" y="149008"/>
                  </a:lnTo>
                  <a:cubicBezTo>
                    <a:pt x="202701" y="150052"/>
                    <a:pt x="203549" y="150932"/>
                    <a:pt x="204592" y="150932"/>
                  </a:cubicBezTo>
                  <a:cubicBezTo>
                    <a:pt x="205669" y="150932"/>
                    <a:pt x="206517" y="150052"/>
                    <a:pt x="206517" y="149008"/>
                  </a:cubicBezTo>
                  <a:lnTo>
                    <a:pt x="206517" y="123727"/>
                  </a:lnTo>
                  <a:cubicBezTo>
                    <a:pt x="206484" y="118541"/>
                    <a:pt x="202994" y="113941"/>
                    <a:pt x="197971" y="112506"/>
                  </a:cubicBezTo>
                  <a:lnTo>
                    <a:pt x="185314" y="108918"/>
                  </a:lnTo>
                  <a:cubicBezTo>
                    <a:pt x="184303" y="108624"/>
                    <a:pt x="183585" y="107646"/>
                    <a:pt x="183585" y="106602"/>
                  </a:cubicBezTo>
                  <a:lnTo>
                    <a:pt x="183585" y="101774"/>
                  </a:lnTo>
                  <a:lnTo>
                    <a:pt x="184075" y="101448"/>
                  </a:lnTo>
                  <a:cubicBezTo>
                    <a:pt x="185086" y="100763"/>
                    <a:pt x="185967" y="99980"/>
                    <a:pt x="186847" y="99165"/>
                  </a:cubicBezTo>
                  <a:cubicBezTo>
                    <a:pt x="191023" y="95087"/>
                    <a:pt x="193371" y="89574"/>
                    <a:pt x="193371" y="83735"/>
                  </a:cubicBezTo>
                  <a:lnTo>
                    <a:pt x="193371" y="77635"/>
                  </a:lnTo>
                  <a:lnTo>
                    <a:pt x="194709" y="74961"/>
                  </a:lnTo>
                  <a:cubicBezTo>
                    <a:pt x="195981" y="72416"/>
                    <a:pt x="196633" y="69611"/>
                    <a:pt x="196633" y="66806"/>
                  </a:cubicBezTo>
                  <a:lnTo>
                    <a:pt x="196633" y="51050"/>
                  </a:lnTo>
                  <a:cubicBezTo>
                    <a:pt x="196633" y="50006"/>
                    <a:pt x="195753" y="49158"/>
                    <a:pt x="194709" y="49158"/>
                  </a:cubicBezTo>
                  <a:lnTo>
                    <a:pt x="165253" y="49158"/>
                  </a:lnTo>
                  <a:cubicBezTo>
                    <a:pt x="155206" y="49158"/>
                    <a:pt x="146986" y="57346"/>
                    <a:pt x="146986" y="67425"/>
                  </a:cubicBezTo>
                  <a:lnTo>
                    <a:pt x="146986" y="67589"/>
                  </a:lnTo>
                  <a:cubicBezTo>
                    <a:pt x="146986" y="69905"/>
                    <a:pt x="147540" y="72221"/>
                    <a:pt x="148584" y="74276"/>
                  </a:cubicBezTo>
                  <a:lnTo>
                    <a:pt x="150248" y="77635"/>
                  </a:lnTo>
                  <a:lnTo>
                    <a:pt x="150248" y="82822"/>
                  </a:lnTo>
                  <a:cubicBezTo>
                    <a:pt x="150248" y="90096"/>
                    <a:pt x="153771" y="96979"/>
                    <a:pt x="159610" y="101187"/>
                  </a:cubicBezTo>
                  <a:lnTo>
                    <a:pt x="160099" y="101513"/>
                  </a:lnTo>
                  <a:lnTo>
                    <a:pt x="160099" y="106504"/>
                  </a:lnTo>
                  <a:cubicBezTo>
                    <a:pt x="160099" y="108200"/>
                    <a:pt x="159055" y="108624"/>
                    <a:pt x="156739" y="109342"/>
                  </a:cubicBezTo>
                  <a:lnTo>
                    <a:pt x="150215" y="111201"/>
                  </a:lnTo>
                  <a:lnTo>
                    <a:pt x="131198" y="104319"/>
                  </a:lnTo>
                  <a:lnTo>
                    <a:pt x="131296" y="103470"/>
                  </a:lnTo>
                  <a:cubicBezTo>
                    <a:pt x="131328" y="102916"/>
                    <a:pt x="131133" y="102394"/>
                    <a:pt x="130774" y="102003"/>
                  </a:cubicBezTo>
                  <a:lnTo>
                    <a:pt x="124739" y="95674"/>
                  </a:lnTo>
                  <a:lnTo>
                    <a:pt x="124739" y="84616"/>
                  </a:lnTo>
                  <a:lnTo>
                    <a:pt x="125130" y="84257"/>
                  </a:lnTo>
                  <a:cubicBezTo>
                    <a:pt x="125816" y="83670"/>
                    <a:pt x="126370" y="83246"/>
                    <a:pt x="126859" y="82757"/>
                  </a:cubicBezTo>
                  <a:cubicBezTo>
                    <a:pt x="133807" y="76233"/>
                    <a:pt x="137787" y="67001"/>
                    <a:pt x="137787" y="57509"/>
                  </a:cubicBezTo>
                  <a:lnTo>
                    <a:pt x="137787" y="49224"/>
                  </a:lnTo>
                  <a:lnTo>
                    <a:pt x="137885" y="48995"/>
                  </a:lnTo>
                  <a:cubicBezTo>
                    <a:pt x="139973" y="44428"/>
                    <a:pt x="141082" y="39568"/>
                    <a:pt x="141082" y="34577"/>
                  </a:cubicBezTo>
                  <a:lnTo>
                    <a:pt x="141082" y="1925"/>
                  </a:lnTo>
                  <a:cubicBezTo>
                    <a:pt x="141082" y="881"/>
                    <a:pt x="140233" y="0"/>
                    <a:pt x="139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5958000" y="4148425"/>
              <a:ext cx="96250" cy="586350"/>
            </a:xfrm>
            <a:custGeom>
              <a:avLst/>
              <a:gdLst/>
              <a:ahLst/>
              <a:cxnLst/>
              <a:rect l="l" t="t" r="r" b="b"/>
              <a:pathLst>
                <a:path w="3850" h="23454" extrusionOk="0">
                  <a:moveTo>
                    <a:pt x="1925" y="0"/>
                  </a:moveTo>
                  <a:cubicBezTo>
                    <a:pt x="849" y="0"/>
                    <a:pt x="1" y="848"/>
                    <a:pt x="1" y="1925"/>
                  </a:cubicBezTo>
                  <a:lnTo>
                    <a:pt x="1" y="21529"/>
                  </a:lnTo>
                  <a:cubicBezTo>
                    <a:pt x="1" y="22606"/>
                    <a:pt x="881" y="23454"/>
                    <a:pt x="1925" y="23454"/>
                  </a:cubicBezTo>
                  <a:cubicBezTo>
                    <a:pt x="2969" y="23454"/>
                    <a:pt x="3850" y="22606"/>
                    <a:pt x="3850" y="21529"/>
                  </a:cubicBezTo>
                  <a:lnTo>
                    <a:pt x="3850" y="1925"/>
                  </a:lnTo>
                  <a:cubicBezTo>
                    <a:pt x="3850" y="848"/>
                    <a:pt x="3002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1545350" y="4249550"/>
              <a:ext cx="96250" cy="485225"/>
            </a:xfrm>
            <a:custGeom>
              <a:avLst/>
              <a:gdLst/>
              <a:ahLst/>
              <a:cxnLst/>
              <a:rect l="l" t="t" r="r" b="b"/>
              <a:pathLst>
                <a:path w="3850" h="19409" extrusionOk="0">
                  <a:moveTo>
                    <a:pt x="1925" y="0"/>
                  </a:moveTo>
                  <a:cubicBezTo>
                    <a:pt x="849" y="0"/>
                    <a:pt x="1" y="848"/>
                    <a:pt x="1" y="1925"/>
                  </a:cubicBezTo>
                  <a:lnTo>
                    <a:pt x="1" y="17484"/>
                  </a:lnTo>
                  <a:cubicBezTo>
                    <a:pt x="1" y="18561"/>
                    <a:pt x="849" y="19409"/>
                    <a:pt x="1925" y="19409"/>
                  </a:cubicBezTo>
                  <a:cubicBezTo>
                    <a:pt x="2969" y="19409"/>
                    <a:pt x="3850" y="18561"/>
                    <a:pt x="3850" y="17484"/>
                  </a:cubicBezTo>
                  <a:lnTo>
                    <a:pt x="3850" y="1925"/>
                  </a:lnTo>
                  <a:cubicBezTo>
                    <a:pt x="3850" y="848"/>
                    <a:pt x="2969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3183675" y="1656250"/>
              <a:ext cx="1238775" cy="380875"/>
            </a:xfrm>
            <a:custGeom>
              <a:avLst/>
              <a:gdLst/>
              <a:ahLst/>
              <a:cxnLst/>
              <a:rect l="l" t="t" r="r" b="b"/>
              <a:pathLst>
                <a:path w="49551" h="15235" extrusionOk="0">
                  <a:moveTo>
                    <a:pt x="19899" y="1"/>
                  </a:moveTo>
                  <a:cubicBezTo>
                    <a:pt x="13440" y="1"/>
                    <a:pt x="7667" y="686"/>
                    <a:pt x="4372" y="1175"/>
                  </a:cubicBezTo>
                  <a:cubicBezTo>
                    <a:pt x="1828" y="1534"/>
                    <a:pt x="1" y="3687"/>
                    <a:pt x="1" y="6264"/>
                  </a:cubicBezTo>
                  <a:lnTo>
                    <a:pt x="1" y="13342"/>
                  </a:lnTo>
                  <a:cubicBezTo>
                    <a:pt x="1" y="14386"/>
                    <a:pt x="849" y="15234"/>
                    <a:pt x="1926" y="15234"/>
                  </a:cubicBezTo>
                  <a:cubicBezTo>
                    <a:pt x="2969" y="15234"/>
                    <a:pt x="3817" y="14386"/>
                    <a:pt x="3817" y="13342"/>
                  </a:cubicBezTo>
                  <a:lnTo>
                    <a:pt x="3817" y="6264"/>
                  </a:lnTo>
                  <a:cubicBezTo>
                    <a:pt x="3817" y="5612"/>
                    <a:pt x="4307" y="5024"/>
                    <a:pt x="4959" y="4927"/>
                  </a:cubicBezTo>
                  <a:cubicBezTo>
                    <a:pt x="8014" y="4439"/>
                    <a:pt x="13575" y="3789"/>
                    <a:pt x="19813" y="3789"/>
                  </a:cubicBezTo>
                  <a:cubicBezTo>
                    <a:pt x="21500" y="3789"/>
                    <a:pt x="23237" y="3837"/>
                    <a:pt x="24988" y="3948"/>
                  </a:cubicBezTo>
                  <a:cubicBezTo>
                    <a:pt x="34806" y="4600"/>
                    <a:pt x="41950" y="7145"/>
                    <a:pt x="46289" y="11418"/>
                  </a:cubicBezTo>
                  <a:cubicBezTo>
                    <a:pt x="46647" y="11777"/>
                    <a:pt x="47137" y="11972"/>
                    <a:pt x="47626" y="11972"/>
                  </a:cubicBezTo>
                  <a:cubicBezTo>
                    <a:pt x="48115" y="11972"/>
                    <a:pt x="48605" y="11777"/>
                    <a:pt x="48963" y="11418"/>
                  </a:cubicBezTo>
                  <a:cubicBezTo>
                    <a:pt x="49322" y="11059"/>
                    <a:pt x="49551" y="10570"/>
                    <a:pt x="49551" y="10080"/>
                  </a:cubicBezTo>
                  <a:cubicBezTo>
                    <a:pt x="49551" y="9591"/>
                    <a:pt x="49322" y="9102"/>
                    <a:pt x="48963" y="8710"/>
                  </a:cubicBezTo>
                  <a:cubicBezTo>
                    <a:pt x="44168" y="3915"/>
                    <a:pt x="36535" y="1045"/>
                    <a:pt x="26260" y="229"/>
                  </a:cubicBezTo>
                  <a:cubicBezTo>
                    <a:pt x="24107" y="66"/>
                    <a:pt x="21987" y="1"/>
                    <a:pt x="198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854225" y="4312325"/>
              <a:ext cx="96250" cy="423275"/>
            </a:xfrm>
            <a:custGeom>
              <a:avLst/>
              <a:gdLst/>
              <a:ahLst/>
              <a:cxnLst/>
              <a:rect l="l" t="t" r="r" b="b"/>
              <a:pathLst>
                <a:path w="3850" h="16931" extrusionOk="0">
                  <a:moveTo>
                    <a:pt x="1925" y="1"/>
                  </a:moveTo>
                  <a:cubicBezTo>
                    <a:pt x="849" y="1"/>
                    <a:pt x="1" y="882"/>
                    <a:pt x="1" y="1925"/>
                  </a:cubicBezTo>
                  <a:lnTo>
                    <a:pt x="1" y="15006"/>
                  </a:lnTo>
                  <a:cubicBezTo>
                    <a:pt x="1" y="16082"/>
                    <a:pt x="849" y="16931"/>
                    <a:pt x="1925" y="16931"/>
                  </a:cubicBezTo>
                  <a:cubicBezTo>
                    <a:pt x="2969" y="16931"/>
                    <a:pt x="3850" y="16082"/>
                    <a:pt x="3850" y="15006"/>
                  </a:cubicBezTo>
                  <a:lnTo>
                    <a:pt x="3850" y="1925"/>
                  </a:lnTo>
                  <a:cubicBezTo>
                    <a:pt x="3784" y="882"/>
                    <a:pt x="2969" y="1"/>
                    <a:pt x="19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4652400" y="4312325"/>
              <a:ext cx="96250" cy="423275"/>
            </a:xfrm>
            <a:custGeom>
              <a:avLst/>
              <a:gdLst/>
              <a:ahLst/>
              <a:cxnLst/>
              <a:rect l="l" t="t" r="r" b="b"/>
              <a:pathLst>
                <a:path w="3850" h="16931" extrusionOk="0">
                  <a:moveTo>
                    <a:pt x="1925" y="1"/>
                  </a:moveTo>
                  <a:cubicBezTo>
                    <a:pt x="848" y="1"/>
                    <a:pt x="0" y="882"/>
                    <a:pt x="0" y="1925"/>
                  </a:cubicBezTo>
                  <a:lnTo>
                    <a:pt x="0" y="15006"/>
                  </a:lnTo>
                  <a:cubicBezTo>
                    <a:pt x="0" y="16082"/>
                    <a:pt x="848" y="16931"/>
                    <a:pt x="1925" y="16931"/>
                  </a:cubicBezTo>
                  <a:cubicBezTo>
                    <a:pt x="2969" y="16931"/>
                    <a:pt x="3849" y="16082"/>
                    <a:pt x="3849" y="15006"/>
                  </a:cubicBezTo>
                  <a:lnTo>
                    <a:pt x="3849" y="1925"/>
                  </a:lnTo>
                  <a:cubicBezTo>
                    <a:pt x="3849" y="882"/>
                    <a:pt x="2969" y="1"/>
                    <a:pt x="19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>
            <a:spLocks noGrp="1"/>
          </p:cNvSpPr>
          <p:nvPr>
            <p:ph type="title"/>
          </p:nvPr>
        </p:nvSpPr>
        <p:spPr>
          <a:xfrm>
            <a:off x="713225" y="358600"/>
            <a:ext cx="7717500" cy="64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SLIDE TITLE GOES HERE!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body" idx="1"/>
          </p:nvPr>
        </p:nvSpPr>
        <p:spPr>
          <a:xfrm>
            <a:off x="1600375" y="1584925"/>
            <a:ext cx="5931600" cy="19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</a:rPr>
              <a:t>Do you know what helps you make your point clear? Lists like this one:</a:t>
            </a:r>
            <a:endParaRPr sz="15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accent1"/>
                </a:solidFill>
              </a:rPr>
              <a:t>●</a:t>
            </a:r>
            <a:r>
              <a:rPr lang="en" sz="1500">
                <a:solidFill>
                  <a:schemeClr val="lt1"/>
                </a:solidFill>
              </a:rPr>
              <a:t> They’re simple</a:t>
            </a:r>
            <a:endParaRPr sz="15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accent1"/>
                </a:solidFill>
              </a:rPr>
              <a:t>●</a:t>
            </a:r>
            <a:r>
              <a:rPr lang="en" sz="1500">
                <a:solidFill>
                  <a:schemeClr val="lt1"/>
                </a:solidFill>
              </a:rPr>
              <a:t> You can organize your ideas clearly</a:t>
            </a:r>
            <a:endParaRPr sz="15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accent1"/>
                </a:solidFill>
              </a:rPr>
              <a:t>●</a:t>
            </a:r>
            <a:r>
              <a:rPr lang="en" sz="1500">
                <a:solidFill>
                  <a:schemeClr val="lt1"/>
                </a:solidFill>
              </a:rPr>
              <a:t> You’ll never forget to buy milk!</a:t>
            </a:r>
            <a:endParaRPr sz="15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</a:rPr>
              <a:t>And the most important thing: the audience won’t miss the point of your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lang="en" sz="1500">
                <a:solidFill>
                  <a:schemeClr val="lt1"/>
                </a:solidFill>
              </a:rPr>
              <a:t>presentation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"/>
          <p:cNvSpPr txBox="1">
            <a:spLocks noGrp="1"/>
          </p:cNvSpPr>
          <p:nvPr>
            <p:ph type="title"/>
          </p:nvPr>
        </p:nvSpPr>
        <p:spPr>
          <a:xfrm>
            <a:off x="0" y="358027"/>
            <a:ext cx="91440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MAYBE YOU NEED TO DIVIDE THE CONTENT</a:t>
            </a:r>
            <a:endParaRPr/>
          </a:p>
        </p:txBody>
      </p:sp>
      <p:sp>
        <p:nvSpPr>
          <p:cNvPr id="402" name="Google Shape;402;p36"/>
          <p:cNvSpPr txBox="1">
            <a:spLocks noGrp="1"/>
          </p:cNvSpPr>
          <p:nvPr>
            <p:ph type="subTitle" idx="1"/>
          </p:nvPr>
        </p:nvSpPr>
        <p:spPr>
          <a:xfrm>
            <a:off x="5343425" y="3118225"/>
            <a:ext cx="2003100" cy="9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Venus has a beautiful name and is the second planet from the Sun</a:t>
            </a:r>
            <a:endParaRPr sz="1500"/>
          </a:p>
        </p:txBody>
      </p:sp>
      <p:sp>
        <p:nvSpPr>
          <p:cNvPr id="403" name="Google Shape;403;p36"/>
          <p:cNvSpPr/>
          <p:nvPr/>
        </p:nvSpPr>
        <p:spPr>
          <a:xfrm>
            <a:off x="2451030" y="1577349"/>
            <a:ext cx="890977" cy="890948"/>
          </a:xfrm>
          <a:custGeom>
            <a:avLst/>
            <a:gdLst/>
            <a:ahLst/>
            <a:cxnLst/>
            <a:rect l="l" t="t" r="r" b="b"/>
            <a:pathLst>
              <a:path w="11693" h="11693" extrusionOk="0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4" name="Google Shape;404;p36"/>
          <p:cNvGrpSpPr/>
          <p:nvPr/>
        </p:nvGrpSpPr>
        <p:grpSpPr>
          <a:xfrm>
            <a:off x="5899021" y="1628260"/>
            <a:ext cx="891902" cy="836616"/>
            <a:chOff x="3091957" y="3374131"/>
            <a:chExt cx="354717" cy="332757"/>
          </a:xfrm>
        </p:grpSpPr>
        <p:sp>
          <p:nvSpPr>
            <p:cNvPr id="405" name="Google Shape;405;p36"/>
            <p:cNvSpPr/>
            <p:nvPr/>
          </p:nvSpPr>
          <p:spPr>
            <a:xfrm>
              <a:off x="3091957" y="3374131"/>
              <a:ext cx="354717" cy="332757"/>
            </a:xfrm>
            <a:custGeom>
              <a:avLst/>
              <a:gdLst/>
              <a:ahLst/>
              <a:cxnLst/>
              <a:rect l="l" t="t" r="r" b="b"/>
              <a:pathLst>
                <a:path w="11145" h="10455" extrusionOk="0">
                  <a:moveTo>
                    <a:pt x="5882" y="358"/>
                  </a:moveTo>
                  <a:cubicBezTo>
                    <a:pt x="6251" y="358"/>
                    <a:pt x="6549" y="656"/>
                    <a:pt x="6549" y="1037"/>
                  </a:cubicBezTo>
                  <a:lnTo>
                    <a:pt x="6549" y="1430"/>
                  </a:lnTo>
                  <a:cubicBezTo>
                    <a:pt x="6549" y="1751"/>
                    <a:pt x="6799" y="2001"/>
                    <a:pt x="7108" y="2001"/>
                  </a:cubicBezTo>
                  <a:lnTo>
                    <a:pt x="7275" y="2001"/>
                  </a:lnTo>
                  <a:cubicBezTo>
                    <a:pt x="7394" y="2001"/>
                    <a:pt x="7489" y="2084"/>
                    <a:pt x="7489" y="2204"/>
                  </a:cubicBezTo>
                  <a:lnTo>
                    <a:pt x="7489" y="3311"/>
                  </a:lnTo>
                  <a:cubicBezTo>
                    <a:pt x="7489" y="3430"/>
                    <a:pt x="7394" y="3513"/>
                    <a:pt x="7275" y="3513"/>
                  </a:cubicBezTo>
                  <a:lnTo>
                    <a:pt x="3846" y="3513"/>
                  </a:lnTo>
                  <a:cubicBezTo>
                    <a:pt x="3727" y="3513"/>
                    <a:pt x="3632" y="3430"/>
                    <a:pt x="3632" y="3311"/>
                  </a:cubicBezTo>
                  <a:lnTo>
                    <a:pt x="3632" y="2204"/>
                  </a:lnTo>
                  <a:cubicBezTo>
                    <a:pt x="3632" y="2084"/>
                    <a:pt x="3727" y="2001"/>
                    <a:pt x="3846" y="2001"/>
                  </a:cubicBezTo>
                  <a:lnTo>
                    <a:pt x="4001" y="2001"/>
                  </a:lnTo>
                  <a:cubicBezTo>
                    <a:pt x="4322" y="2001"/>
                    <a:pt x="4572" y="1739"/>
                    <a:pt x="4572" y="1430"/>
                  </a:cubicBezTo>
                  <a:lnTo>
                    <a:pt x="4572" y="1037"/>
                  </a:lnTo>
                  <a:cubicBezTo>
                    <a:pt x="4572" y="656"/>
                    <a:pt x="4870" y="358"/>
                    <a:pt x="5239" y="358"/>
                  </a:cubicBezTo>
                  <a:close/>
                  <a:moveTo>
                    <a:pt x="10132" y="2477"/>
                  </a:moveTo>
                  <a:cubicBezTo>
                    <a:pt x="10478" y="2477"/>
                    <a:pt x="10764" y="2763"/>
                    <a:pt x="10764" y="3097"/>
                  </a:cubicBezTo>
                  <a:lnTo>
                    <a:pt x="10764" y="9466"/>
                  </a:lnTo>
                  <a:lnTo>
                    <a:pt x="10775" y="9466"/>
                  </a:lnTo>
                  <a:cubicBezTo>
                    <a:pt x="10775" y="9812"/>
                    <a:pt x="10490" y="10097"/>
                    <a:pt x="10156" y="10097"/>
                  </a:cubicBezTo>
                  <a:lnTo>
                    <a:pt x="965" y="10097"/>
                  </a:lnTo>
                  <a:cubicBezTo>
                    <a:pt x="631" y="10097"/>
                    <a:pt x="346" y="9812"/>
                    <a:pt x="346" y="9466"/>
                  </a:cubicBezTo>
                  <a:lnTo>
                    <a:pt x="346" y="3097"/>
                  </a:lnTo>
                  <a:cubicBezTo>
                    <a:pt x="346" y="2763"/>
                    <a:pt x="619" y="2477"/>
                    <a:pt x="965" y="2477"/>
                  </a:cubicBezTo>
                  <a:lnTo>
                    <a:pt x="3274" y="2477"/>
                  </a:lnTo>
                  <a:lnTo>
                    <a:pt x="3274" y="3061"/>
                  </a:lnTo>
                  <a:lnTo>
                    <a:pt x="1096" y="3061"/>
                  </a:lnTo>
                  <a:cubicBezTo>
                    <a:pt x="1000" y="3061"/>
                    <a:pt x="917" y="3132"/>
                    <a:pt x="917" y="3239"/>
                  </a:cubicBezTo>
                  <a:lnTo>
                    <a:pt x="917" y="9335"/>
                  </a:lnTo>
                  <a:cubicBezTo>
                    <a:pt x="917" y="9443"/>
                    <a:pt x="1000" y="9514"/>
                    <a:pt x="1096" y="9514"/>
                  </a:cubicBezTo>
                  <a:lnTo>
                    <a:pt x="7037" y="9514"/>
                  </a:lnTo>
                  <a:cubicBezTo>
                    <a:pt x="7144" y="9514"/>
                    <a:pt x="7215" y="9443"/>
                    <a:pt x="7215" y="9335"/>
                  </a:cubicBezTo>
                  <a:cubicBezTo>
                    <a:pt x="7215" y="9228"/>
                    <a:pt x="7144" y="9157"/>
                    <a:pt x="7037" y="9157"/>
                  </a:cubicBezTo>
                  <a:lnTo>
                    <a:pt x="1274" y="9157"/>
                  </a:lnTo>
                  <a:lnTo>
                    <a:pt x="1274" y="3418"/>
                  </a:lnTo>
                  <a:lnTo>
                    <a:pt x="3274" y="3418"/>
                  </a:lnTo>
                  <a:cubicBezTo>
                    <a:pt x="3322" y="3680"/>
                    <a:pt x="3560" y="3894"/>
                    <a:pt x="3822" y="3894"/>
                  </a:cubicBezTo>
                  <a:lnTo>
                    <a:pt x="7275" y="3894"/>
                  </a:lnTo>
                  <a:cubicBezTo>
                    <a:pt x="7561" y="3894"/>
                    <a:pt x="7787" y="3680"/>
                    <a:pt x="7835" y="3418"/>
                  </a:cubicBezTo>
                  <a:lnTo>
                    <a:pt x="9823" y="3418"/>
                  </a:lnTo>
                  <a:lnTo>
                    <a:pt x="9823" y="9157"/>
                  </a:lnTo>
                  <a:lnTo>
                    <a:pt x="7894" y="9157"/>
                  </a:lnTo>
                  <a:cubicBezTo>
                    <a:pt x="7787" y="9157"/>
                    <a:pt x="7704" y="9228"/>
                    <a:pt x="7704" y="9335"/>
                  </a:cubicBezTo>
                  <a:cubicBezTo>
                    <a:pt x="7704" y="9443"/>
                    <a:pt x="7787" y="9514"/>
                    <a:pt x="7894" y="9514"/>
                  </a:cubicBezTo>
                  <a:lnTo>
                    <a:pt x="10002" y="9514"/>
                  </a:lnTo>
                  <a:cubicBezTo>
                    <a:pt x="10109" y="9514"/>
                    <a:pt x="10180" y="9443"/>
                    <a:pt x="10180" y="9335"/>
                  </a:cubicBezTo>
                  <a:lnTo>
                    <a:pt x="10180" y="3239"/>
                  </a:lnTo>
                  <a:cubicBezTo>
                    <a:pt x="10180" y="3132"/>
                    <a:pt x="10109" y="3061"/>
                    <a:pt x="10002" y="3061"/>
                  </a:cubicBezTo>
                  <a:lnTo>
                    <a:pt x="7835" y="3061"/>
                  </a:lnTo>
                  <a:lnTo>
                    <a:pt x="7835" y="2477"/>
                  </a:lnTo>
                  <a:close/>
                  <a:moveTo>
                    <a:pt x="5239" y="1"/>
                  </a:moveTo>
                  <a:cubicBezTo>
                    <a:pt x="4679" y="1"/>
                    <a:pt x="4215" y="465"/>
                    <a:pt x="4215" y="1037"/>
                  </a:cubicBezTo>
                  <a:lnTo>
                    <a:pt x="4215" y="1430"/>
                  </a:lnTo>
                  <a:cubicBezTo>
                    <a:pt x="4215" y="1549"/>
                    <a:pt x="4120" y="1644"/>
                    <a:pt x="4001" y="1644"/>
                  </a:cubicBezTo>
                  <a:lnTo>
                    <a:pt x="3846" y="1644"/>
                  </a:lnTo>
                  <a:cubicBezTo>
                    <a:pt x="3560" y="1644"/>
                    <a:pt x="3334" y="1846"/>
                    <a:pt x="3286" y="2120"/>
                  </a:cubicBezTo>
                  <a:lnTo>
                    <a:pt x="977" y="2120"/>
                  </a:lnTo>
                  <a:cubicBezTo>
                    <a:pt x="441" y="2120"/>
                    <a:pt x="0" y="2561"/>
                    <a:pt x="0" y="3097"/>
                  </a:cubicBezTo>
                  <a:lnTo>
                    <a:pt x="0" y="9466"/>
                  </a:lnTo>
                  <a:cubicBezTo>
                    <a:pt x="0" y="10002"/>
                    <a:pt x="441" y="10455"/>
                    <a:pt x="977" y="10455"/>
                  </a:cubicBezTo>
                  <a:lnTo>
                    <a:pt x="10168" y="10455"/>
                  </a:lnTo>
                  <a:cubicBezTo>
                    <a:pt x="10704" y="10455"/>
                    <a:pt x="11145" y="10002"/>
                    <a:pt x="11145" y="9466"/>
                  </a:cubicBezTo>
                  <a:lnTo>
                    <a:pt x="11145" y="3097"/>
                  </a:lnTo>
                  <a:cubicBezTo>
                    <a:pt x="11133" y="2561"/>
                    <a:pt x="10692" y="2120"/>
                    <a:pt x="10156" y="2120"/>
                  </a:cubicBezTo>
                  <a:lnTo>
                    <a:pt x="7846" y="2120"/>
                  </a:lnTo>
                  <a:cubicBezTo>
                    <a:pt x="7799" y="1846"/>
                    <a:pt x="7561" y="1644"/>
                    <a:pt x="7299" y="1644"/>
                  </a:cubicBezTo>
                  <a:lnTo>
                    <a:pt x="7120" y="1644"/>
                  </a:lnTo>
                  <a:cubicBezTo>
                    <a:pt x="7001" y="1644"/>
                    <a:pt x="6906" y="1549"/>
                    <a:pt x="6906" y="1430"/>
                  </a:cubicBezTo>
                  <a:lnTo>
                    <a:pt x="6906" y="1037"/>
                  </a:lnTo>
                  <a:cubicBezTo>
                    <a:pt x="6906" y="465"/>
                    <a:pt x="6442" y="1"/>
                    <a:pt x="58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3248835" y="3434380"/>
              <a:ext cx="40580" cy="40962"/>
            </a:xfrm>
            <a:custGeom>
              <a:avLst/>
              <a:gdLst/>
              <a:ahLst/>
              <a:cxnLst/>
              <a:rect l="l" t="t" r="r" b="b"/>
              <a:pathLst>
                <a:path w="1275" h="1287" extrusionOk="0">
                  <a:moveTo>
                    <a:pt x="643" y="346"/>
                  </a:moveTo>
                  <a:cubicBezTo>
                    <a:pt x="798" y="346"/>
                    <a:pt x="941" y="477"/>
                    <a:pt x="941" y="644"/>
                  </a:cubicBezTo>
                  <a:cubicBezTo>
                    <a:pt x="941" y="811"/>
                    <a:pt x="798" y="942"/>
                    <a:pt x="643" y="942"/>
                  </a:cubicBezTo>
                  <a:cubicBezTo>
                    <a:pt x="477" y="942"/>
                    <a:pt x="346" y="811"/>
                    <a:pt x="346" y="644"/>
                  </a:cubicBezTo>
                  <a:cubicBezTo>
                    <a:pt x="346" y="477"/>
                    <a:pt x="477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1" y="1287"/>
                    <a:pt x="1274" y="1001"/>
                    <a:pt x="1274" y="644"/>
                  </a:cubicBezTo>
                  <a:cubicBezTo>
                    <a:pt x="1274" y="287"/>
                    <a:pt x="1001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3183270" y="3524197"/>
              <a:ext cx="181544" cy="115629"/>
            </a:xfrm>
            <a:custGeom>
              <a:avLst/>
              <a:gdLst/>
              <a:ahLst/>
              <a:cxnLst/>
              <a:rect l="l" t="t" r="r" b="b"/>
              <a:pathLst>
                <a:path w="5704" h="3633" extrusionOk="0">
                  <a:moveTo>
                    <a:pt x="822" y="2227"/>
                  </a:moveTo>
                  <a:cubicBezTo>
                    <a:pt x="1108" y="2227"/>
                    <a:pt x="1346" y="2465"/>
                    <a:pt x="1346" y="2751"/>
                  </a:cubicBezTo>
                  <a:cubicBezTo>
                    <a:pt x="1346" y="3025"/>
                    <a:pt x="1108" y="3263"/>
                    <a:pt x="822" y="3263"/>
                  </a:cubicBezTo>
                  <a:cubicBezTo>
                    <a:pt x="525" y="3263"/>
                    <a:pt x="298" y="3025"/>
                    <a:pt x="298" y="2751"/>
                  </a:cubicBezTo>
                  <a:cubicBezTo>
                    <a:pt x="298" y="2453"/>
                    <a:pt x="536" y="2227"/>
                    <a:pt x="822" y="2227"/>
                  </a:cubicBezTo>
                  <a:close/>
                  <a:moveTo>
                    <a:pt x="5275" y="1"/>
                  </a:moveTo>
                  <a:cubicBezTo>
                    <a:pt x="5275" y="1"/>
                    <a:pt x="5251" y="1"/>
                    <a:pt x="5251" y="25"/>
                  </a:cubicBezTo>
                  <a:lnTo>
                    <a:pt x="4775" y="263"/>
                  </a:lnTo>
                  <a:cubicBezTo>
                    <a:pt x="4692" y="298"/>
                    <a:pt x="4656" y="406"/>
                    <a:pt x="4704" y="501"/>
                  </a:cubicBezTo>
                  <a:cubicBezTo>
                    <a:pt x="4737" y="559"/>
                    <a:pt x="4798" y="594"/>
                    <a:pt x="4861" y="594"/>
                  </a:cubicBezTo>
                  <a:cubicBezTo>
                    <a:pt x="4889" y="594"/>
                    <a:pt x="4916" y="587"/>
                    <a:pt x="4942" y="572"/>
                  </a:cubicBezTo>
                  <a:lnTo>
                    <a:pt x="5061" y="513"/>
                  </a:lnTo>
                  <a:lnTo>
                    <a:pt x="5061" y="513"/>
                  </a:lnTo>
                  <a:cubicBezTo>
                    <a:pt x="4835" y="1287"/>
                    <a:pt x="4442" y="1846"/>
                    <a:pt x="3870" y="2203"/>
                  </a:cubicBezTo>
                  <a:cubicBezTo>
                    <a:pt x="3312" y="2563"/>
                    <a:pt x="2694" y="2644"/>
                    <a:pt x="2247" y="2644"/>
                  </a:cubicBezTo>
                  <a:cubicBezTo>
                    <a:pt x="2027" y="2644"/>
                    <a:pt x="1849" y="2624"/>
                    <a:pt x="1739" y="2608"/>
                  </a:cubicBezTo>
                  <a:cubicBezTo>
                    <a:pt x="1668" y="2192"/>
                    <a:pt x="1310" y="1882"/>
                    <a:pt x="882" y="1882"/>
                  </a:cubicBezTo>
                  <a:cubicBezTo>
                    <a:pt x="394" y="1882"/>
                    <a:pt x="1" y="2287"/>
                    <a:pt x="1" y="2763"/>
                  </a:cubicBezTo>
                  <a:cubicBezTo>
                    <a:pt x="1" y="3239"/>
                    <a:pt x="405" y="3632"/>
                    <a:pt x="882" y="3632"/>
                  </a:cubicBezTo>
                  <a:cubicBezTo>
                    <a:pt x="1298" y="3632"/>
                    <a:pt x="1644" y="3358"/>
                    <a:pt x="1727" y="2965"/>
                  </a:cubicBezTo>
                  <a:cubicBezTo>
                    <a:pt x="1858" y="2989"/>
                    <a:pt x="2037" y="3001"/>
                    <a:pt x="2263" y="3001"/>
                  </a:cubicBezTo>
                  <a:cubicBezTo>
                    <a:pt x="2751" y="3001"/>
                    <a:pt x="3442" y="2906"/>
                    <a:pt x="4061" y="2513"/>
                  </a:cubicBezTo>
                  <a:cubicBezTo>
                    <a:pt x="4692" y="2108"/>
                    <a:pt x="5120" y="1501"/>
                    <a:pt x="5394" y="679"/>
                  </a:cubicBezTo>
                  <a:lnTo>
                    <a:pt x="5418" y="727"/>
                  </a:lnTo>
                  <a:cubicBezTo>
                    <a:pt x="5454" y="787"/>
                    <a:pt x="5513" y="822"/>
                    <a:pt x="5585" y="822"/>
                  </a:cubicBezTo>
                  <a:cubicBezTo>
                    <a:pt x="5620" y="822"/>
                    <a:pt x="5644" y="822"/>
                    <a:pt x="5656" y="810"/>
                  </a:cubicBezTo>
                  <a:cubicBezTo>
                    <a:pt x="5680" y="751"/>
                    <a:pt x="5704" y="632"/>
                    <a:pt x="5656" y="560"/>
                  </a:cubicBezTo>
                  <a:lnTo>
                    <a:pt x="5418" y="84"/>
                  </a:lnTo>
                  <a:cubicBezTo>
                    <a:pt x="5418" y="84"/>
                    <a:pt x="5418" y="60"/>
                    <a:pt x="5406" y="60"/>
                  </a:cubicBezTo>
                  <a:cubicBezTo>
                    <a:pt x="5394" y="48"/>
                    <a:pt x="5394" y="36"/>
                    <a:pt x="5370" y="36"/>
                  </a:cubicBezTo>
                  <a:lnTo>
                    <a:pt x="5358" y="25"/>
                  </a:lnTo>
                  <a:cubicBezTo>
                    <a:pt x="5358" y="25"/>
                    <a:pt x="5347" y="25"/>
                    <a:pt x="5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3157872" y="3516050"/>
              <a:ext cx="34915" cy="33578"/>
            </a:xfrm>
            <a:custGeom>
              <a:avLst/>
              <a:gdLst/>
              <a:ahLst/>
              <a:cxnLst/>
              <a:rect l="l" t="t" r="r" b="b"/>
              <a:pathLst>
                <a:path w="1097" h="1055" extrusionOk="0">
                  <a:moveTo>
                    <a:pt x="197" y="1"/>
                  </a:moveTo>
                  <a:cubicBezTo>
                    <a:pt x="153" y="1"/>
                    <a:pt x="108" y="19"/>
                    <a:pt x="72" y="54"/>
                  </a:cubicBezTo>
                  <a:cubicBezTo>
                    <a:pt x="1" y="126"/>
                    <a:pt x="1" y="233"/>
                    <a:pt x="72" y="304"/>
                  </a:cubicBezTo>
                  <a:lnTo>
                    <a:pt x="299" y="531"/>
                  </a:lnTo>
                  <a:lnTo>
                    <a:pt x="72" y="757"/>
                  </a:lnTo>
                  <a:cubicBezTo>
                    <a:pt x="1" y="828"/>
                    <a:pt x="1" y="935"/>
                    <a:pt x="72" y="1007"/>
                  </a:cubicBezTo>
                  <a:cubicBezTo>
                    <a:pt x="108" y="1043"/>
                    <a:pt x="144" y="1054"/>
                    <a:pt x="191" y="1054"/>
                  </a:cubicBezTo>
                  <a:cubicBezTo>
                    <a:pt x="239" y="1054"/>
                    <a:pt x="275" y="1043"/>
                    <a:pt x="311" y="1007"/>
                  </a:cubicBezTo>
                  <a:lnTo>
                    <a:pt x="537" y="781"/>
                  </a:lnTo>
                  <a:lnTo>
                    <a:pt x="751" y="1007"/>
                  </a:lnTo>
                  <a:cubicBezTo>
                    <a:pt x="787" y="1043"/>
                    <a:pt x="834" y="1054"/>
                    <a:pt x="870" y="1054"/>
                  </a:cubicBezTo>
                  <a:cubicBezTo>
                    <a:pt x="918" y="1054"/>
                    <a:pt x="965" y="1043"/>
                    <a:pt x="989" y="1007"/>
                  </a:cubicBezTo>
                  <a:cubicBezTo>
                    <a:pt x="1073" y="935"/>
                    <a:pt x="1073" y="828"/>
                    <a:pt x="989" y="757"/>
                  </a:cubicBezTo>
                  <a:lnTo>
                    <a:pt x="799" y="531"/>
                  </a:lnTo>
                  <a:lnTo>
                    <a:pt x="1025" y="304"/>
                  </a:lnTo>
                  <a:cubicBezTo>
                    <a:pt x="1096" y="233"/>
                    <a:pt x="1096" y="126"/>
                    <a:pt x="1025" y="54"/>
                  </a:cubicBezTo>
                  <a:cubicBezTo>
                    <a:pt x="989" y="19"/>
                    <a:pt x="945" y="1"/>
                    <a:pt x="900" y="1"/>
                  </a:cubicBezTo>
                  <a:cubicBezTo>
                    <a:pt x="855" y="1"/>
                    <a:pt x="811" y="19"/>
                    <a:pt x="775" y="54"/>
                  </a:cubicBezTo>
                  <a:lnTo>
                    <a:pt x="549" y="281"/>
                  </a:lnTo>
                  <a:lnTo>
                    <a:pt x="322" y="54"/>
                  </a:lnTo>
                  <a:cubicBezTo>
                    <a:pt x="287" y="19"/>
                    <a:pt x="242" y="1"/>
                    <a:pt x="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3351892" y="3605485"/>
              <a:ext cx="35297" cy="33578"/>
            </a:xfrm>
            <a:custGeom>
              <a:avLst/>
              <a:gdLst/>
              <a:ahLst/>
              <a:cxnLst/>
              <a:rect l="l" t="t" r="r" b="b"/>
              <a:pathLst>
                <a:path w="1109" h="1055" extrusionOk="0">
                  <a:moveTo>
                    <a:pt x="208" y="1"/>
                  </a:moveTo>
                  <a:cubicBezTo>
                    <a:pt x="162" y="1"/>
                    <a:pt x="114" y="19"/>
                    <a:pt x="72" y="54"/>
                  </a:cubicBezTo>
                  <a:cubicBezTo>
                    <a:pt x="1" y="138"/>
                    <a:pt x="1" y="233"/>
                    <a:pt x="72" y="316"/>
                  </a:cubicBezTo>
                  <a:lnTo>
                    <a:pt x="299" y="530"/>
                  </a:lnTo>
                  <a:lnTo>
                    <a:pt x="72" y="757"/>
                  </a:lnTo>
                  <a:cubicBezTo>
                    <a:pt x="1" y="828"/>
                    <a:pt x="1" y="935"/>
                    <a:pt x="72" y="1007"/>
                  </a:cubicBezTo>
                  <a:cubicBezTo>
                    <a:pt x="108" y="1042"/>
                    <a:pt x="156" y="1054"/>
                    <a:pt x="191" y="1054"/>
                  </a:cubicBezTo>
                  <a:cubicBezTo>
                    <a:pt x="239" y="1054"/>
                    <a:pt x="287" y="1042"/>
                    <a:pt x="311" y="1007"/>
                  </a:cubicBezTo>
                  <a:lnTo>
                    <a:pt x="537" y="792"/>
                  </a:lnTo>
                  <a:lnTo>
                    <a:pt x="763" y="1007"/>
                  </a:lnTo>
                  <a:cubicBezTo>
                    <a:pt x="787" y="1042"/>
                    <a:pt x="834" y="1054"/>
                    <a:pt x="882" y="1054"/>
                  </a:cubicBezTo>
                  <a:cubicBezTo>
                    <a:pt x="930" y="1054"/>
                    <a:pt x="965" y="1042"/>
                    <a:pt x="1001" y="1007"/>
                  </a:cubicBezTo>
                  <a:cubicBezTo>
                    <a:pt x="1073" y="935"/>
                    <a:pt x="1073" y="828"/>
                    <a:pt x="1001" y="757"/>
                  </a:cubicBezTo>
                  <a:lnTo>
                    <a:pt x="811" y="530"/>
                  </a:lnTo>
                  <a:lnTo>
                    <a:pt x="1037" y="316"/>
                  </a:lnTo>
                  <a:cubicBezTo>
                    <a:pt x="1108" y="233"/>
                    <a:pt x="1108" y="138"/>
                    <a:pt x="1037" y="54"/>
                  </a:cubicBezTo>
                  <a:cubicBezTo>
                    <a:pt x="995" y="19"/>
                    <a:pt x="950" y="1"/>
                    <a:pt x="906" y="1"/>
                  </a:cubicBezTo>
                  <a:cubicBezTo>
                    <a:pt x="861" y="1"/>
                    <a:pt x="817" y="19"/>
                    <a:pt x="775" y="54"/>
                  </a:cubicBezTo>
                  <a:lnTo>
                    <a:pt x="561" y="280"/>
                  </a:lnTo>
                  <a:lnTo>
                    <a:pt x="334" y="54"/>
                  </a:lnTo>
                  <a:cubicBezTo>
                    <a:pt x="299" y="19"/>
                    <a:pt x="254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3254882" y="3531231"/>
              <a:ext cx="35297" cy="33546"/>
            </a:xfrm>
            <a:custGeom>
              <a:avLst/>
              <a:gdLst/>
              <a:ahLst/>
              <a:cxnLst/>
              <a:rect l="l" t="t" r="r" b="b"/>
              <a:pathLst>
                <a:path w="1109" h="1054" extrusionOk="0">
                  <a:moveTo>
                    <a:pt x="199" y="0"/>
                  </a:moveTo>
                  <a:cubicBezTo>
                    <a:pt x="153" y="0"/>
                    <a:pt x="108" y="18"/>
                    <a:pt x="72" y="54"/>
                  </a:cubicBezTo>
                  <a:cubicBezTo>
                    <a:pt x="1" y="125"/>
                    <a:pt x="1" y="232"/>
                    <a:pt x="72" y="304"/>
                  </a:cubicBezTo>
                  <a:lnTo>
                    <a:pt x="299" y="530"/>
                  </a:lnTo>
                  <a:lnTo>
                    <a:pt x="72" y="756"/>
                  </a:lnTo>
                  <a:cubicBezTo>
                    <a:pt x="1" y="828"/>
                    <a:pt x="1" y="935"/>
                    <a:pt x="72" y="1006"/>
                  </a:cubicBezTo>
                  <a:cubicBezTo>
                    <a:pt x="108" y="1042"/>
                    <a:pt x="144" y="1054"/>
                    <a:pt x="191" y="1054"/>
                  </a:cubicBezTo>
                  <a:cubicBezTo>
                    <a:pt x="239" y="1054"/>
                    <a:pt x="287" y="1042"/>
                    <a:pt x="311" y="1006"/>
                  </a:cubicBezTo>
                  <a:lnTo>
                    <a:pt x="537" y="780"/>
                  </a:lnTo>
                  <a:lnTo>
                    <a:pt x="763" y="1006"/>
                  </a:lnTo>
                  <a:cubicBezTo>
                    <a:pt x="787" y="1042"/>
                    <a:pt x="834" y="1054"/>
                    <a:pt x="882" y="1054"/>
                  </a:cubicBezTo>
                  <a:cubicBezTo>
                    <a:pt x="918" y="1054"/>
                    <a:pt x="965" y="1042"/>
                    <a:pt x="1001" y="1006"/>
                  </a:cubicBezTo>
                  <a:cubicBezTo>
                    <a:pt x="1073" y="935"/>
                    <a:pt x="1073" y="828"/>
                    <a:pt x="1001" y="756"/>
                  </a:cubicBezTo>
                  <a:lnTo>
                    <a:pt x="811" y="530"/>
                  </a:lnTo>
                  <a:lnTo>
                    <a:pt x="1025" y="304"/>
                  </a:lnTo>
                  <a:cubicBezTo>
                    <a:pt x="1108" y="232"/>
                    <a:pt x="1108" y="125"/>
                    <a:pt x="1025" y="54"/>
                  </a:cubicBezTo>
                  <a:cubicBezTo>
                    <a:pt x="989" y="18"/>
                    <a:pt x="945" y="0"/>
                    <a:pt x="900" y="0"/>
                  </a:cubicBezTo>
                  <a:cubicBezTo>
                    <a:pt x="855" y="0"/>
                    <a:pt x="811" y="18"/>
                    <a:pt x="775" y="54"/>
                  </a:cubicBezTo>
                  <a:lnTo>
                    <a:pt x="549" y="280"/>
                  </a:lnTo>
                  <a:lnTo>
                    <a:pt x="334" y="54"/>
                  </a:lnTo>
                  <a:cubicBezTo>
                    <a:pt x="293" y="18"/>
                    <a:pt x="245" y="0"/>
                    <a:pt x="1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1" name="Google Shape;411;p36"/>
          <p:cNvSpPr txBox="1">
            <a:spLocks noGrp="1"/>
          </p:cNvSpPr>
          <p:nvPr>
            <p:ph type="subTitle" idx="4"/>
          </p:nvPr>
        </p:nvSpPr>
        <p:spPr>
          <a:xfrm>
            <a:off x="1728750" y="3118225"/>
            <a:ext cx="2162400" cy="11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</a:t>
            </a:r>
            <a:endParaRPr/>
          </a:p>
        </p:txBody>
      </p:sp>
      <p:sp>
        <p:nvSpPr>
          <p:cNvPr id="412" name="Google Shape;412;p36"/>
          <p:cNvSpPr txBox="1">
            <a:spLocks noGrp="1"/>
          </p:cNvSpPr>
          <p:nvPr>
            <p:ph type="title" idx="2"/>
          </p:nvPr>
        </p:nvSpPr>
        <p:spPr>
          <a:xfrm>
            <a:off x="5164470" y="2616737"/>
            <a:ext cx="2361000" cy="5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413" name="Google Shape;413;p36"/>
          <p:cNvSpPr txBox="1">
            <a:spLocks noGrp="1"/>
          </p:cNvSpPr>
          <p:nvPr>
            <p:ph type="title" idx="3"/>
          </p:nvPr>
        </p:nvSpPr>
        <p:spPr>
          <a:xfrm>
            <a:off x="1764450" y="2616663"/>
            <a:ext cx="2091000" cy="5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"/>
          <p:cNvSpPr txBox="1">
            <a:spLocks noGrp="1"/>
          </p:cNvSpPr>
          <p:nvPr>
            <p:ph type="title"/>
          </p:nvPr>
        </p:nvSpPr>
        <p:spPr>
          <a:xfrm>
            <a:off x="0" y="356911"/>
            <a:ext cx="91440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COULD USE THREE COLUMNS, WHY NOT?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9" name="Google Shape;419;p37"/>
          <p:cNvGrpSpPr/>
          <p:nvPr/>
        </p:nvGrpSpPr>
        <p:grpSpPr>
          <a:xfrm>
            <a:off x="4189363" y="1715701"/>
            <a:ext cx="851757" cy="721378"/>
            <a:chOff x="6671087" y="2009304"/>
            <a:chExt cx="332757" cy="281833"/>
          </a:xfrm>
        </p:grpSpPr>
        <p:sp>
          <p:nvSpPr>
            <p:cNvPr id="420" name="Google Shape;420;p37"/>
            <p:cNvSpPr/>
            <p:nvPr/>
          </p:nvSpPr>
          <p:spPr>
            <a:xfrm>
              <a:off x="6671087" y="2023658"/>
              <a:ext cx="331993" cy="267478"/>
            </a:xfrm>
            <a:custGeom>
              <a:avLst/>
              <a:gdLst/>
              <a:ahLst/>
              <a:cxnLst/>
              <a:rect l="l" t="t" r="r" b="b"/>
              <a:pathLst>
                <a:path w="10431" h="8404" extrusionOk="0">
                  <a:moveTo>
                    <a:pt x="6359" y="2272"/>
                  </a:moveTo>
                  <a:lnTo>
                    <a:pt x="7192" y="2546"/>
                  </a:lnTo>
                  <a:cubicBezTo>
                    <a:pt x="7203" y="2553"/>
                    <a:pt x="7215" y="2556"/>
                    <a:pt x="7228" y="2556"/>
                  </a:cubicBezTo>
                  <a:cubicBezTo>
                    <a:pt x="7261" y="2556"/>
                    <a:pt x="7298" y="2539"/>
                    <a:pt x="7323" y="2522"/>
                  </a:cubicBezTo>
                  <a:lnTo>
                    <a:pt x="7585" y="2332"/>
                  </a:lnTo>
                  <a:lnTo>
                    <a:pt x="9419" y="4725"/>
                  </a:lnTo>
                  <a:lnTo>
                    <a:pt x="9109" y="4951"/>
                  </a:lnTo>
                  <a:cubicBezTo>
                    <a:pt x="9097" y="4927"/>
                    <a:pt x="9061" y="4915"/>
                    <a:pt x="9050" y="4903"/>
                  </a:cubicBezTo>
                  <a:lnTo>
                    <a:pt x="5882" y="3177"/>
                  </a:lnTo>
                  <a:lnTo>
                    <a:pt x="6002" y="2987"/>
                  </a:lnTo>
                  <a:cubicBezTo>
                    <a:pt x="6049" y="2903"/>
                    <a:pt x="6025" y="2820"/>
                    <a:pt x="5954" y="2772"/>
                  </a:cubicBezTo>
                  <a:cubicBezTo>
                    <a:pt x="5929" y="2755"/>
                    <a:pt x="5900" y="2747"/>
                    <a:pt x="5873" y="2747"/>
                  </a:cubicBezTo>
                  <a:cubicBezTo>
                    <a:pt x="5822" y="2747"/>
                    <a:pt x="5775" y="2774"/>
                    <a:pt x="5752" y="2820"/>
                  </a:cubicBezTo>
                  <a:lnTo>
                    <a:pt x="5418" y="3356"/>
                  </a:lnTo>
                  <a:cubicBezTo>
                    <a:pt x="5406" y="3379"/>
                    <a:pt x="5382" y="3415"/>
                    <a:pt x="5382" y="3427"/>
                  </a:cubicBezTo>
                  <a:lnTo>
                    <a:pt x="5382" y="4725"/>
                  </a:lnTo>
                  <a:cubicBezTo>
                    <a:pt x="5382" y="4987"/>
                    <a:pt x="5168" y="5213"/>
                    <a:pt x="4894" y="5213"/>
                  </a:cubicBezTo>
                  <a:cubicBezTo>
                    <a:pt x="4632" y="5213"/>
                    <a:pt x="4406" y="4987"/>
                    <a:pt x="4406" y="4725"/>
                  </a:cubicBezTo>
                  <a:lnTo>
                    <a:pt x="4406" y="3439"/>
                  </a:lnTo>
                  <a:lnTo>
                    <a:pt x="4704" y="2272"/>
                  </a:lnTo>
                  <a:close/>
                  <a:moveTo>
                    <a:pt x="2692" y="1796"/>
                  </a:moveTo>
                  <a:lnTo>
                    <a:pt x="2930" y="1927"/>
                  </a:lnTo>
                  <a:lnTo>
                    <a:pt x="929" y="5392"/>
                  </a:lnTo>
                  <a:lnTo>
                    <a:pt x="691" y="5261"/>
                  </a:lnTo>
                  <a:lnTo>
                    <a:pt x="2692" y="1796"/>
                  </a:lnTo>
                  <a:close/>
                  <a:moveTo>
                    <a:pt x="3215" y="4844"/>
                  </a:moveTo>
                  <a:cubicBezTo>
                    <a:pt x="3323" y="4844"/>
                    <a:pt x="3406" y="4892"/>
                    <a:pt x="3489" y="4975"/>
                  </a:cubicBezTo>
                  <a:cubicBezTo>
                    <a:pt x="3608" y="5130"/>
                    <a:pt x="3561" y="5344"/>
                    <a:pt x="3406" y="5451"/>
                  </a:cubicBezTo>
                  <a:lnTo>
                    <a:pt x="2323" y="6213"/>
                  </a:lnTo>
                  <a:cubicBezTo>
                    <a:pt x="2266" y="6255"/>
                    <a:pt x="2199" y="6275"/>
                    <a:pt x="2131" y="6275"/>
                  </a:cubicBezTo>
                  <a:cubicBezTo>
                    <a:pt x="2027" y="6275"/>
                    <a:pt x="1923" y="6228"/>
                    <a:pt x="1858" y="6142"/>
                  </a:cubicBezTo>
                  <a:cubicBezTo>
                    <a:pt x="1763" y="5987"/>
                    <a:pt x="1787" y="5785"/>
                    <a:pt x="1942" y="5677"/>
                  </a:cubicBezTo>
                  <a:lnTo>
                    <a:pt x="3025" y="4903"/>
                  </a:lnTo>
                  <a:cubicBezTo>
                    <a:pt x="3085" y="4856"/>
                    <a:pt x="3156" y="4844"/>
                    <a:pt x="3215" y="4844"/>
                  </a:cubicBezTo>
                  <a:close/>
                  <a:moveTo>
                    <a:pt x="3811" y="5606"/>
                  </a:moveTo>
                  <a:cubicBezTo>
                    <a:pt x="3918" y="5606"/>
                    <a:pt x="4001" y="5665"/>
                    <a:pt x="4061" y="5737"/>
                  </a:cubicBezTo>
                  <a:cubicBezTo>
                    <a:pt x="4180" y="5880"/>
                    <a:pt x="4144" y="6106"/>
                    <a:pt x="3989" y="6213"/>
                  </a:cubicBezTo>
                  <a:lnTo>
                    <a:pt x="3156" y="6820"/>
                  </a:lnTo>
                  <a:cubicBezTo>
                    <a:pt x="3100" y="6863"/>
                    <a:pt x="3032" y="6883"/>
                    <a:pt x="2964" y="6883"/>
                  </a:cubicBezTo>
                  <a:cubicBezTo>
                    <a:pt x="2861" y="6883"/>
                    <a:pt x="2756" y="6835"/>
                    <a:pt x="2692" y="6749"/>
                  </a:cubicBezTo>
                  <a:cubicBezTo>
                    <a:pt x="2573" y="6594"/>
                    <a:pt x="2620" y="6380"/>
                    <a:pt x="2775" y="6273"/>
                  </a:cubicBezTo>
                  <a:lnTo>
                    <a:pt x="3573" y="5689"/>
                  </a:lnTo>
                  <a:cubicBezTo>
                    <a:pt x="3608" y="5677"/>
                    <a:pt x="3632" y="5642"/>
                    <a:pt x="3668" y="5630"/>
                  </a:cubicBezTo>
                  <a:cubicBezTo>
                    <a:pt x="3704" y="5618"/>
                    <a:pt x="3763" y="5606"/>
                    <a:pt x="3811" y="5606"/>
                  </a:cubicBezTo>
                  <a:close/>
                  <a:moveTo>
                    <a:pt x="4415" y="6386"/>
                  </a:moveTo>
                  <a:cubicBezTo>
                    <a:pt x="4516" y="6386"/>
                    <a:pt x="4617" y="6431"/>
                    <a:pt x="4680" y="6523"/>
                  </a:cubicBezTo>
                  <a:cubicBezTo>
                    <a:pt x="4799" y="6666"/>
                    <a:pt x="4751" y="6892"/>
                    <a:pt x="4597" y="6999"/>
                  </a:cubicBezTo>
                  <a:lnTo>
                    <a:pt x="4001" y="7416"/>
                  </a:lnTo>
                  <a:cubicBezTo>
                    <a:pt x="3946" y="7462"/>
                    <a:pt x="3883" y="7479"/>
                    <a:pt x="3814" y="7479"/>
                  </a:cubicBezTo>
                  <a:cubicBezTo>
                    <a:pt x="3793" y="7479"/>
                    <a:pt x="3773" y="7478"/>
                    <a:pt x="3751" y="7475"/>
                  </a:cubicBezTo>
                  <a:cubicBezTo>
                    <a:pt x="3668" y="7463"/>
                    <a:pt x="3585" y="7416"/>
                    <a:pt x="3525" y="7344"/>
                  </a:cubicBezTo>
                  <a:cubicBezTo>
                    <a:pt x="3430" y="7189"/>
                    <a:pt x="3454" y="6987"/>
                    <a:pt x="3608" y="6880"/>
                  </a:cubicBezTo>
                  <a:lnTo>
                    <a:pt x="4180" y="6463"/>
                  </a:lnTo>
                  <a:lnTo>
                    <a:pt x="4216" y="6451"/>
                  </a:lnTo>
                  <a:cubicBezTo>
                    <a:pt x="4274" y="6407"/>
                    <a:pt x="4344" y="6386"/>
                    <a:pt x="4415" y="6386"/>
                  </a:cubicBezTo>
                  <a:close/>
                  <a:moveTo>
                    <a:pt x="2894" y="2594"/>
                  </a:moveTo>
                  <a:lnTo>
                    <a:pt x="3168" y="2760"/>
                  </a:lnTo>
                  <a:cubicBezTo>
                    <a:pt x="3193" y="2769"/>
                    <a:pt x="3212" y="2777"/>
                    <a:pt x="3234" y="2777"/>
                  </a:cubicBezTo>
                  <a:cubicBezTo>
                    <a:pt x="3243" y="2777"/>
                    <a:pt x="3253" y="2776"/>
                    <a:pt x="3263" y="2772"/>
                  </a:cubicBezTo>
                  <a:lnTo>
                    <a:pt x="3977" y="2677"/>
                  </a:lnTo>
                  <a:lnTo>
                    <a:pt x="4239" y="2784"/>
                  </a:lnTo>
                  <a:lnTo>
                    <a:pt x="4097" y="3379"/>
                  </a:lnTo>
                  <a:lnTo>
                    <a:pt x="4097" y="3415"/>
                  </a:lnTo>
                  <a:lnTo>
                    <a:pt x="4097" y="4701"/>
                  </a:lnTo>
                  <a:cubicBezTo>
                    <a:pt x="4097" y="5154"/>
                    <a:pt x="4454" y="5511"/>
                    <a:pt x="4894" y="5511"/>
                  </a:cubicBezTo>
                  <a:cubicBezTo>
                    <a:pt x="5347" y="5511"/>
                    <a:pt x="5704" y="5154"/>
                    <a:pt x="5704" y="4701"/>
                  </a:cubicBezTo>
                  <a:lnTo>
                    <a:pt x="5704" y="3439"/>
                  </a:lnTo>
                  <a:lnTo>
                    <a:pt x="5728" y="3391"/>
                  </a:lnTo>
                  <a:lnTo>
                    <a:pt x="8919" y="5118"/>
                  </a:lnTo>
                  <a:cubicBezTo>
                    <a:pt x="9061" y="5261"/>
                    <a:pt x="9121" y="5463"/>
                    <a:pt x="9038" y="5630"/>
                  </a:cubicBezTo>
                  <a:cubicBezTo>
                    <a:pt x="8973" y="5742"/>
                    <a:pt x="8860" y="5806"/>
                    <a:pt x="8742" y="5806"/>
                  </a:cubicBezTo>
                  <a:cubicBezTo>
                    <a:pt x="8685" y="5806"/>
                    <a:pt x="8627" y="5792"/>
                    <a:pt x="8573" y="5761"/>
                  </a:cubicBezTo>
                  <a:lnTo>
                    <a:pt x="6799" y="4796"/>
                  </a:lnTo>
                  <a:cubicBezTo>
                    <a:pt x="6777" y="4781"/>
                    <a:pt x="6753" y="4775"/>
                    <a:pt x="6730" y="4775"/>
                  </a:cubicBezTo>
                  <a:cubicBezTo>
                    <a:pt x="6679" y="4775"/>
                    <a:pt x="6630" y="4807"/>
                    <a:pt x="6597" y="4856"/>
                  </a:cubicBezTo>
                  <a:cubicBezTo>
                    <a:pt x="6549" y="4927"/>
                    <a:pt x="6585" y="5023"/>
                    <a:pt x="6656" y="5058"/>
                  </a:cubicBezTo>
                  <a:lnTo>
                    <a:pt x="8133" y="5868"/>
                  </a:lnTo>
                  <a:cubicBezTo>
                    <a:pt x="8288" y="5951"/>
                    <a:pt x="8347" y="6166"/>
                    <a:pt x="8264" y="6332"/>
                  </a:cubicBezTo>
                  <a:cubicBezTo>
                    <a:pt x="8198" y="6439"/>
                    <a:pt x="8080" y="6501"/>
                    <a:pt x="7959" y="6501"/>
                  </a:cubicBezTo>
                  <a:cubicBezTo>
                    <a:pt x="7905" y="6501"/>
                    <a:pt x="7851" y="6489"/>
                    <a:pt x="7799" y="6463"/>
                  </a:cubicBezTo>
                  <a:lnTo>
                    <a:pt x="6299" y="5642"/>
                  </a:lnTo>
                  <a:cubicBezTo>
                    <a:pt x="6277" y="5627"/>
                    <a:pt x="6252" y="5620"/>
                    <a:pt x="6227" y="5620"/>
                  </a:cubicBezTo>
                  <a:cubicBezTo>
                    <a:pt x="6173" y="5620"/>
                    <a:pt x="6118" y="5652"/>
                    <a:pt x="6085" y="5701"/>
                  </a:cubicBezTo>
                  <a:cubicBezTo>
                    <a:pt x="6049" y="5773"/>
                    <a:pt x="6073" y="5868"/>
                    <a:pt x="6144" y="5916"/>
                  </a:cubicBezTo>
                  <a:lnTo>
                    <a:pt x="7371" y="6570"/>
                  </a:lnTo>
                  <a:cubicBezTo>
                    <a:pt x="7537" y="6654"/>
                    <a:pt x="7597" y="6868"/>
                    <a:pt x="7502" y="7023"/>
                  </a:cubicBezTo>
                  <a:cubicBezTo>
                    <a:pt x="7444" y="7139"/>
                    <a:pt x="7322" y="7203"/>
                    <a:pt x="7197" y="7203"/>
                  </a:cubicBezTo>
                  <a:cubicBezTo>
                    <a:pt x="7143" y="7203"/>
                    <a:pt x="7088" y="7191"/>
                    <a:pt x="7037" y="7166"/>
                  </a:cubicBezTo>
                  <a:lnTo>
                    <a:pt x="5775" y="6463"/>
                  </a:lnTo>
                  <a:cubicBezTo>
                    <a:pt x="5753" y="6448"/>
                    <a:pt x="5728" y="6442"/>
                    <a:pt x="5704" y="6442"/>
                  </a:cubicBezTo>
                  <a:cubicBezTo>
                    <a:pt x="5650" y="6442"/>
                    <a:pt x="5597" y="6474"/>
                    <a:pt x="5573" y="6523"/>
                  </a:cubicBezTo>
                  <a:cubicBezTo>
                    <a:pt x="5525" y="6594"/>
                    <a:pt x="5549" y="6689"/>
                    <a:pt x="5632" y="6725"/>
                  </a:cubicBezTo>
                  <a:lnTo>
                    <a:pt x="6609" y="7261"/>
                  </a:lnTo>
                  <a:cubicBezTo>
                    <a:pt x="6775" y="7356"/>
                    <a:pt x="6835" y="7559"/>
                    <a:pt x="6740" y="7725"/>
                  </a:cubicBezTo>
                  <a:cubicBezTo>
                    <a:pt x="6683" y="7838"/>
                    <a:pt x="6567" y="7902"/>
                    <a:pt x="6450" y="7902"/>
                  </a:cubicBezTo>
                  <a:cubicBezTo>
                    <a:pt x="6394" y="7902"/>
                    <a:pt x="6337" y="7887"/>
                    <a:pt x="6287" y="7856"/>
                  </a:cubicBezTo>
                  <a:lnTo>
                    <a:pt x="5597" y="7487"/>
                  </a:lnTo>
                  <a:cubicBezTo>
                    <a:pt x="5597" y="7344"/>
                    <a:pt x="5549" y="7201"/>
                    <a:pt x="5466" y="7082"/>
                  </a:cubicBezTo>
                  <a:cubicBezTo>
                    <a:pt x="5347" y="6939"/>
                    <a:pt x="5168" y="6844"/>
                    <a:pt x="4990" y="6832"/>
                  </a:cubicBezTo>
                  <a:cubicBezTo>
                    <a:pt x="4990" y="6820"/>
                    <a:pt x="4990" y="6808"/>
                    <a:pt x="5001" y="6785"/>
                  </a:cubicBezTo>
                  <a:cubicBezTo>
                    <a:pt x="5037" y="6606"/>
                    <a:pt x="4990" y="6451"/>
                    <a:pt x="4882" y="6308"/>
                  </a:cubicBezTo>
                  <a:cubicBezTo>
                    <a:pt x="4763" y="6166"/>
                    <a:pt x="4585" y="6070"/>
                    <a:pt x="4406" y="6058"/>
                  </a:cubicBezTo>
                  <a:cubicBezTo>
                    <a:pt x="4406" y="6046"/>
                    <a:pt x="4406" y="6035"/>
                    <a:pt x="4418" y="6011"/>
                  </a:cubicBezTo>
                  <a:cubicBezTo>
                    <a:pt x="4454" y="5832"/>
                    <a:pt x="4406" y="5677"/>
                    <a:pt x="4299" y="5535"/>
                  </a:cubicBezTo>
                  <a:cubicBezTo>
                    <a:pt x="4180" y="5392"/>
                    <a:pt x="4001" y="5296"/>
                    <a:pt x="3823" y="5284"/>
                  </a:cubicBezTo>
                  <a:cubicBezTo>
                    <a:pt x="3823" y="5273"/>
                    <a:pt x="3823" y="5261"/>
                    <a:pt x="3847" y="5237"/>
                  </a:cubicBezTo>
                  <a:cubicBezTo>
                    <a:pt x="3870" y="5058"/>
                    <a:pt x="3823" y="4903"/>
                    <a:pt x="3727" y="4761"/>
                  </a:cubicBezTo>
                  <a:cubicBezTo>
                    <a:pt x="3600" y="4597"/>
                    <a:pt x="3413" y="4515"/>
                    <a:pt x="3222" y="4515"/>
                  </a:cubicBezTo>
                  <a:cubicBezTo>
                    <a:pt x="3093" y="4515"/>
                    <a:pt x="2962" y="4553"/>
                    <a:pt x="2846" y="4630"/>
                  </a:cubicBezTo>
                  <a:lnTo>
                    <a:pt x="1775" y="5404"/>
                  </a:lnTo>
                  <a:lnTo>
                    <a:pt x="1382" y="5201"/>
                  </a:lnTo>
                  <a:lnTo>
                    <a:pt x="2894" y="2594"/>
                  </a:lnTo>
                  <a:close/>
                  <a:moveTo>
                    <a:pt x="5009" y="7159"/>
                  </a:moveTo>
                  <a:cubicBezTo>
                    <a:pt x="5109" y="7159"/>
                    <a:pt x="5207" y="7205"/>
                    <a:pt x="5263" y="7297"/>
                  </a:cubicBezTo>
                  <a:cubicBezTo>
                    <a:pt x="5311" y="7356"/>
                    <a:pt x="5347" y="7451"/>
                    <a:pt x="5335" y="7535"/>
                  </a:cubicBezTo>
                  <a:cubicBezTo>
                    <a:pt x="5311" y="7630"/>
                    <a:pt x="5263" y="7701"/>
                    <a:pt x="5192" y="7761"/>
                  </a:cubicBezTo>
                  <a:lnTo>
                    <a:pt x="4835" y="8011"/>
                  </a:lnTo>
                  <a:cubicBezTo>
                    <a:pt x="4778" y="8053"/>
                    <a:pt x="4711" y="8073"/>
                    <a:pt x="4643" y="8073"/>
                  </a:cubicBezTo>
                  <a:cubicBezTo>
                    <a:pt x="4539" y="8073"/>
                    <a:pt x="4435" y="8026"/>
                    <a:pt x="4370" y="7940"/>
                  </a:cubicBezTo>
                  <a:cubicBezTo>
                    <a:pt x="4275" y="7785"/>
                    <a:pt x="4299" y="7582"/>
                    <a:pt x="4454" y="7475"/>
                  </a:cubicBezTo>
                  <a:lnTo>
                    <a:pt x="4775" y="7237"/>
                  </a:lnTo>
                  <a:lnTo>
                    <a:pt x="4811" y="7225"/>
                  </a:lnTo>
                  <a:cubicBezTo>
                    <a:pt x="4869" y="7181"/>
                    <a:pt x="4940" y="7159"/>
                    <a:pt x="5009" y="7159"/>
                  </a:cubicBezTo>
                  <a:close/>
                  <a:moveTo>
                    <a:pt x="182" y="0"/>
                  </a:moveTo>
                  <a:cubicBezTo>
                    <a:pt x="131" y="0"/>
                    <a:pt x="81" y="32"/>
                    <a:pt x="48" y="81"/>
                  </a:cubicBezTo>
                  <a:cubicBezTo>
                    <a:pt x="1" y="153"/>
                    <a:pt x="25" y="248"/>
                    <a:pt x="108" y="284"/>
                  </a:cubicBezTo>
                  <a:lnTo>
                    <a:pt x="2430" y="1629"/>
                  </a:lnTo>
                  <a:lnTo>
                    <a:pt x="418" y="5094"/>
                  </a:lnTo>
                  <a:lnTo>
                    <a:pt x="251" y="5011"/>
                  </a:lnTo>
                  <a:cubicBezTo>
                    <a:pt x="226" y="4994"/>
                    <a:pt x="200" y="4986"/>
                    <a:pt x="175" y="4986"/>
                  </a:cubicBezTo>
                  <a:cubicBezTo>
                    <a:pt x="126" y="4986"/>
                    <a:pt x="80" y="5015"/>
                    <a:pt x="48" y="5070"/>
                  </a:cubicBezTo>
                  <a:cubicBezTo>
                    <a:pt x="1" y="5142"/>
                    <a:pt x="25" y="5225"/>
                    <a:pt x="108" y="5273"/>
                  </a:cubicBezTo>
                  <a:lnTo>
                    <a:pt x="906" y="5737"/>
                  </a:lnTo>
                  <a:cubicBezTo>
                    <a:pt x="932" y="5752"/>
                    <a:pt x="958" y="5759"/>
                    <a:pt x="983" y="5759"/>
                  </a:cubicBezTo>
                  <a:cubicBezTo>
                    <a:pt x="1038" y="5759"/>
                    <a:pt x="1087" y="5726"/>
                    <a:pt x="1120" y="5677"/>
                  </a:cubicBezTo>
                  <a:lnTo>
                    <a:pt x="1239" y="5463"/>
                  </a:lnTo>
                  <a:lnTo>
                    <a:pt x="1561" y="5642"/>
                  </a:lnTo>
                  <a:cubicBezTo>
                    <a:pt x="1465" y="5856"/>
                    <a:pt x="1465" y="6106"/>
                    <a:pt x="1608" y="6320"/>
                  </a:cubicBezTo>
                  <a:cubicBezTo>
                    <a:pt x="1727" y="6499"/>
                    <a:pt x="1942" y="6582"/>
                    <a:pt x="2132" y="6582"/>
                  </a:cubicBezTo>
                  <a:cubicBezTo>
                    <a:pt x="2192" y="6582"/>
                    <a:pt x="2263" y="6570"/>
                    <a:pt x="2323" y="6558"/>
                  </a:cubicBezTo>
                  <a:cubicBezTo>
                    <a:pt x="2323" y="6689"/>
                    <a:pt x="2370" y="6820"/>
                    <a:pt x="2442" y="6928"/>
                  </a:cubicBezTo>
                  <a:cubicBezTo>
                    <a:pt x="2561" y="7094"/>
                    <a:pt x="2751" y="7178"/>
                    <a:pt x="2965" y="7178"/>
                  </a:cubicBezTo>
                  <a:cubicBezTo>
                    <a:pt x="3025" y="7178"/>
                    <a:pt x="3096" y="7166"/>
                    <a:pt x="3156" y="7154"/>
                  </a:cubicBezTo>
                  <a:cubicBezTo>
                    <a:pt x="3156" y="7285"/>
                    <a:pt x="3204" y="7404"/>
                    <a:pt x="3275" y="7523"/>
                  </a:cubicBezTo>
                  <a:cubicBezTo>
                    <a:pt x="3382" y="7654"/>
                    <a:pt x="3525" y="7749"/>
                    <a:pt x="3692" y="7773"/>
                  </a:cubicBezTo>
                  <a:cubicBezTo>
                    <a:pt x="3716" y="7773"/>
                    <a:pt x="3763" y="7785"/>
                    <a:pt x="3799" y="7785"/>
                  </a:cubicBezTo>
                  <a:cubicBezTo>
                    <a:pt x="3858" y="7785"/>
                    <a:pt x="3930" y="7773"/>
                    <a:pt x="3989" y="7761"/>
                  </a:cubicBezTo>
                  <a:cubicBezTo>
                    <a:pt x="3989" y="7892"/>
                    <a:pt x="4037" y="8011"/>
                    <a:pt x="4108" y="8130"/>
                  </a:cubicBezTo>
                  <a:cubicBezTo>
                    <a:pt x="4216" y="8261"/>
                    <a:pt x="4358" y="8356"/>
                    <a:pt x="4525" y="8380"/>
                  </a:cubicBezTo>
                  <a:cubicBezTo>
                    <a:pt x="4549" y="8380"/>
                    <a:pt x="4597" y="8404"/>
                    <a:pt x="4632" y="8404"/>
                  </a:cubicBezTo>
                  <a:cubicBezTo>
                    <a:pt x="4763" y="8404"/>
                    <a:pt x="4894" y="8356"/>
                    <a:pt x="5001" y="8285"/>
                  </a:cubicBezTo>
                  <a:lnTo>
                    <a:pt x="5359" y="8023"/>
                  </a:lnTo>
                  <a:cubicBezTo>
                    <a:pt x="5430" y="7963"/>
                    <a:pt x="5490" y="7904"/>
                    <a:pt x="5537" y="7820"/>
                  </a:cubicBezTo>
                  <a:lnTo>
                    <a:pt x="6156" y="8166"/>
                  </a:lnTo>
                  <a:cubicBezTo>
                    <a:pt x="6252" y="8201"/>
                    <a:pt x="6359" y="8237"/>
                    <a:pt x="6478" y="8237"/>
                  </a:cubicBezTo>
                  <a:cubicBezTo>
                    <a:pt x="6537" y="8237"/>
                    <a:pt x="6597" y="8225"/>
                    <a:pt x="6656" y="8201"/>
                  </a:cubicBezTo>
                  <a:cubicBezTo>
                    <a:pt x="6811" y="8166"/>
                    <a:pt x="6954" y="8047"/>
                    <a:pt x="7037" y="7892"/>
                  </a:cubicBezTo>
                  <a:cubicBezTo>
                    <a:pt x="7097" y="7773"/>
                    <a:pt x="7133" y="7642"/>
                    <a:pt x="7109" y="7523"/>
                  </a:cubicBezTo>
                  <a:cubicBezTo>
                    <a:pt x="7156" y="7523"/>
                    <a:pt x="7192" y="7535"/>
                    <a:pt x="7228" y="7535"/>
                  </a:cubicBezTo>
                  <a:cubicBezTo>
                    <a:pt x="7454" y="7535"/>
                    <a:pt x="7680" y="7416"/>
                    <a:pt x="7799" y="7213"/>
                  </a:cubicBezTo>
                  <a:cubicBezTo>
                    <a:pt x="7859" y="7094"/>
                    <a:pt x="7883" y="6951"/>
                    <a:pt x="7871" y="6832"/>
                  </a:cubicBezTo>
                  <a:cubicBezTo>
                    <a:pt x="7918" y="6832"/>
                    <a:pt x="7942" y="6856"/>
                    <a:pt x="7990" y="6856"/>
                  </a:cubicBezTo>
                  <a:cubicBezTo>
                    <a:pt x="8216" y="6856"/>
                    <a:pt x="8442" y="6737"/>
                    <a:pt x="8561" y="6523"/>
                  </a:cubicBezTo>
                  <a:cubicBezTo>
                    <a:pt x="8621" y="6404"/>
                    <a:pt x="8645" y="6273"/>
                    <a:pt x="8633" y="6154"/>
                  </a:cubicBezTo>
                  <a:cubicBezTo>
                    <a:pt x="8680" y="6154"/>
                    <a:pt x="8704" y="6166"/>
                    <a:pt x="8752" y="6166"/>
                  </a:cubicBezTo>
                  <a:cubicBezTo>
                    <a:pt x="8811" y="6166"/>
                    <a:pt x="8871" y="6154"/>
                    <a:pt x="8930" y="6142"/>
                  </a:cubicBezTo>
                  <a:cubicBezTo>
                    <a:pt x="9097" y="6094"/>
                    <a:pt x="9228" y="5975"/>
                    <a:pt x="9311" y="5820"/>
                  </a:cubicBezTo>
                  <a:cubicBezTo>
                    <a:pt x="9407" y="5677"/>
                    <a:pt x="9419" y="5499"/>
                    <a:pt x="9359" y="5332"/>
                  </a:cubicBezTo>
                  <a:cubicBezTo>
                    <a:pt x="9347" y="5284"/>
                    <a:pt x="9335" y="5261"/>
                    <a:pt x="9311" y="5213"/>
                  </a:cubicBezTo>
                  <a:lnTo>
                    <a:pt x="9585" y="5023"/>
                  </a:lnTo>
                  <a:lnTo>
                    <a:pt x="9728" y="5201"/>
                  </a:lnTo>
                  <a:cubicBezTo>
                    <a:pt x="9756" y="5236"/>
                    <a:pt x="9804" y="5254"/>
                    <a:pt x="9853" y="5254"/>
                  </a:cubicBezTo>
                  <a:cubicBezTo>
                    <a:pt x="9889" y="5254"/>
                    <a:pt x="9925" y="5245"/>
                    <a:pt x="9954" y="5225"/>
                  </a:cubicBezTo>
                  <a:lnTo>
                    <a:pt x="10371" y="4903"/>
                  </a:lnTo>
                  <a:cubicBezTo>
                    <a:pt x="10431" y="4808"/>
                    <a:pt x="10431" y="4725"/>
                    <a:pt x="10395" y="4653"/>
                  </a:cubicBezTo>
                  <a:cubicBezTo>
                    <a:pt x="10350" y="4616"/>
                    <a:pt x="10300" y="4592"/>
                    <a:pt x="10254" y="4592"/>
                  </a:cubicBezTo>
                  <a:cubicBezTo>
                    <a:pt x="10228" y="4592"/>
                    <a:pt x="10202" y="4600"/>
                    <a:pt x="10181" y="4618"/>
                  </a:cubicBezTo>
                  <a:lnTo>
                    <a:pt x="9883" y="4856"/>
                  </a:lnTo>
                  <a:lnTo>
                    <a:pt x="7454" y="1689"/>
                  </a:lnTo>
                  <a:lnTo>
                    <a:pt x="8835" y="796"/>
                  </a:lnTo>
                  <a:cubicBezTo>
                    <a:pt x="8919" y="748"/>
                    <a:pt x="8930" y="665"/>
                    <a:pt x="8883" y="582"/>
                  </a:cubicBezTo>
                  <a:cubicBezTo>
                    <a:pt x="8854" y="539"/>
                    <a:pt x="8813" y="517"/>
                    <a:pt x="8769" y="517"/>
                  </a:cubicBezTo>
                  <a:cubicBezTo>
                    <a:pt x="8740" y="517"/>
                    <a:pt x="8709" y="527"/>
                    <a:pt x="8680" y="546"/>
                  </a:cubicBezTo>
                  <a:lnTo>
                    <a:pt x="7156" y="1522"/>
                  </a:lnTo>
                  <a:cubicBezTo>
                    <a:pt x="7085" y="1570"/>
                    <a:pt x="7073" y="1677"/>
                    <a:pt x="7109" y="1748"/>
                  </a:cubicBezTo>
                  <a:lnTo>
                    <a:pt x="7395" y="2106"/>
                  </a:lnTo>
                  <a:lnTo>
                    <a:pt x="7204" y="2248"/>
                  </a:lnTo>
                  <a:lnTo>
                    <a:pt x="6418" y="1998"/>
                  </a:lnTo>
                  <a:cubicBezTo>
                    <a:pt x="6406" y="1998"/>
                    <a:pt x="6383" y="1986"/>
                    <a:pt x="6371" y="1986"/>
                  </a:cubicBezTo>
                  <a:lnTo>
                    <a:pt x="4585" y="1986"/>
                  </a:lnTo>
                  <a:cubicBezTo>
                    <a:pt x="4513" y="1986"/>
                    <a:pt x="4454" y="2034"/>
                    <a:pt x="4442" y="2106"/>
                  </a:cubicBezTo>
                  <a:lnTo>
                    <a:pt x="4335" y="2510"/>
                  </a:lnTo>
                  <a:lnTo>
                    <a:pt x="4073" y="2403"/>
                  </a:lnTo>
                  <a:cubicBezTo>
                    <a:pt x="4049" y="2391"/>
                    <a:pt x="4037" y="2391"/>
                    <a:pt x="4001" y="2391"/>
                  </a:cubicBezTo>
                  <a:lnTo>
                    <a:pt x="3287" y="2475"/>
                  </a:lnTo>
                  <a:lnTo>
                    <a:pt x="3049" y="2344"/>
                  </a:lnTo>
                  <a:lnTo>
                    <a:pt x="3275" y="1939"/>
                  </a:lnTo>
                  <a:cubicBezTo>
                    <a:pt x="3323" y="1867"/>
                    <a:pt x="3287" y="1772"/>
                    <a:pt x="3215" y="1736"/>
                  </a:cubicBezTo>
                  <a:lnTo>
                    <a:pt x="251" y="22"/>
                  </a:lnTo>
                  <a:cubicBezTo>
                    <a:pt x="228" y="7"/>
                    <a:pt x="205" y="0"/>
                    <a:pt x="1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7"/>
            <p:cNvSpPr/>
            <p:nvPr/>
          </p:nvSpPr>
          <p:spPr>
            <a:xfrm>
              <a:off x="6965173" y="2009304"/>
              <a:ext cx="38670" cy="27181"/>
            </a:xfrm>
            <a:custGeom>
              <a:avLst/>
              <a:gdLst/>
              <a:ahLst/>
              <a:cxnLst/>
              <a:rect l="l" t="t" r="r" b="b"/>
              <a:pathLst>
                <a:path w="1215" h="854" extrusionOk="0">
                  <a:moveTo>
                    <a:pt x="1023" y="1"/>
                  </a:moveTo>
                  <a:cubicBezTo>
                    <a:pt x="995" y="1"/>
                    <a:pt x="966" y="8"/>
                    <a:pt x="941" y="20"/>
                  </a:cubicBezTo>
                  <a:lnTo>
                    <a:pt x="95" y="580"/>
                  </a:lnTo>
                  <a:cubicBezTo>
                    <a:pt x="12" y="616"/>
                    <a:pt x="0" y="711"/>
                    <a:pt x="48" y="782"/>
                  </a:cubicBezTo>
                  <a:cubicBezTo>
                    <a:pt x="83" y="830"/>
                    <a:pt x="119" y="854"/>
                    <a:pt x="179" y="854"/>
                  </a:cubicBezTo>
                  <a:cubicBezTo>
                    <a:pt x="214" y="854"/>
                    <a:pt x="238" y="842"/>
                    <a:pt x="274" y="830"/>
                  </a:cubicBezTo>
                  <a:lnTo>
                    <a:pt x="1119" y="282"/>
                  </a:lnTo>
                  <a:cubicBezTo>
                    <a:pt x="1179" y="235"/>
                    <a:pt x="1214" y="140"/>
                    <a:pt x="1155" y="68"/>
                  </a:cubicBezTo>
                  <a:cubicBezTo>
                    <a:pt x="1124" y="22"/>
                    <a:pt x="1074" y="1"/>
                    <a:pt x="1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37"/>
          <p:cNvGrpSpPr/>
          <p:nvPr/>
        </p:nvGrpSpPr>
        <p:grpSpPr>
          <a:xfrm>
            <a:off x="1628298" y="1607635"/>
            <a:ext cx="828759" cy="828759"/>
            <a:chOff x="6216367" y="1970156"/>
            <a:chExt cx="361147" cy="361147"/>
          </a:xfrm>
        </p:grpSpPr>
        <p:sp>
          <p:nvSpPr>
            <p:cNvPr id="423" name="Google Shape;423;p37"/>
            <p:cNvSpPr/>
            <p:nvPr/>
          </p:nvSpPr>
          <p:spPr>
            <a:xfrm>
              <a:off x="6247813" y="2069522"/>
              <a:ext cx="329701" cy="261781"/>
            </a:xfrm>
            <a:custGeom>
              <a:avLst/>
              <a:gdLst/>
              <a:ahLst/>
              <a:cxnLst/>
              <a:rect l="l" t="t" r="r" b="b"/>
              <a:pathLst>
                <a:path w="10359" h="8225" extrusionOk="0">
                  <a:moveTo>
                    <a:pt x="9663" y="0"/>
                  </a:moveTo>
                  <a:cubicBezTo>
                    <a:pt x="9637" y="0"/>
                    <a:pt x="9611" y="7"/>
                    <a:pt x="9585" y="22"/>
                  </a:cubicBezTo>
                  <a:cubicBezTo>
                    <a:pt x="9490" y="69"/>
                    <a:pt x="9466" y="153"/>
                    <a:pt x="9502" y="248"/>
                  </a:cubicBezTo>
                  <a:cubicBezTo>
                    <a:pt x="9847" y="962"/>
                    <a:pt x="10026" y="1736"/>
                    <a:pt x="10026" y="2534"/>
                  </a:cubicBezTo>
                  <a:cubicBezTo>
                    <a:pt x="10026" y="3963"/>
                    <a:pt x="9478" y="5308"/>
                    <a:pt x="8466" y="6320"/>
                  </a:cubicBezTo>
                  <a:cubicBezTo>
                    <a:pt x="7454" y="7332"/>
                    <a:pt x="6108" y="7880"/>
                    <a:pt x="4680" y="7880"/>
                  </a:cubicBezTo>
                  <a:cubicBezTo>
                    <a:pt x="3834" y="7880"/>
                    <a:pt x="3037" y="7689"/>
                    <a:pt x="2287" y="7308"/>
                  </a:cubicBezTo>
                  <a:cubicBezTo>
                    <a:pt x="1667" y="6999"/>
                    <a:pt x="1096" y="6558"/>
                    <a:pt x="632" y="6022"/>
                  </a:cubicBezTo>
                  <a:lnTo>
                    <a:pt x="632" y="6022"/>
                  </a:lnTo>
                  <a:lnTo>
                    <a:pt x="1286" y="6237"/>
                  </a:lnTo>
                  <a:cubicBezTo>
                    <a:pt x="1308" y="6245"/>
                    <a:pt x="1329" y="6249"/>
                    <a:pt x="1350" y="6249"/>
                  </a:cubicBezTo>
                  <a:cubicBezTo>
                    <a:pt x="1417" y="6249"/>
                    <a:pt x="1473" y="6206"/>
                    <a:pt x="1501" y="6141"/>
                  </a:cubicBezTo>
                  <a:cubicBezTo>
                    <a:pt x="1525" y="6046"/>
                    <a:pt x="1489" y="5963"/>
                    <a:pt x="1394" y="5927"/>
                  </a:cubicBezTo>
                  <a:lnTo>
                    <a:pt x="215" y="5546"/>
                  </a:lnTo>
                  <a:cubicBezTo>
                    <a:pt x="197" y="5539"/>
                    <a:pt x="180" y="5536"/>
                    <a:pt x="163" y="5536"/>
                  </a:cubicBezTo>
                  <a:cubicBezTo>
                    <a:pt x="122" y="5536"/>
                    <a:pt x="85" y="5553"/>
                    <a:pt x="60" y="5570"/>
                  </a:cubicBezTo>
                  <a:cubicBezTo>
                    <a:pt x="12" y="5606"/>
                    <a:pt x="1" y="5665"/>
                    <a:pt x="1" y="5725"/>
                  </a:cubicBezTo>
                  <a:lnTo>
                    <a:pt x="191" y="7094"/>
                  </a:lnTo>
                  <a:cubicBezTo>
                    <a:pt x="203" y="7177"/>
                    <a:pt x="274" y="7237"/>
                    <a:pt x="358" y="7237"/>
                  </a:cubicBezTo>
                  <a:lnTo>
                    <a:pt x="382" y="7237"/>
                  </a:lnTo>
                  <a:cubicBezTo>
                    <a:pt x="477" y="7225"/>
                    <a:pt x="536" y="7130"/>
                    <a:pt x="512" y="7046"/>
                  </a:cubicBezTo>
                  <a:lnTo>
                    <a:pt x="417" y="6272"/>
                  </a:lnTo>
                  <a:lnTo>
                    <a:pt x="417" y="6272"/>
                  </a:lnTo>
                  <a:cubicBezTo>
                    <a:pt x="893" y="6820"/>
                    <a:pt x="1489" y="7284"/>
                    <a:pt x="2120" y="7606"/>
                  </a:cubicBezTo>
                  <a:cubicBezTo>
                    <a:pt x="2918" y="8011"/>
                    <a:pt x="3775" y="8225"/>
                    <a:pt x="4680" y="8225"/>
                  </a:cubicBezTo>
                  <a:cubicBezTo>
                    <a:pt x="6204" y="8225"/>
                    <a:pt x="7621" y="7630"/>
                    <a:pt x="8692" y="6558"/>
                  </a:cubicBezTo>
                  <a:cubicBezTo>
                    <a:pt x="9764" y="5487"/>
                    <a:pt x="10359" y="4058"/>
                    <a:pt x="10359" y="2558"/>
                  </a:cubicBezTo>
                  <a:cubicBezTo>
                    <a:pt x="10359" y="1677"/>
                    <a:pt x="10157" y="855"/>
                    <a:pt x="9799" y="93"/>
                  </a:cubicBezTo>
                  <a:cubicBezTo>
                    <a:pt x="9775" y="35"/>
                    <a:pt x="9721" y="0"/>
                    <a:pt x="96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6216367" y="1970156"/>
              <a:ext cx="329701" cy="260731"/>
            </a:xfrm>
            <a:custGeom>
              <a:avLst/>
              <a:gdLst/>
              <a:ahLst/>
              <a:cxnLst/>
              <a:rect l="l" t="t" r="r" b="b"/>
              <a:pathLst>
                <a:path w="10359" h="8192" extrusionOk="0">
                  <a:moveTo>
                    <a:pt x="5668" y="0"/>
                  </a:moveTo>
                  <a:cubicBezTo>
                    <a:pt x="4156" y="0"/>
                    <a:pt x="2739" y="596"/>
                    <a:pt x="1667" y="1667"/>
                  </a:cubicBezTo>
                  <a:cubicBezTo>
                    <a:pt x="596" y="2739"/>
                    <a:pt x="0" y="4168"/>
                    <a:pt x="0" y="5680"/>
                  </a:cubicBezTo>
                  <a:cubicBezTo>
                    <a:pt x="0" y="6525"/>
                    <a:pt x="179" y="7346"/>
                    <a:pt x="548" y="8097"/>
                  </a:cubicBezTo>
                  <a:cubicBezTo>
                    <a:pt x="584" y="8156"/>
                    <a:pt x="643" y="8192"/>
                    <a:pt x="703" y="8192"/>
                  </a:cubicBezTo>
                  <a:cubicBezTo>
                    <a:pt x="727" y="8192"/>
                    <a:pt x="750" y="8192"/>
                    <a:pt x="774" y="8180"/>
                  </a:cubicBezTo>
                  <a:cubicBezTo>
                    <a:pt x="858" y="8132"/>
                    <a:pt x="893" y="8037"/>
                    <a:pt x="846" y="7954"/>
                  </a:cubicBezTo>
                  <a:cubicBezTo>
                    <a:pt x="512" y="7239"/>
                    <a:pt x="334" y="6465"/>
                    <a:pt x="334" y="5656"/>
                  </a:cubicBezTo>
                  <a:cubicBezTo>
                    <a:pt x="334" y="4227"/>
                    <a:pt x="881" y="2894"/>
                    <a:pt x="1893" y="1882"/>
                  </a:cubicBezTo>
                  <a:cubicBezTo>
                    <a:pt x="2905" y="869"/>
                    <a:pt x="4239" y="322"/>
                    <a:pt x="5668" y="322"/>
                  </a:cubicBezTo>
                  <a:cubicBezTo>
                    <a:pt x="7239" y="322"/>
                    <a:pt x="8704" y="989"/>
                    <a:pt x="9716" y="2179"/>
                  </a:cubicBezTo>
                  <a:lnTo>
                    <a:pt x="9061" y="1953"/>
                  </a:lnTo>
                  <a:cubicBezTo>
                    <a:pt x="9044" y="1948"/>
                    <a:pt x="9027" y="1946"/>
                    <a:pt x="9010" y="1946"/>
                  </a:cubicBezTo>
                  <a:cubicBezTo>
                    <a:pt x="8942" y="1946"/>
                    <a:pt x="8878" y="1984"/>
                    <a:pt x="8859" y="2060"/>
                  </a:cubicBezTo>
                  <a:cubicBezTo>
                    <a:pt x="8823" y="2143"/>
                    <a:pt x="8870" y="2239"/>
                    <a:pt x="8966" y="2263"/>
                  </a:cubicBezTo>
                  <a:lnTo>
                    <a:pt x="10133" y="2655"/>
                  </a:lnTo>
                  <a:cubicBezTo>
                    <a:pt x="10156" y="2655"/>
                    <a:pt x="10168" y="2667"/>
                    <a:pt x="10192" y="2667"/>
                  </a:cubicBezTo>
                  <a:cubicBezTo>
                    <a:pt x="10240" y="2667"/>
                    <a:pt x="10275" y="2655"/>
                    <a:pt x="10299" y="2620"/>
                  </a:cubicBezTo>
                  <a:cubicBezTo>
                    <a:pt x="10347" y="2596"/>
                    <a:pt x="10359" y="2536"/>
                    <a:pt x="10359" y="2477"/>
                  </a:cubicBezTo>
                  <a:lnTo>
                    <a:pt x="10168" y="1108"/>
                  </a:lnTo>
                  <a:cubicBezTo>
                    <a:pt x="10158" y="1027"/>
                    <a:pt x="10088" y="971"/>
                    <a:pt x="10016" y="971"/>
                  </a:cubicBezTo>
                  <a:cubicBezTo>
                    <a:pt x="10003" y="971"/>
                    <a:pt x="9990" y="973"/>
                    <a:pt x="9978" y="977"/>
                  </a:cubicBezTo>
                  <a:cubicBezTo>
                    <a:pt x="9882" y="989"/>
                    <a:pt x="9823" y="1072"/>
                    <a:pt x="9835" y="1167"/>
                  </a:cubicBezTo>
                  <a:lnTo>
                    <a:pt x="9942" y="1941"/>
                  </a:lnTo>
                  <a:cubicBezTo>
                    <a:pt x="8870" y="703"/>
                    <a:pt x="7323" y="0"/>
                    <a:pt x="56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7"/>
            <p:cNvSpPr/>
            <p:nvPr/>
          </p:nvSpPr>
          <p:spPr>
            <a:xfrm>
              <a:off x="6351252" y="2064875"/>
              <a:ext cx="17855" cy="28072"/>
            </a:xfrm>
            <a:custGeom>
              <a:avLst/>
              <a:gdLst/>
              <a:ahLst/>
              <a:cxnLst/>
              <a:rect l="l" t="t" r="r" b="b"/>
              <a:pathLst>
                <a:path w="561" h="882" extrusionOk="0">
                  <a:moveTo>
                    <a:pt x="358" y="1"/>
                  </a:moveTo>
                  <a:cubicBezTo>
                    <a:pt x="275" y="1"/>
                    <a:pt x="203" y="84"/>
                    <a:pt x="203" y="168"/>
                  </a:cubicBezTo>
                  <a:lnTo>
                    <a:pt x="203" y="477"/>
                  </a:lnTo>
                  <a:lnTo>
                    <a:pt x="84" y="596"/>
                  </a:lnTo>
                  <a:cubicBezTo>
                    <a:pt x="25" y="656"/>
                    <a:pt x="1" y="763"/>
                    <a:pt x="84" y="834"/>
                  </a:cubicBezTo>
                  <a:cubicBezTo>
                    <a:pt x="108" y="870"/>
                    <a:pt x="156" y="882"/>
                    <a:pt x="203" y="882"/>
                  </a:cubicBezTo>
                  <a:cubicBezTo>
                    <a:pt x="239" y="882"/>
                    <a:pt x="287" y="870"/>
                    <a:pt x="322" y="834"/>
                  </a:cubicBezTo>
                  <a:lnTo>
                    <a:pt x="501" y="680"/>
                  </a:lnTo>
                  <a:cubicBezTo>
                    <a:pt x="525" y="644"/>
                    <a:pt x="561" y="596"/>
                    <a:pt x="537" y="560"/>
                  </a:cubicBezTo>
                  <a:lnTo>
                    <a:pt x="525" y="168"/>
                  </a:lnTo>
                  <a:cubicBezTo>
                    <a:pt x="525" y="84"/>
                    <a:pt x="453" y="1"/>
                    <a:pt x="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6260321" y="2016688"/>
              <a:ext cx="272857" cy="269929"/>
            </a:xfrm>
            <a:custGeom>
              <a:avLst/>
              <a:gdLst/>
              <a:ahLst/>
              <a:cxnLst/>
              <a:rect l="l" t="t" r="r" b="b"/>
              <a:pathLst>
                <a:path w="8573" h="8481" extrusionOk="0">
                  <a:moveTo>
                    <a:pt x="2822" y="3182"/>
                  </a:moveTo>
                  <a:lnTo>
                    <a:pt x="3037" y="3217"/>
                  </a:lnTo>
                  <a:lnTo>
                    <a:pt x="3144" y="3217"/>
                  </a:lnTo>
                  <a:lnTo>
                    <a:pt x="2965" y="3598"/>
                  </a:lnTo>
                  <a:lnTo>
                    <a:pt x="2679" y="3527"/>
                  </a:lnTo>
                  <a:lnTo>
                    <a:pt x="2822" y="3182"/>
                  </a:lnTo>
                  <a:close/>
                  <a:moveTo>
                    <a:pt x="3918" y="3110"/>
                  </a:moveTo>
                  <a:lnTo>
                    <a:pt x="4251" y="3515"/>
                  </a:lnTo>
                  <a:lnTo>
                    <a:pt x="4203" y="3634"/>
                  </a:lnTo>
                  <a:cubicBezTo>
                    <a:pt x="4168" y="3718"/>
                    <a:pt x="4215" y="3813"/>
                    <a:pt x="4310" y="3837"/>
                  </a:cubicBezTo>
                  <a:cubicBezTo>
                    <a:pt x="4322" y="3837"/>
                    <a:pt x="4334" y="3860"/>
                    <a:pt x="4370" y="3860"/>
                  </a:cubicBezTo>
                  <a:cubicBezTo>
                    <a:pt x="4441" y="3860"/>
                    <a:pt x="4501" y="3813"/>
                    <a:pt x="4525" y="3741"/>
                  </a:cubicBezTo>
                  <a:lnTo>
                    <a:pt x="4572" y="3622"/>
                  </a:lnTo>
                  <a:cubicBezTo>
                    <a:pt x="4608" y="3515"/>
                    <a:pt x="4584" y="3408"/>
                    <a:pt x="4513" y="3325"/>
                  </a:cubicBezTo>
                  <a:lnTo>
                    <a:pt x="4430" y="3217"/>
                  </a:lnTo>
                  <a:lnTo>
                    <a:pt x="4727" y="3444"/>
                  </a:lnTo>
                  <a:cubicBezTo>
                    <a:pt x="4749" y="3458"/>
                    <a:pt x="4780" y="3469"/>
                    <a:pt x="4815" y="3469"/>
                  </a:cubicBezTo>
                  <a:cubicBezTo>
                    <a:pt x="4836" y="3469"/>
                    <a:pt x="4859" y="3465"/>
                    <a:pt x="4882" y="3456"/>
                  </a:cubicBezTo>
                  <a:lnTo>
                    <a:pt x="5096" y="3360"/>
                  </a:lnTo>
                  <a:lnTo>
                    <a:pt x="5227" y="3515"/>
                  </a:lnTo>
                  <a:cubicBezTo>
                    <a:pt x="5263" y="3563"/>
                    <a:pt x="5323" y="3575"/>
                    <a:pt x="5358" y="3575"/>
                  </a:cubicBezTo>
                  <a:lnTo>
                    <a:pt x="5775" y="3539"/>
                  </a:lnTo>
                  <a:lnTo>
                    <a:pt x="5799" y="3622"/>
                  </a:lnTo>
                  <a:cubicBezTo>
                    <a:pt x="5811" y="3658"/>
                    <a:pt x="5775" y="3694"/>
                    <a:pt x="5775" y="3706"/>
                  </a:cubicBezTo>
                  <a:cubicBezTo>
                    <a:pt x="5763" y="3718"/>
                    <a:pt x="5739" y="3753"/>
                    <a:pt x="5692" y="3753"/>
                  </a:cubicBezTo>
                  <a:lnTo>
                    <a:pt x="4977" y="3813"/>
                  </a:lnTo>
                  <a:cubicBezTo>
                    <a:pt x="4882" y="3813"/>
                    <a:pt x="4811" y="3872"/>
                    <a:pt x="4751" y="3944"/>
                  </a:cubicBezTo>
                  <a:cubicBezTo>
                    <a:pt x="4727" y="4003"/>
                    <a:pt x="4691" y="4063"/>
                    <a:pt x="4703" y="4122"/>
                  </a:cubicBezTo>
                  <a:lnTo>
                    <a:pt x="4227" y="3956"/>
                  </a:lnTo>
                  <a:cubicBezTo>
                    <a:pt x="4215" y="3956"/>
                    <a:pt x="4215" y="3944"/>
                    <a:pt x="4203" y="3932"/>
                  </a:cubicBezTo>
                  <a:cubicBezTo>
                    <a:pt x="4168" y="3753"/>
                    <a:pt x="4025" y="3610"/>
                    <a:pt x="3846" y="3610"/>
                  </a:cubicBezTo>
                  <a:lnTo>
                    <a:pt x="3834" y="3610"/>
                  </a:lnTo>
                  <a:lnTo>
                    <a:pt x="3322" y="3634"/>
                  </a:lnTo>
                  <a:lnTo>
                    <a:pt x="3477" y="3289"/>
                  </a:lnTo>
                  <a:cubicBezTo>
                    <a:pt x="3489" y="3265"/>
                    <a:pt x="3513" y="3229"/>
                    <a:pt x="3548" y="3229"/>
                  </a:cubicBezTo>
                  <a:lnTo>
                    <a:pt x="3918" y="3110"/>
                  </a:lnTo>
                  <a:close/>
                  <a:moveTo>
                    <a:pt x="7775" y="3646"/>
                  </a:moveTo>
                  <a:cubicBezTo>
                    <a:pt x="7787" y="3646"/>
                    <a:pt x="7835" y="3646"/>
                    <a:pt x="7859" y="3682"/>
                  </a:cubicBezTo>
                  <a:lnTo>
                    <a:pt x="8204" y="4003"/>
                  </a:lnTo>
                  <a:lnTo>
                    <a:pt x="8204" y="4349"/>
                  </a:lnTo>
                  <a:cubicBezTo>
                    <a:pt x="8156" y="5325"/>
                    <a:pt x="7763" y="6254"/>
                    <a:pt x="7061" y="6956"/>
                  </a:cubicBezTo>
                  <a:cubicBezTo>
                    <a:pt x="6954" y="7051"/>
                    <a:pt x="6835" y="7158"/>
                    <a:pt x="6716" y="7254"/>
                  </a:cubicBezTo>
                  <a:cubicBezTo>
                    <a:pt x="6775" y="7158"/>
                    <a:pt x="6835" y="7075"/>
                    <a:pt x="6870" y="6968"/>
                  </a:cubicBezTo>
                  <a:lnTo>
                    <a:pt x="7620" y="5194"/>
                  </a:lnTo>
                  <a:cubicBezTo>
                    <a:pt x="7656" y="5134"/>
                    <a:pt x="7644" y="5075"/>
                    <a:pt x="7609" y="5027"/>
                  </a:cubicBezTo>
                  <a:cubicBezTo>
                    <a:pt x="7585" y="4992"/>
                    <a:pt x="7525" y="4956"/>
                    <a:pt x="7466" y="4956"/>
                  </a:cubicBezTo>
                  <a:lnTo>
                    <a:pt x="7382" y="4956"/>
                  </a:lnTo>
                  <a:lnTo>
                    <a:pt x="7799" y="4134"/>
                  </a:lnTo>
                  <a:cubicBezTo>
                    <a:pt x="7882" y="4003"/>
                    <a:pt x="7835" y="3837"/>
                    <a:pt x="7704" y="3753"/>
                  </a:cubicBezTo>
                  <a:lnTo>
                    <a:pt x="7668" y="3718"/>
                  </a:lnTo>
                  <a:lnTo>
                    <a:pt x="7680" y="3706"/>
                  </a:lnTo>
                  <a:cubicBezTo>
                    <a:pt x="7716" y="3658"/>
                    <a:pt x="7739" y="3658"/>
                    <a:pt x="7775" y="3646"/>
                  </a:cubicBezTo>
                  <a:close/>
                  <a:moveTo>
                    <a:pt x="4257" y="0"/>
                  </a:moveTo>
                  <a:cubicBezTo>
                    <a:pt x="4208" y="0"/>
                    <a:pt x="4158" y="1"/>
                    <a:pt x="4108" y="3"/>
                  </a:cubicBezTo>
                  <a:cubicBezTo>
                    <a:pt x="3037" y="50"/>
                    <a:pt x="2048" y="491"/>
                    <a:pt x="1286" y="1241"/>
                  </a:cubicBezTo>
                  <a:cubicBezTo>
                    <a:pt x="524" y="1991"/>
                    <a:pt x="96" y="2991"/>
                    <a:pt x="48" y="4063"/>
                  </a:cubicBezTo>
                  <a:cubicBezTo>
                    <a:pt x="0" y="5122"/>
                    <a:pt x="358" y="6158"/>
                    <a:pt x="1048" y="6968"/>
                  </a:cubicBezTo>
                  <a:cubicBezTo>
                    <a:pt x="1072" y="7016"/>
                    <a:pt x="1120" y="7027"/>
                    <a:pt x="1179" y="7027"/>
                  </a:cubicBezTo>
                  <a:cubicBezTo>
                    <a:pt x="1227" y="7027"/>
                    <a:pt x="1251" y="7016"/>
                    <a:pt x="1286" y="6980"/>
                  </a:cubicBezTo>
                  <a:cubicBezTo>
                    <a:pt x="1358" y="6920"/>
                    <a:pt x="1358" y="6813"/>
                    <a:pt x="1298" y="6742"/>
                  </a:cubicBezTo>
                  <a:cubicBezTo>
                    <a:pt x="679" y="6004"/>
                    <a:pt x="346" y="5051"/>
                    <a:pt x="393" y="4063"/>
                  </a:cubicBezTo>
                  <a:cubicBezTo>
                    <a:pt x="441" y="3087"/>
                    <a:pt x="834" y="2158"/>
                    <a:pt x="1536" y="1455"/>
                  </a:cubicBezTo>
                  <a:cubicBezTo>
                    <a:pt x="2239" y="765"/>
                    <a:pt x="3156" y="360"/>
                    <a:pt x="4144" y="312"/>
                  </a:cubicBezTo>
                  <a:cubicBezTo>
                    <a:pt x="4200" y="309"/>
                    <a:pt x="4256" y="308"/>
                    <a:pt x="4312" y="308"/>
                  </a:cubicBezTo>
                  <a:cubicBezTo>
                    <a:pt x="4478" y="308"/>
                    <a:pt x="4641" y="321"/>
                    <a:pt x="4811" y="348"/>
                  </a:cubicBezTo>
                  <a:lnTo>
                    <a:pt x="5037" y="622"/>
                  </a:lnTo>
                  <a:lnTo>
                    <a:pt x="4942" y="848"/>
                  </a:lnTo>
                  <a:lnTo>
                    <a:pt x="4811" y="610"/>
                  </a:lnTo>
                  <a:cubicBezTo>
                    <a:pt x="4787" y="550"/>
                    <a:pt x="4727" y="527"/>
                    <a:pt x="4668" y="527"/>
                  </a:cubicBezTo>
                  <a:lnTo>
                    <a:pt x="4132" y="527"/>
                  </a:lnTo>
                  <a:cubicBezTo>
                    <a:pt x="4072" y="527"/>
                    <a:pt x="4013" y="550"/>
                    <a:pt x="3977" y="610"/>
                  </a:cubicBezTo>
                  <a:lnTo>
                    <a:pt x="3608" y="1324"/>
                  </a:lnTo>
                  <a:cubicBezTo>
                    <a:pt x="3560" y="1432"/>
                    <a:pt x="3560" y="1539"/>
                    <a:pt x="3608" y="1634"/>
                  </a:cubicBezTo>
                  <a:cubicBezTo>
                    <a:pt x="3668" y="1729"/>
                    <a:pt x="3751" y="1801"/>
                    <a:pt x="3858" y="1801"/>
                  </a:cubicBezTo>
                  <a:lnTo>
                    <a:pt x="4156" y="1836"/>
                  </a:lnTo>
                  <a:cubicBezTo>
                    <a:pt x="4215" y="1836"/>
                    <a:pt x="4275" y="1813"/>
                    <a:pt x="4310" y="1753"/>
                  </a:cubicBezTo>
                  <a:lnTo>
                    <a:pt x="4430" y="1598"/>
                  </a:lnTo>
                  <a:lnTo>
                    <a:pt x="4489" y="1670"/>
                  </a:lnTo>
                  <a:lnTo>
                    <a:pt x="4441" y="1955"/>
                  </a:lnTo>
                  <a:lnTo>
                    <a:pt x="3929" y="2027"/>
                  </a:lnTo>
                  <a:cubicBezTo>
                    <a:pt x="3906" y="2027"/>
                    <a:pt x="3894" y="2039"/>
                    <a:pt x="3858" y="2051"/>
                  </a:cubicBezTo>
                  <a:lnTo>
                    <a:pt x="3203" y="2527"/>
                  </a:lnTo>
                  <a:cubicBezTo>
                    <a:pt x="3179" y="2563"/>
                    <a:pt x="3144" y="2586"/>
                    <a:pt x="3144" y="2622"/>
                  </a:cubicBezTo>
                  <a:lnTo>
                    <a:pt x="3072" y="2920"/>
                  </a:lnTo>
                  <a:lnTo>
                    <a:pt x="2846" y="2884"/>
                  </a:lnTo>
                  <a:cubicBezTo>
                    <a:pt x="2836" y="2883"/>
                    <a:pt x="2826" y="2883"/>
                    <a:pt x="2816" y="2883"/>
                  </a:cubicBezTo>
                  <a:cubicBezTo>
                    <a:pt x="2686" y="2883"/>
                    <a:pt x="2580" y="2954"/>
                    <a:pt x="2525" y="3087"/>
                  </a:cubicBezTo>
                  <a:lnTo>
                    <a:pt x="2382" y="3456"/>
                  </a:lnTo>
                  <a:cubicBezTo>
                    <a:pt x="2358" y="3527"/>
                    <a:pt x="2358" y="3622"/>
                    <a:pt x="2405" y="3694"/>
                  </a:cubicBezTo>
                  <a:cubicBezTo>
                    <a:pt x="2441" y="3765"/>
                    <a:pt x="2501" y="3825"/>
                    <a:pt x="2596" y="3860"/>
                  </a:cubicBezTo>
                  <a:cubicBezTo>
                    <a:pt x="2441" y="3932"/>
                    <a:pt x="2322" y="4075"/>
                    <a:pt x="2322" y="4241"/>
                  </a:cubicBezTo>
                  <a:lnTo>
                    <a:pt x="2322" y="4313"/>
                  </a:lnTo>
                  <a:lnTo>
                    <a:pt x="1870" y="4849"/>
                  </a:lnTo>
                  <a:cubicBezTo>
                    <a:pt x="1786" y="4932"/>
                    <a:pt x="1763" y="5051"/>
                    <a:pt x="1763" y="5146"/>
                  </a:cubicBezTo>
                  <a:lnTo>
                    <a:pt x="1763" y="5777"/>
                  </a:lnTo>
                  <a:cubicBezTo>
                    <a:pt x="1763" y="5944"/>
                    <a:pt x="1822" y="6087"/>
                    <a:pt x="1941" y="6194"/>
                  </a:cubicBezTo>
                  <a:lnTo>
                    <a:pt x="2382" y="6623"/>
                  </a:lnTo>
                  <a:cubicBezTo>
                    <a:pt x="2489" y="6718"/>
                    <a:pt x="2608" y="6777"/>
                    <a:pt x="2739" y="6789"/>
                  </a:cubicBezTo>
                  <a:lnTo>
                    <a:pt x="4049" y="6908"/>
                  </a:lnTo>
                  <a:lnTo>
                    <a:pt x="4049" y="6956"/>
                  </a:lnTo>
                  <a:cubicBezTo>
                    <a:pt x="4037" y="7111"/>
                    <a:pt x="4096" y="7266"/>
                    <a:pt x="4227" y="7373"/>
                  </a:cubicBezTo>
                  <a:lnTo>
                    <a:pt x="4465" y="7551"/>
                  </a:lnTo>
                  <a:lnTo>
                    <a:pt x="4453" y="7587"/>
                  </a:lnTo>
                  <a:cubicBezTo>
                    <a:pt x="4394" y="7766"/>
                    <a:pt x="4453" y="7944"/>
                    <a:pt x="4584" y="8063"/>
                  </a:cubicBezTo>
                  <a:lnTo>
                    <a:pt x="4668" y="8123"/>
                  </a:lnTo>
                  <a:cubicBezTo>
                    <a:pt x="4608" y="8123"/>
                    <a:pt x="4561" y="8147"/>
                    <a:pt x="4501" y="8147"/>
                  </a:cubicBezTo>
                  <a:cubicBezTo>
                    <a:pt x="4451" y="8148"/>
                    <a:pt x="4402" y="8149"/>
                    <a:pt x="4353" y="8149"/>
                  </a:cubicBezTo>
                  <a:cubicBezTo>
                    <a:pt x="3418" y="8149"/>
                    <a:pt x="2523" y="7829"/>
                    <a:pt x="1822" y="7230"/>
                  </a:cubicBezTo>
                  <a:cubicBezTo>
                    <a:pt x="1793" y="7206"/>
                    <a:pt x="1759" y="7195"/>
                    <a:pt x="1724" y="7195"/>
                  </a:cubicBezTo>
                  <a:cubicBezTo>
                    <a:pt x="1672" y="7195"/>
                    <a:pt x="1619" y="7218"/>
                    <a:pt x="1584" y="7254"/>
                  </a:cubicBezTo>
                  <a:cubicBezTo>
                    <a:pt x="1524" y="7325"/>
                    <a:pt x="1536" y="7432"/>
                    <a:pt x="1596" y="7492"/>
                  </a:cubicBezTo>
                  <a:cubicBezTo>
                    <a:pt x="2358" y="8123"/>
                    <a:pt x="3322" y="8480"/>
                    <a:pt x="4322" y="8480"/>
                  </a:cubicBezTo>
                  <a:lnTo>
                    <a:pt x="4501" y="8480"/>
                  </a:lnTo>
                  <a:cubicBezTo>
                    <a:pt x="5573" y="8444"/>
                    <a:pt x="6573" y="7992"/>
                    <a:pt x="7323" y="7254"/>
                  </a:cubicBezTo>
                  <a:cubicBezTo>
                    <a:pt x="8085" y="6492"/>
                    <a:pt x="8513" y="5492"/>
                    <a:pt x="8561" y="4420"/>
                  </a:cubicBezTo>
                  <a:cubicBezTo>
                    <a:pt x="8573" y="3289"/>
                    <a:pt x="8216" y="2265"/>
                    <a:pt x="7537" y="1455"/>
                  </a:cubicBezTo>
                  <a:cubicBezTo>
                    <a:pt x="7506" y="1418"/>
                    <a:pt x="7462" y="1400"/>
                    <a:pt x="7417" y="1400"/>
                  </a:cubicBezTo>
                  <a:cubicBezTo>
                    <a:pt x="7375" y="1400"/>
                    <a:pt x="7333" y="1415"/>
                    <a:pt x="7299" y="1443"/>
                  </a:cubicBezTo>
                  <a:cubicBezTo>
                    <a:pt x="7228" y="1503"/>
                    <a:pt x="7228" y="1610"/>
                    <a:pt x="7287" y="1682"/>
                  </a:cubicBezTo>
                  <a:cubicBezTo>
                    <a:pt x="7728" y="2217"/>
                    <a:pt x="8025" y="2860"/>
                    <a:pt x="8144" y="3539"/>
                  </a:cubicBezTo>
                  <a:lnTo>
                    <a:pt x="8097" y="3503"/>
                  </a:lnTo>
                  <a:cubicBezTo>
                    <a:pt x="8018" y="3424"/>
                    <a:pt x="7923" y="3378"/>
                    <a:pt x="7804" y="3378"/>
                  </a:cubicBezTo>
                  <a:cubicBezTo>
                    <a:pt x="7780" y="3378"/>
                    <a:pt x="7754" y="3380"/>
                    <a:pt x="7728" y="3384"/>
                  </a:cubicBezTo>
                  <a:cubicBezTo>
                    <a:pt x="7597" y="3396"/>
                    <a:pt x="7478" y="3468"/>
                    <a:pt x="7406" y="3587"/>
                  </a:cubicBezTo>
                  <a:lnTo>
                    <a:pt x="7370" y="3634"/>
                  </a:lnTo>
                  <a:cubicBezTo>
                    <a:pt x="7299" y="3634"/>
                    <a:pt x="7228" y="3658"/>
                    <a:pt x="7168" y="3718"/>
                  </a:cubicBezTo>
                  <a:lnTo>
                    <a:pt x="6942" y="3468"/>
                  </a:lnTo>
                  <a:cubicBezTo>
                    <a:pt x="6911" y="3430"/>
                    <a:pt x="6866" y="3412"/>
                    <a:pt x="6821" y="3412"/>
                  </a:cubicBezTo>
                  <a:cubicBezTo>
                    <a:pt x="6780" y="3412"/>
                    <a:pt x="6738" y="3427"/>
                    <a:pt x="6704" y="3456"/>
                  </a:cubicBezTo>
                  <a:cubicBezTo>
                    <a:pt x="6632" y="3515"/>
                    <a:pt x="6632" y="3622"/>
                    <a:pt x="6692" y="3694"/>
                  </a:cubicBezTo>
                  <a:lnTo>
                    <a:pt x="7013" y="4099"/>
                  </a:lnTo>
                  <a:cubicBezTo>
                    <a:pt x="7049" y="4122"/>
                    <a:pt x="7085" y="4146"/>
                    <a:pt x="7132" y="4146"/>
                  </a:cubicBezTo>
                  <a:cubicBezTo>
                    <a:pt x="7180" y="4146"/>
                    <a:pt x="7228" y="4134"/>
                    <a:pt x="7251" y="4110"/>
                  </a:cubicBezTo>
                  <a:lnTo>
                    <a:pt x="7358" y="4003"/>
                  </a:lnTo>
                  <a:lnTo>
                    <a:pt x="7489" y="4099"/>
                  </a:lnTo>
                  <a:lnTo>
                    <a:pt x="7001" y="5075"/>
                  </a:lnTo>
                  <a:lnTo>
                    <a:pt x="6966" y="5075"/>
                  </a:lnTo>
                  <a:cubicBezTo>
                    <a:pt x="6930" y="5075"/>
                    <a:pt x="6894" y="5063"/>
                    <a:pt x="6870" y="5027"/>
                  </a:cubicBezTo>
                  <a:lnTo>
                    <a:pt x="6215" y="4230"/>
                  </a:lnTo>
                  <a:cubicBezTo>
                    <a:pt x="6181" y="4188"/>
                    <a:pt x="6129" y="4170"/>
                    <a:pt x="6079" y="4170"/>
                  </a:cubicBezTo>
                  <a:cubicBezTo>
                    <a:pt x="6043" y="4170"/>
                    <a:pt x="6007" y="4179"/>
                    <a:pt x="5977" y="4194"/>
                  </a:cubicBezTo>
                  <a:cubicBezTo>
                    <a:pt x="5894" y="4253"/>
                    <a:pt x="5894" y="4360"/>
                    <a:pt x="5942" y="4432"/>
                  </a:cubicBezTo>
                  <a:lnTo>
                    <a:pt x="6596" y="5242"/>
                  </a:lnTo>
                  <a:cubicBezTo>
                    <a:pt x="6684" y="5351"/>
                    <a:pt x="6811" y="5410"/>
                    <a:pt x="6932" y="5410"/>
                  </a:cubicBezTo>
                  <a:cubicBezTo>
                    <a:pt x="6944" y="5410"/>
                    <a:pt x="6955" y="5409"/>
                    <a:pt x="6966" y="5408"/>
                  </a:cubicBezTo>
                  <a:lnTo>
                    <a:pt x="7180" y="5384"/>
                  </a:lnTo>
                  <a:lnTo>
                    <a:pt x="6525" y="6908"/>
                  </a:lnTo>
                  <a:cubicBezTo>
                    <a:pt x="6477" y="7016"/>
                    <a:pt x="6418" y="7111"/>
                    <a:pt x="6335" y="7206"/>
                  </a:cubicBezTo>
                  <a:lnTo>
                    <a:pt x="5811" y="7825"/>
                  </a:lnTo>
                  <a:cubicBezTo>
                    <a:pt x="5537" y="7944"/>
                    <a:pt x="5275" y="8028"/>
                    <a:pt x="4989" y="8087"/>
                  </a:cubicBezTo>
                  <a:lnTo>
                    <a:pt x="4703" y="7825"/>
                  </a:lnTo>
                  <a:cubicBezTo>
                    <a:pt x="4680" y="7801"/>
                    <a:pt x="4668" y="7754"/>
                    <a:pt x="4680" y="7706"/>
                  </a:cubicBezTo>
                  <a:lnTo>
                    <a:pt x="4727" y="7551"/>
                  </a:lnTo>
                  <a:cubicBezTo>
                    <a:pt x="4739" y="7468"/>
                    <a:pt x="4727" y="7408"/>
                    <a:pt x="4668" y="7373"/>
                  </a:cubicBezTo>
                  <a:lnTo>
                    <a:pt x="4334" y="7123"/>
                  </a:lnTo>
                  <a:cubicBezTo>
                    <a:pt x="4310" y="7099"/>
                    <a:pt x="4287" y="7075"/>
                    <a:pt x="4287" y="7027"/>
                  </a:cubicBezTo>
                  <a:lnTo>
                    <a:pt x="4322" y="6813"/>
                  </a:lnTo>
                  <a:cubicBezTo>
                    <a:pt x="4322" y="6777"/>
                    <a:pt x="4322" y="6730"/>
                    <a:pt x="4287" y="6694"/>
                  </a:cubicBezTo>
                  <a:cubicBezTo>
                    <a:pt x="4263" y="6670"/>
                    <a:pt x="4215" y="6635"/>
                    <a:pt x="4168" y="6635"/>
                  </a:cubicBezTo>
                  <a:lnTo>
                    <a:pt x="2679" y="6504"/>
                  </a:lnTo>
                  <a:cubicBezTo>
                    <a:pt x="2620" y="6504"/>
                    <a:pt x="2560" y="6480"/>
                    <a:pt x="2536" y="6432"/>
                  </a:cubicBezTo>
                  <a:lnTo>
                    <a:pt x="2084" y="6004"/>
                  </a:lnTo>
                  <a:cubicBezTo>
                    <a:pt x="2048" y="5956"/>
                    <a:pt x="2013" y="5884"/>
                    <a:pt x="2013" y="5825"/>
                  </a:cubicBezTo>
                  <a:lnTo>
                    <a:pt x="2013" y="5194"/>
                  </a:lnTo>
                  <a:cubicBezTo>
                    <a:pt x="2013" y="5170"/>
                    <a:pt x="2024" y="5134"/>
                    <a:pt x="2048" y="5122"/>
                  </a:cubicBezTo>
                  <a:lnTo>
                    <a:pt x="2548" y="4539"/>
                  </a:lnTo>
                  <a:cubicBezTo>
                    <a:pt x="2584" y="4515"/>
                    <a:pt x="2596" y="4480"/>
                    <a:pt x="2596" y="4432"/>
                  </a:cubicBezTo>
                  <a:lnTo>
                    <a:pt x="2596" y="4301"/>
                  </a:lnTo>
                  <a:cubicBezTo>
                    <a:pt x="2596" y="4253"/>
                    <a:pt x="2620" y="4218"/>
                    <a:pt x="2667" y="4194"/>
                  </a:cubicBezTo>
                  <a:lnTo>
                    <a:pt x="3072" y="4015"/>
                  </a:lnTo>
                  <a:lnTo>
                    <a:pt x="3810" y="4003"/>
                  </a:lnTo>
                  <a:cubicBezTo>
                    <a:pt x="3834" y="4003"/>
                    <a:pt x="3846" y="4015"/>
                    <a:pt x="3846" y="4039"/>
                  </a:cubicBezTo>
                  <a:cubicBezTo>
                    <a:pt x="3858" y="4170"/>
                    <a:pt x="3965" y="4289"/>
                    <a:pt x="4096" y="4313"/>
                  </a:cubicBezTo>
                  <a:lnTo>
                    <a:pt x="4632" y="4491"/>
                  </a:lnTo>
                  <a:cubicBezTo>
                    <a:pt x="4668" y="4503"/>
                    <a:pt x="4705" y="4510"/>
                    <a:pt x="4741" y="4510"/>
                  </a:cubicBezTo>
                  <a:cubicBezTo>
                    <a:pt x="4813" y="4510"/>
                    <a:pt x="4882" y="4484"/>
                    <a:pt x="4930" y="4420"/>
                  </a:cubicBezTo>
                  <a:cubicBezTo>
                    <a:pt x="5001" y="4360"/>
                    <a:pt x="5037" y="4253"/>
                    <a:pt x="5025" y="4170"/>
                  </a:cubicBezTo>
                  <a:lnTo>
                    <a:pt x="5692" y="4110"/>
                  </a:lnTo>
                  <a:cubicBezTo>
                    <a:pt x="5823" y="4099"/>
                    <a:pt x="5930" y="4039"/>
                    <a:pt x="6013" y="3932"/>
                  </a:cubicBezTo>
                  <a:cubicBezTo>
                    <a:pt x="6096" y="3825"/>
                    <a:pt x="6120" y="3694"/>
                    <a:pt x="6096" y="3575"/>
                  </a:cubicBezTo>
                  <a:lnTo>
                    <a:pt x="6073" y="3479"/>
                  </a:lnTo>
                  <a:cubicBezTo>
                    <a:pt x="6050" y="3344"/>
                    <a:pt x="5931" y="3240"/>
                    <a:pt x="5776" y="3240"/>
                  </a:cubicBezTo>
                  <a:cubicBezTo>
                    <a:pt x="5768" y="3240"/>
                    <a:pt x="5760" y="3241"/>
                    <a:pt x="5751" y="3241"/>
                  </a:cubicBezTo>
                  <a:lnTo>
                    <a:pt x="5406" y="3277"/>
                  </a:lnTo>
                  <a:lnTo>
                    <a:pt x="5346" y="3217"/>
                  </a:lnTo>
                  <a:lnTo>
                    <a:pt x="5811" y="2753"/>
                  </a:lnTo>
                  <a:cubicBezTo>
                    <a:pt x="5870" y="2694"/>
                    <a:pt x="5870" y="2586"/>
                    <a:pt x="5811" y="2515"/>
                  </a:cubicBezTo>
                  <a:cubicBezTo>
                    <a:pt x="5781" y="2485"/>
                    <a:pt x="5739" y="2470"/>
                    <a:pt x="5696" y="2470"/>
                  </a:cubicBezTo>
                  <a:cubicBezTo>
                    <a:pt x="5653" y="2470"/>
                    <a:pt x="5608" y="2485"/>
                    <a:pt x="5573" y="2515"/>
                  </a:cubicBezTo>
                  <a:lnTo>
                    <a:pt x="5001" y="3063"/>
                  </a:lnTo>
                  <a:lnTo>
                    <a:pt x="4811" y="3146"/>
                  </a:lnTo>
                  <a:lnTo>
                    <a:pt x="4287" y="2741"/>
                  </a:lnTo>
                  <a:cubicBezTo>
                    <a:pt x="4260" y="2714"/>
                    <a:pt x="4220" y="2701"/>
                    <a:pt x="4181" y="2701"/>
                  </a:cubicBezTo>
                  <a:cubicBezTo>
                    <a:pt x="4168" y="2701"/>
                    <a:pt x="4156" y="2703"/>
                    <a:pt x="4144" y="2706"/>
                  </a:cubicBezTo>
                  <a:lnTo>
                    <a:pt x="3418" y="2944"/>
                  </a:lnTo>
                  <a:cubicBezTo>
                    <a:pt x="3394" y="2944"/>
                    <a:pt x="3370" y="2967"/>
                    <a:pt x="3358" y="2979"/>
                  </a:cubicBezTo>
                  <a:lnTo>
                    <a:pt x="3394" y="2753"/>
                  </a:lnTo>
                  <a:lnTo>
                    <a:pt x="3977" y="2336"/>
                  </a:lnTo>
                  <a:lnTo>
                    <a:pt x="4572" y="2253"/>
                  </a:lnTo>
                  <a:cubicBezTo>
                    <a:pt x="4644" y="2229"/>
                    <a:pt x="4703" y="2170"/>
                    <a:pt x="4703" y="2110"/>
                  </a:cubicBezTo>
                  <a:lnTo>
                    <a:pt x="4787" y="1634"/>
                  </a:lnTo>
                  <a:cubicBezTo>
                    <a:pt x="4787" y="1598"/>
                    <a:pt x="4787" y="1551"/>
                    <a:pt x="4751" y="1515"/>
                  </a:cubicBezTo>
                  <a:lnTo>
                    <a:pt x="4513" y="1205"/>
                  </a:lnTo>
                  <a:cubicBezTo>
                    <a:pt x="4489" y="1158"/>
                    <a:pt x="4430" y="1146"/>
                    <a:pt x="4382" y="1146"/>
                  </a:cubicBezTo>
                  <a:cubicBezTo>
                    <a:pt x="4322" y="1146"/>
                    <a:pt x="4275" y="1182"/>
                    <a:pt x="4251" y="1217"/>
                  </a:cubicBezTo>
                  <a:lnTo>
                    <a:pt x="4072" y="1491"/>
                  </a:lnTo>
                  <a:lnTo>
                    <a:pt x="3870" y="1479"/>
                  </a:lnTo>
                  <a:lnTo>
                    <a:pt x="4203" y="860"/>
                  </a:lnTo>
                  <a:lnTo>
                    <a:pt x="4525" y="860"/>
                  </a:lnTo>
                  <a:lnTo>
                    <a:pt x="4787" y="1324"/>
                  </a:lnTo>
                  <a:cubicBezTo>
                    <a:pt x="4811" y="1384"/>
                    <a:pt x="4870" y="1420"/>
                    <a:pt x="4930" y="1420"/>
                  </a:cubicBezTo>
                  <a:cubicBezTo>
                    <a:pt x="4989" y="1420"/>
                    <a:pt x="5049" y="1372"/>
                    <a:pt x="5084" y="1312"/>
                  </a:cubicBezTo>
                  <a:lnTo>
                    <a:pt x="5323" y="765"/>
                  </a:lnTo>
                  <a:cubicBezTo>
                    <a:pt x="5358" y="658"/>
                    <a:pt x="5346" y="550"/>
                    <a:pt x="5287" y="467"/>
                  </a:cubicBezTo>
                  <a:lnTo>
                    <a:pt x="5287" y="467"/>
                  </a:lnTo>
                  <a:cubicBezTo>
                    <a:pt x="5834" y="610"/>
                    <a:pt x="6346" y="884"/>
                    <a:pt x="6787" y="1253"/>
                  </a:cubicBezTo>
                  <a:cubicBezTo>
                    <a:pt x="6825" y="1280"/>
                    <a:pt x="6864" y="1292"/>
                    <a:pt x="6903" y="1292"/>
                  </a:cubicBezTo>
                  <a:cubicBezTo>
                    <a:pt x="6949" y="1292"/>
                    <a:pt x="6992" y="1274"/>
                    <a:pt x="7025" y="1241"/>
                  </a:cubicBezTo>
                  <a:cubicBezTo>
                    <a:pt x="7085" y="1158"/>
                    <a:pt x="7073" y="1062"/>
                    <a:pt x="7013" y="1003"/>
                  </a:cubicBezTo>
                  <a:cubicBezTo>
                    <a:pt x="6253" y="345"/>
                    <a:pt x="5266" y="0"/>
                    <a:pt x="4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7" name="Google Shape;427;p37"/>
          <p:cNvGrpSpPr/>
          <p:nvPr/>
        </p:nvGrpSpPr>
        <p:grpSpPr>
          <a:xfrm>
            <a:off x="6762640" y="1716391"/>
            <a:ext cx="719993" cy="719999"/>
            <a:chOff x="5774124" y="4294550"/>
            <a:chExt cx="331611" cy="331674"/>
          </a:xfrm>
        </p:grpSpPr>
        <p:sp>
          <p:nvSpPr>
            <p:cNvPr id="428" name="Google Shape;428;p37"/>
            <p:cNvSpPr/>
            <p:nvPr/>
          </p:nvSpPr>
          <p:spPr>
            <a:xfrm>
              <a:off x="5774124" y="4419664"/>
              <a:ext cx="331611" cy="206560"/>
            </a:xfrm>
            <a:custGeom>
              <a:avLst/>
              <a:gdLst/>
              <a:ahLst/>
              <a:cxnLst/>
              <a:rect l="l" t="t" r="r" b="b"/>
              <a:pathLst>
                <a:path w="10419" h="6490" extrusionOk="0">
                  <a:moveTo>
                    <a:pt x="2751" y="2905"/>
                  </a:moveTo>
                  <a:lnTo>
                    <a:pt x="2751" y="6191"/>
                  </a:lnTo>
                  <a:lnTo>
                    <a:pt x="1429" y="6191"/>
                  </a:lnTo>
                  <a:lnTo>
                    <a:pt x="1429" y="2905"/>
                  </a:lnTo>
                  <a:close/>
                  <a:moveTo>
                    <a:pt x="5847" y="2084"/>
                  </a:moveTo>
                  <a:lnTo>
                    <a:pt x="5847" y="6191"/>
                  </a:lnTo>
                  <a:lnTo>
                    <a:pt x="4525" y="6191"/>
                  </a:lnTo>
                  <a:lnTo>
                    <a:pt x="4525" y="2084"/>
                  </a:lnTo>
                  <a:close/>
                  <a:moveTo>
                    <a:pt x="8942" y="298"/>
                  </a:moveTo>
                  <a:lnTo>
                    <a:pt x="8942" y="6191"/>
                  </a:lnTo>
                  <a:lnTo>
                    <a:pt x="7609" y="6191"/>
                  </a:lnTo>
                  <a:lnTo>
                    <a:pt x="7609" y="298"/>
                  </a:lnTo>
                  <a:close/>
                  <a:moveTo>
                    <a:pt x="7466" y="0"/>
                  </a:moveTo>
                  <a:cubicBezTo>
                    <a:pt x="7383" y="0"/>
                    <a:pt x="7323" y="72"/>
                    <a:pt x="7323" y="155"/>
                  </a:cubicBezTo>
                  <a:lnTo>
                    <a:pt x="7323" y="6191"/>
                  </a:lnTo>
                  <a:lnTo>
                    <a:pt x="6156" y="6191"/>
                  </a:lnTo>
                  <a:lnTo>
                    <a:pt x="6156" y="1941"/>
                  </a:lnTo>
                  <a:cubicBezTo>
                    <a:pt x="6156" y="1846"/>
                    <a:pt x="6085" y="1786"/>
                    <a:pt x="6013" y="1786"/>
                  </a:cubicBezTo>
                  <a:lnTo>
                    <a:pt x="4370" y="1786"/>
                  </a:lnTo>
                  <a:cubicBezTo>
                    <a:pt x="4287" y="1786"/>
                    <a:pt x="4227" y="1858"/>
                    <a:pt x="4227" y="1941"/>
                  </a:cubicBezTo>
                  <a:lnTo>
                    <a:pt x="4227" y="6191"/>
                  </a:lnTo>
                  <a:lnTo>
                    <a:pt x="3061" y="6191"/>
                  </a:lnTo>
                  <a:lnTo>
                    <a:pt x="3061" y="2751"/>
                  </a:lnTo>
                  <a:cubicBezTo>
                    <a:pt x="3061" y="2667"/>
                    <a:pt x="2989" y="2608"/>
                    <a:pt x="2918" y="2608"/>
                  </a:cubicBezTo>
                  <a:lnTo>
                    <a:pt x="1275" y="2608"/>
                  </a:lnTo>
                  <a:cubicBezTo>
                    <a:pt x="1191" y="2608"/>
                    <a:pt x="1132" y="2679"/>
                    <a:pt x="1132" y="2751"/>
                  </a:cubicBezTo>
                  <a:lnTo>
                    <a:pt x="1132" y="6191"/>
                  </a:lnTo>
                  <a:lnTo>
                    <a:pt x="144" y="6191"/>
                  </a:lnTo>
                  <a:cubicBezTo>
                    <a:pt x="60" y="6191"/>
                    <a:pt x="1" y="6263"/>
                    <a:pt x="1" y="6346"/>
                  </a:cubicBezTo>
                  <a:cubicBezTo>
                    <a:pt x="1" y="6430"/>
                    <a:pt x="72" y="6489"/>
                    <a:pt x="144" y="6489"/>
                  </a:cubicBezTo>
                  <a:lnTo>
                    <a:pt x="10264" y="6489"/>
                  </a:lnTo>
                  <a:cubicBezTo>
                    <a:pt x="10359" y="6489"/>
                    <a:pt x="10419" y="6418"/>
                    <a:pt x="10419" y="6346"/>
                  </a:cubicBezTo>
                  <a:cubicBezTo>
                    <a:pt x="10395" y="6251"/>
                    <a:pt x="10323" y="6191"/>
                    <a:pt x="10240" y="6191"/>
                  </a:cubicBezTo>
                  <a:lnTo>
                    <a:pt x="9252" y="6191"/>
                  </a:lnTo>
                  <a:lnTo>
                    <a:pt x="9252" y="155"/>
                  </a:lnTo>
                  <a:cubicBezTo>
                    <a:pt x="9252" y="60"/>
                    <a:pt x="9180" y="0"/>
                    <a:pt x="91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5778294" y="4294550"/>
              <a:ext cx="316461" cy="191442"/>
            </a:xfrm>
            <a:custGeom>
              <a:avLst/>
              <a:gdLst/>
              <a:ahLst/>
              <a:cxnLst/>
              <a:rect l="l" t="t" r="r" b="b"/>
              <a:pathLst>
                <a:path w="9943" h="6015" extrusionOk="0">
                  <a:moveTo>
                    <a:pt x="9447" y="0"/>
                  </a:moveTo>
                  <a:cubicBezTo>
                    <a:pt x="9433" y="0"/>
                    <a:pt x="9420" y="1"/>
                    <a:pt x="9407" y="2"/>
                  </a:cubicBezTo>
                  <a:lnTo>
                    <a:pt x="8097" y="169"/>
                  </a:lnTo>
                  <a:cubicBezTo>
                    <a:pt x="7847" y="193"/>
                    <a:pt x="7644" y="455"/>
                    <a:pt x="7680" y="705"/>
                  </a:cubicBezTo>
                  <a:cubicBezTo>
                    <a:pt x="7703" y="951"/>
                    <a:pt x="7914" y="1123"/>
                    <a:pt x="8167" y="1123"/>
                  </a:cubicBezTo>
                  <a:cubicBezTo>
                    <a:pt x="8183" y="1123"/>
                    <a:pt x="8200" y="1123"/>
                    <a:pt x="8216" y="1121"/>
                  </a:cubicBezTo>
                  <a:lnTo>
                    <a:pt x="8323" y="1109"/>
                  </a:lnTo>
                  <a:lnTo>
                    <a:pt x="8323" y="1109"/>
                  </a:lnTo>
                  <a:cubicBezTo>
                    <a:pt x="6716" y="2967"/>
                    <a:pt x="4811" y="3919"/>
                    <a:pt x="3465" y="4407"/>
                  </a:cubicBezTo>
                  <a:cubicBezTo>
                    <a:pt x="1787" y="5003"/>
                    <a:pt x="477" y="5062"/>
                    <a:pt x="477" y="5062"/>
                  </a:cubicBezTo>
                  <a:cubicBezTo>
                    <a:pt x="203" y="5074"/>
                    <a:pt x="1" y="5288"/>
                    <a:pt x="13" y="5550"/>
                  </a:cubicBezTo>
                  <a:cubicBezTo>
                    <a:pt x="24" y="5824"/>
                    <a:pt x="239" y="6015"/>
                    <a:pt x="489" y="6015"/>
                  </a:cubicBezTo>
                  <a:lnTo>
                    <a:pt x="501" y="6015"/>
                  </a:lnTo>
                  <a:cubicBezTo>
                    <a:pt x="560" y="6015"/>
                    <a:pt x="1953" y="5967"/>
                    <a:pt x="3775" y="5312"/>
                  </a:cubicBezTo>
                  <a:cubicBezTo>
                    <a:pt x="4811" y="4943"/>
                    <a:pt x="5775" y="4467"/>
                    <a:pt x="6656" y="3872"/>
                  </a:cubicBezTo>
                  <a:cubicBezTo>
                    <a:pt x="6728" y="3824"/>
                    <a:pt x="6740" y="3729"/>
                    <a:pt x="6692" y="3669"/>
                  </a:cubicBezTo>
                  <a:cubicBezTo>
                    <a:pt x="6670" y="3618"/>
                    <a:pt x="6621" y="3594"/>
                    <a:pt x="6573" y="3594"/>
                  </a:cubicBezTo>
                  <a:cubicBezTo>
                    <a:pt x="6542" y="3594"/>
                    <a:pt x="6512" y="3603"/>
                    <a:pt x="6490" y="3622"/>
                  </a:cubicBezTo>
                  <a:cubicBezTo>
                    <a:pt x="5620" y="4205"/>
                    <a:pt x="4692" y="4681"/>
                    <a:pt x="3692" y="5038"/>
                  </a:cubicBezTo>
                  <a:cubicBezTo>
                    <a:pt x="1906" y="5669"/>
                    <a:pt x="560" y="5717"/>
                    <a:pt x="525" y="5717"/>
                  </a:cubicBezTo>
                  <a:cubicBezTo>
                    <a:pt x="429" y="5717"/>
                    <a:pt x="358" y="5646"/>
                    <a:pt x="346" y="5550"/>
                  </a:cubicBezTo>
                  <a:cubicBezTo>
                    <a:pt x="346" y="5467"/>
                    <a:pt x="417" y="5372"/>
                    <a:pt x="501" y="5372"/>
                  </a:cubicBezTo>
                  <a:cubicBezTo>
                    <a:pt x="525" y="5372"/>
                    <a:pt x="1858" y="5336"/>
                    <a:pt x="3596" y="4705"/>
                  </a:cubicBezTo>
                  <a:cubicBezTo>
                    <a:pt x="5061" y="4181"/>
                    <a:pt x="7144" y="3133"/>
                    <a:pt x="8835" y="1014"/>
                  </a:cubicBezTo>
                  <a:cubicBezTo>
                    <a:pt x="8927" y="911"/>
                    <a:pt x="8842" y="763"/>
                    <a:pt x="8718" y="763"/>
                  </a:cubicBezTo>
                  <a:cubicBezTo>
                    <a:pt x="8714" y="763"/>
                    <a:pt x="8709" y="764"/>
                    <a:pt x="8704" y="764"/>
                  </a:cubicBezTo>
                  <a:lnTo>
                    <a:pt x="8216" y="824"/>
                  </a:lnTo>
                  <a:cubicBezTo>
                    <a:pt x="8208" y="825"/>
                    <a:pt x="8200" y="825"/>
                    <a:pt x="8192" y="825"/>
                  </a:cubicBezTo>
                  <a:cubicBezTo>
                    <a:pt x="8109" y="825"/>
                    <a:pt x="8047" y="769"/>
                    <a:pt x="8025" y="693"/>
                  </a:cubicBezTo>
                  <a:cubicBezTo>
                    <a:pt x="7990" y="586"/>
                    <a:pt x="8061" y="478"/>
                    <a:pt x="8168" y="478"/>
                  </a:cubicBezTo>
                  <a:lnTo>
                    <a:pt x="9478" y="312"/>
                  </a:lnTo>
                  <a:cubicBezTo>
                    <a:pt x="9484" y="311"/>
                    <a:pt x="9490" y="311"/>
                    <a:pt x="9496" y="311"/>
                  </a:cubicBezTo>
                  <a:cubicBezTo>
                    <a:pt x="9594" y="311"/>
                    <a:pt x="9669" y="400"/>
                    <a:pt x="9669" y="490"/>
                  </a:cubicBezTo>
                  <a:lnTo>
                    <a:pt x="9669" y="1800"/>
                  </a:lnTo>
                  <a:cubicBezTo>
                    <a:pt x="9669" y="1895"/>
                    <a:pt x="9597" y="1979"/>
                    <a:pt x="9490" y="1979"/>
                  </a:cubicBezTo>
                  <a:cubicBezTo>
                    <a:pt x="9407" y="1979"/>
                    <a:pt x="9311" y="1907"/>
                    <a:pt x="9311" y="1800"/>
                  </a:cubicBezTo>
                  <a:lnTo>
                    <a:pt x="9311" y="1407"/>
                  </a:lnTo>
                  <a:cubicBezTo>
                    <a:pt x="9311" y="1348"/>
                    <a:pt x="9264" y="1288"/>
                    <a:pt x="9204" y="1252"/>
                  </a:cubicBezTo>
                  <a:cubicBezTo>
                    <a:pt x="9187" y="1242"/>
                    <a:pt x="9169" y="1238"/>
                    <a:pt x="9152" y="1238"/>
                  </a:cubicBezTo>
                  <a:cubicBezTo>
                    <a:pt x="9106" y="1238"/>
                    <a:pt x="9060" y="1266"/>
                    <a:pt x="9026" y="1300"/>
                  </a:cubicBezTo>
                  <a:cubicBezTo>
                    <a:pt x="8466" y="2002"/>
                    <a:pt x="7811" y="2633"/>
                    <a:pt x="7097" y="3193"/>
                  </a:cubicBezTo>
                  <a:cubicBezTo>
                    <a:pt x="7037" y="3229"/>
                    <a:pt x="7025" y="3336"/>
                    <a:pt x="7061" y="3395"/>
                  </a:cubicBezTo>
                  <a:cubicBezTo>
                    <a:pt x="7091" y="3433"/>
                    <a:pt x="7144" y="3451"/>
                    <a:pt x="7194" y="3451"/>
                  </a:cubicBezTo>
                  <a:cubicBezTo>
                    <a:pt x="7224" y="3451"/>
                    <a:pt x="7253" y="3445"/>
                    <a:pt x="7275" y="3431"/>
                  </a:cubicBezTo>
                  <a:cubicBezTo>
                    <a:pt x="7895" y="2943"/>
                    <a:pt x="8466" y="2419"/>
                    <a:pt x="8990" y="1824"/>
                  </a:cubicBezTo>
                  <a:cubicBezTo>
                    <a:pt x="9002" y="2074"/>
                    <a:pt x="9204" y="2276"/>
                    <a:pt x="9466" y="2276"/>
                  </a:cubicBezTo>
                  <a:cubicBezTo>
                    <a:pt x="9728" y="2276"/>
                    <a:pt x="9942" y="2074"/>
                    <a:pt x="9942" y="1800"/>
                  </a:cubicBezTo>
                  <a:lnTo>
                    <a:pt x="9942" y="478"/>
                  </a:lnTo>
                  <a:cubicBezTo>
                    <a:pt x="9942" y="347"/>
                    <a:pt x="9883" y="216"/>
                    <a:pt x="9776" y="121"/>
                  </a:cubicBezTo>
                  <a:cubicBezTo>
                    <a:pt x="9679" y="46"/>
                    <a:pt x="9564" y="0"/>
                    <a:pt x="94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0" name="Google Shape;430;p37"/>
          <p:cNvSpPr txBox="1">
            <a:spLocks noGrp="1"/>
          </p:cNvSpPr>
          <p:nvPr>
            <p:ph type="subTitle" idx="1"/>
          </p:nvPr>
        </p:nvSpPr>
        <p:spPr>
          <a:xfrm>
            <a:off x="873136" y="3100202"/>
            <a:ext cx="2286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cold place</a:t>
            </a:r>
            <a:endParaRPr/>
          </a:p>
        </p:txBody>
      </p:sp>
      <p:sp>
        <p:nvSpPr>
          <p:cNvPr id="431" name="Google Shape;431;p37"/>
          <p:cNvSpPr txBox="1">
            <a:spLocks noGrp="1"/>
          </p:cNvSpPr>
          <p:nvPr>
            <p:ph type="title" idx="2"/>
          </p:nvPr>
        </p:nvSpPr>
        <p:spPr>
          <a:xfrm>
            <a:off x="880073" y="2663874"/>
            <a:ext cx="2286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432" name="Google Shape;432;p37"/>
          <p:cNvSpPr txBox="1">
            <a:spLocks noGrp="1"/>
          </p:cNvSpPr>
          <p:nvPr>
            <p:ph type="subTitle" idx="3"/>
          </p:nvPr>
        </p:nvSpPr>
        <p:spPr>
          <a:xfrm>
            <a:off x="3425536" y="3100202"/>
            <a:ext cx="2286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a gas giant and the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biggest planet</a:t>
            </a:r>
            <a:endParaRPr/>
          </a:p>
        </p:txBody>
      </p:sp>
      <p:sp>
        <p:nvSpPr>
          <p:cNvPr id="433" name="Google Shape;433;p37"/>
          <p:cNvSpPr txBox="1">
            <a:spLocks noGrp="1"/>
          </p:cNvSpPr>
          <p:nvPr>
            <p:ph type="title" idx="4"/>
          </p:nvPr>
        </p:nvSpPr>
        <p:spPr>
          <a:xfrm>
            <a:off x="3425523" y="2663724"/>
            <a:ext cx="2286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434" name="Google Shape;434;p37"/>
          <p:cNvSpPr txBox="1">
            <a:spLocks noGrp="1"/>
          </p:cNvSpPr>
          <p:nvPr>
            <p:ph type="subTitle" idx="5"/>
          </p:nvPr>
        </p:nvSpPr>
        <p:spPr>
          <a:xfrm>
            <a:off x="5977936" y="3100202"/>
            <a:ext cx="2286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composed of hydrogen and helium</a:t>
            </a:r>
            <a:endParaRPr/>
          </a:p>
        </p:txBody>
      </p:sp>
      <p:sp>
        <p:nvSpPr>
          <p:cNvPr id="435" name="Google Shape;435;p37"/>
          <p:cNvSpPr txBox="1">
            <a:spLocks noGrp="1"/>
          </p:cNvSpPr>
          <p:nvPr>
            <p:ph type="title" idx="6"/>
          </p:nvPr>
        </p:nvSpPr>
        <p:spPr>
          <a:xfrm>
            <a:off x="5984873" y="2663799"/>
            <a:ext cx="2286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"/>
          <p:cNvSpPr txBox="1">
            <a:spLocks noGrp="1"/>
          </p:cNvSpPr>
          <p:nvPr>
            <p:ph type="title"/>
          </p:nvPr>
        </p:nvSpPr>
        <p:spPr>
          <a:xfrm>
            <a:off x="4788775" y="965025"/>
            <a:ext cx="3716700" cy="22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PICTURE ALWAYS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REINFORCES THE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CONCEPT</a:t>
            </a:r>
            <a:endParaRPr/>
          </a:p>
        </p:txBody>
      </p:sp>
      <p:sp>
        <p:nvSpPr>
          <p:cNvPr id="441" name="Google Shape;441;p38"/>
          <p:cNvSpPr txBox="1">
            <a:spLocks noGrp="1"/>
          </p:cNvSpPr>
          <p:nvPr>
            <p:ph type="subTitle" idx="1"/>
          </p:nvPr>
        </p:nvSpPr>
        <p:spPr>
          <a:xfrm>
            <a:off x="5076175" y="3313475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Images reveal large amounts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of data, so remember: use an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image instead of long texts</a:t>
            </a:r>
            <a:endParaRPr/>
          </a:p>
        </p:txBody>
      </p:sp>
      <p:sp>
        <p:nvSpPr>
          <p:cNvPr id="442" name="Google Shape;442;p38"/>
          <p:cNvSpPr/>
          <p:nvPr/>
        </p:nvSpPr>
        <p:spPr>
          <a:xfrm rot="477547">
            <a:off x="211874" y="285255"/>
            <a:ext cx="4410282" cy="4171081"/>
          </a:xfrm>
          <a:custGeom>
            <a:avLst/>
            <a:gdLst/>
            <a:ahLst/>
            <a:cxnLst/>
            <a:rect l="l" t="t" r="r" b="b"/>
            <a:pathLst>
              <a:path w="28158" h="26962" extrusionOk="0">
                <a:moveTo>
                  <a:pt x="27025" y="0"/>
                </a:moveTo>
                <a:cubicBezTo>
                  <a:pt x="26714" y="0"/>
                  <a:pt x="26326" y="101"/>
                  <a:pt x="25874" y="314"/>
                </a:cubicBezTo>
                <a:lnTo>
                  <a:pt x="1869" y="11747"/>
                </a:lnTo>
                <a:cubicBezTo>
                  <a:pt x="223" y="12538"/>
                  <a:pt x="1" y="14185"/>
                  <a:pt x="1426" y="15357"/>
                </a:cubicBezTo>
                <a:lnTo>
                  <a:pt x="14379" y="26283"/>
                </a:lnTo>
                <a:cubicBezTo>
                  <a:pt x="14911" y="26743"/>
                  <a:pt x="15495" y="26962"/>
                  <a:pt x="16051" y="26962"/>
                </a:cubicBezTo>
                <a:cubicBezTo>
                  <a:pt x="16951" y="26962"/>
                  <a:pt x="17780" y="26389"/>
                  <a:pt x="18211" y="25333"/>
                </a:cubicBezTo>
                <a:lnTo>
                  <a:pt x="27648" y="1993"/>
                </a:lnTo>
                <a:cubicBezTo>
                  <a:pt x="28157" y="743"/>
                  <a:pt x="27871" y="0"/>
                  <a:pt x="27025" y="0"/>
                </a:cubicBezTo>
                <a:close/>
              </a:path>
            </a:pathLst>
          </a:custGeom>
          <a:solidFill>
            <a:srgbClr val="0058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3" name="Google Shape;443;p38"/>
          <p:cNvPicPr preferRelativeResize="0"/>
          <p:nvPr/>
        </p:nvPicPr>
        <p:blipFill rotWithShape="1">
          <a:blip r:embed="rId3">
            <a:alphaModFix/>
          </a:blip>
          <a:srcRect l="14062" r="46345" b="45220"/>
          <a:stretch/>
        </p:blipFill>
        <p:spPr>
          <a:xfrm>
            <a:off x="1271300" y="658950"/>
            <a:ext cx="3096000" cy="3098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9"/>
          <p:cNvSpPr txBox="1">
            <a:spLocks noGrp="1"/>
          </p:cNvSpPr>
          <p:nvPr>
            <p:ph type="title"/>
          </p:nvPr>
        </p:nvSpPr>
        <p:spPr>
          <a:xfrm>
            <a:off x="713225" y="4041617"/>
            <a:ext cx="771750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449" name="Google Shape;449;p39"/>
          <p:cNvSpPr txBox="1">
            <a:spLocks noGrp="1"/>
          </p:cNvSpPr>
          <p:nvPr>
            <p:ph type="subTitle" idx="4294967295"/>
          </p:nvPr>
        </p:nvSpPr>
        <p:spPr>
          <a:xfrm>
            <a:off x="923225" y="2963550"/>
            <a:ext cx="1369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Mercury is the</a:t>
            </a:r>
            <a:endParaRPr sz="14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closest planet to the Sun</a:t>
            </a:r>
            <a:endParaRPr sz="1400"/>
          </a:p>
        </p:txBody>
      </p:sp>
      <p:grpSp>
        <p:nvGrpSpPr>
          <p:cNvPr id="450" name="Google Shape;450;p39"/>
          <p:cNvGrpSpPr/>
          <p:nvPr/>
        </p:nvGrpSpPr>
        <p:grpSpPr>
          <a:xfrm>
            <a:off x="2708613" y="3592020"/>
            <a:ext cx="618218" cy="616926"/>
            <a:chOff x="3541011" y="1508594"/>
            <a:chExt cx="350166" cy="349434"/>
          </a:xfrm>
        </p:grpSpPr>
        <p:sp>
          <p:nvSpPr>
            <p:cNvPr id="451" name="Google Shape;451;p39"/>
            <p:cNvSpPr/>
            <p:nvPr/>
          </p:nvSpPr>
          <p:spPr>
            <a:xfrm>
              <a:off x="3600879" y="1568270"/>
              <a:ext cx="230049" cy="289758"/>
            </a:xfrm>
            <a:custGeom>
              <a:avLst/>
              <a:gdLst/>
              <a:ahLst/>
              <a:cxnLst/>
              <a:rect l="l" t="t" r="r" b="b"/>
              <a:pathLst>
                <a:path w="7228" h="9104" extrusionOk="0">
                  <a:moveTo>
                    <a:pt x="3810" y="3781"/>
                  </a:moveTo>
                  <a:cubicBezTo>
                    <a:pt x="4001" y="3781"/>
                    <a:pt x="4156" y="3936"/>
                    <a:pt x="4156" y="4138"/>
                  </a:cubicBezTo>
                  <a:lnTo>
                    <a:pt x="4156" y="4472"/>
                  </a:lnTo>
                  <a:cubicBezTo>
                    <a:pt x="4144" y="4757"/>
                    <a:pt x="3906" y="4995"/>
                    <a:pt x="3632" y="4995"/>
                  </a:cubicBezTo>
                  <a:cubicBezTo>
                    <a:pt x="3334" y="4995"/>
                    <a:pt x="3108" y="4757"/>
                    <a:pt x="3108" y="4472"/>
                  </a:cubicBezTo>
                  <a:lnTo>
                    <a:pt x="3108" y="4138"/>
                  </a:lnTo>
                  <a:cubicBezTo>
                    <a:pt x="3108" y="3936"/>
                    <a:pt x="3275" y="3781"/>
                    <a:pt x="3465" y="3781"/>
                  </a:cubicBezTo>
                  <a:close/>
                  <a:moveTo>
                    <a:pt x="3787" y="5329"/>
                  </a:moveTo>
                  <a:lnTo>
                    <a:pt x="3787" y="5400"/>
                  </a:lnTo>
                  <a:cubicBezTo>
                    <a:pt x="3810" y="5460"/>
                    <a:pt x="3822" y="5519"/>
                    <a:pt x="3846" y="5567"/>
                  </a:cubicBezTo>
                  <a:lnTo>
                    <a:pt x="3632" y="5781"/>
                  </a:lnTo>
                  <a:lnTo>
                    <a:pt x="3596" y="5781"/>
                  </a:lnTo>
                  <a:lnTo>
                    <a:pt x="3370" y="5567"/>
                  </a:lnTo>
                  <a:cubicBezTo>
                    <a:pt x="3406" y="5519"/>
                    <a:pt x="3417" y="5460"/>
                    <a:pt x="3417" y="5400"/>
                  </a:cubicBezTo>
                  <a:lnTo>
                    <a:pt x="3417" y="5329"/>
                  </a:lnTo>
                  <a:close/>
                  <a:moveTo>
                    <a:pt x="3617" y="361"/>
                  </a:moveTo>
                  <a:cubicBezTo>
                    <a:pt x="4471" y="361"/>
                    <a:pt x="5286" y="670"/>
                    <a:pt x="5918" y="1257"/>
                  </a:cubicBezTo>
                  <a:cubicBezTo>
                    <a:pt x="6573" y="1888"/>
                    <a:pt x="6942" y="2733"/>
                    <a:pt x="6942" y="3638"/>
                  </a:cubicBezTo>
                  <a:cubicBezTo>
                    <a:pt x="6906" y="4281"/>
                    <a:pt x="6692" y="4936"/>
                    <a:pt x="6323" y="5484"/>
                  </a:cubicBezTo>
                  <a:cubicBezTo>
                    <a:pt x="5953" y="6019"/>
                    <a:pt x="5430" y="6436"/>
                    <a:pt x="4822" y="6674"/>
                  </a:cubicBezTo>
                  <a:cubicBezTo>
                    <a:pt x="4620" y="6758"/>
                    <a:pt x="4501" y="6948"/>
                    <a:pt x="4501" y="7139"/>
                  </a:cubicBezTo>
                  <a:lnTo>
                    <a:pt x="4501" y="7591"/>
                  </a:lnTo>
                  <a:cubicBezTo>
                    <a:pt x="4501" y="7662"/>
                    <a:pt x="4489" y="7722"/>
                    <a:pt x="4441" y="7781"/>
                  </a:cubicBezTo>
                  <a:lnTo>
                    <a:pt x="4287" y="8032"/>
                  </a:lnTo>
                  <a:cubicBezTo>
                    <a:pt x="4263" y="8043"/>
                    <a:pt x="4251" y="8079"/>
                    <a:pt x="4251" y="8091"/>
                  </a:cubicBezTo>
                  <a:lnTo>
                    <a:pt x="3025" y="8091"/>
                  </a:lnTo>
                  <a:cubicBezTo>
                    <a:pt x="3013" y="8079"/>
                    <a:pt x="3013" y="8043"/>
                    <a:pt x="3001" y="8032"/>
                  </a:cubicBezTo>
                  <a:lnTo>
                    <a:pt x="2834" y="7781"/>
                  </a:lnTo>
                  <a:cubicBezTo>
                    <a:pt x="2786" y="7722"/>
                    <a:pt x="2775" y="7651"/>
                    <a:pt x="2775" y="7591"/>
                  </a:cubicBezTo>
                  <a:lnTo>
                    <a:pt x="2775" y="6067"/>
                  </a:lnTo>
                  <a:cubicBezTo>
                    <a:pt x="2775" y="5996"/>
                    <a:pt x="2822" y="5936"/>
                    <a:pt x="2882" y="5900"/>
                  </a:cubicBezTo>
                  <a:lnTo>
                    <a:pt x="3167" y="5769"/>
                  </a:lnTo>
                  <a:lnTo>
                    <a:pt x="3417" y="6019"/>
                  </a:lnTo>
                  <a:cubicBezTo>
                    <a:pt x="3477" y="6079"/>
                    <a:pt x="3560" y="6127"/>
                    <a:pt x="3656" y="6127"/>
                  </a:cubicBezTo>
                  <a:cubicBezTo>
                    <a:pt x="3751" y="6127"/>
                    <a:pt x="3834" y="6103"/>
                    <a:pt x="3894" y="6019"/>
                  </a:cubicBezTo>
                  <a:lnTo>
                    <a:pt x="4144" y="5769"/>
                  </a:lnTo>
                  <a:lnTo>
                    <a:pt x="4429" y="5900"/>
                  </a:lnTo>
                  <a:cubicBezTo>
                    <a:pt x="4489" y="5936"/>
                    <a:pt x="4537" y="5996"/>
                    <a:pt x="4537" y="6067"/>
                  </a:cubicBezTo>
                  <a:lnTo>
                    <a:pt x="4537" y="6198"/>
                  </a:lnTo>
                  <a:cubicBezTo>
                    <a:pt x="4537" y="6293"/>
                    <a:pt x="4608" y="6365"/>
                    <a:pt x="4703" y="6365"/>
                  </a:cubicBezTo>
                  <a:cubicBezTo>
                    <a:pt x="4787" y="6365"/>
                    <a:pt x="4858" y="6293"/>
                    <a:pt x="4858" y="6198"/>
                  </a:cubicBezTo>
                  <a:lnTo>
                    <a:pt x="4858" y="6067"/>
                  </a:lnTo>
                  <a:cubicBezTo>
                    <a:pt x="4858" y="5877"/>
                    <a:pt x="4763" y="5698"/>
                    <a:pt x="4584" y="5626"/>
                  </a:cubicBezTo>
                  <a:lnTo>
                    <a:pt x="4179" y="5412"/>
                  </a:lnTo>
                  <a:lnTo>
                    <a:pt x="4179" y="5400"/>
                  </a:lnTo>
                  <a:lnTo>
                    <a:pt x="4179" y="5162"/>
                  </a:lnTo>
                  <a:cubicBezTo>
                    <a:pt x="4382" y="5007"/>
                    <a:pt x="4525" y="4757"/>
                    <a:pt x="4525" y="4472"/>
                  </a:cubicBezTo>
                  <a:lnTo>
                    <a:pt x="4525" y="4138"/>
                  </a:lnTo>
                  <a:cubicBezTo>
                    <a:pt x="4525" y="3757"/>
                    <a:pt x="4227" y="3448"/>
                    <a:pt x="3834" y="3448"/>
                  </a:cubicBezTo>
                  <a:lnTo>
                    <a:pt x="3489" y="3448"/>
                  </a:lnTo>
                  <a:cubicBezTo>
                    <a:pt x="3120" y="3448"/>
                    <a:pt x="2810" y="3745"/>
                    <a:pt x="2810" y="4138"/>
                  </a:cubicBezTo>
                  <a:lnTo>
                    <a:pt x="2810" y="4472"/>
                  </a:lnTo>
                  <a:cubicBezTo>
                    <a:pt x="2810" y="4757"/>
                    <a:pt x="2941" y="4995"/>
                    <a:pt x="3156" y="5162"/>
                  </a:cubicBezTo>
                  <a:lnTo>
                    <a:pt x="3156" y="5400"/>
                  </a:lnTo>
                  <a:lnTo>
                    <a:pt x="3156" y="5412"/>
                  </a:lnTo>
                  <a:lnTo>
                    <a:pt x="2751" y="5626"/>
                  </a:lnTo>
                  <a:cubicBezTo>
                    <a:pt x="2572" y="5710"/>
                    <a:pt x="2465" y="5877"/>
                    <a:pt x="2465" y="6067"/>
                  </a:cubicBezTo>
                  <a:lnTo>
                    <a:pt x="2465" y="6674"/>
                  </a:lnTo>
                  <a:cubicBezTo>
                    <a:pt x="1882" y="6460"/>
                    <a:pt x="1381" y="6055"/>
                    <a:pt x="1012" y="5567"/>
                  </a:cubicBezTo>
                  <a:cubicBezTo>
                    <a:pt x="572" y="4984"/>
                    <a:pt x="369" y="4281"/>
                    <a:pt x="381" y="3567"/>
                  </a:cubicBezTo>
                  <a:cubicBezTo>
                    <a:pt x="393" y="2745"/>
                    <a:pt x="727" y="1959"/>
                    <a:pt x="1310" y="1364"/>
                  </a:cubicBezTo>
                  <a:cubicBezTo>
                    <a:pt x="1882" y="769"/>
                    <a:pt x="2655" y="412"/>
                    <a:pt x="3477" y="364"/>
                  </a:cubicBezTo>
                  <a:cubicBezTo>
                    <a:pt x="3524" y="362"/>
                    <a:pt x="3571" y="361"/>
                    <a:pt x="3617" y="361"/>
                  </a:cubicBezTo>
                  <a:close/>
                  <a:moveTo>
                    <a:pt x="4144" y="8424"/>
                  </a:moveTo>
                  <a:lnTo>
                    <a:pt x="4144" y="8782"/>
                  </a:lnTo>
                  <a:lnTo>
                    <a:pt x="3108" y="8794"/>
                  </a:lnTo>
                  <a:cubicBezTo>
                    <a:pt x="3108" y="8794"/>
                    <a:pt x="3096" y="8794"/>
                    <a:pt x="3096" y="8782"/>
                  </a:cubicBezTo>
                  <a:lnTo>
                    <a:pt x="3096" y="8424"/>
                  </a:lnTo>
                  <a:close/>
                  <a:moveTo>
                    <a:pt x="3635" y="0"/>
                  </a:moveTo>
                  <a:cubicBezTo>
                    <a:pt x="3563" y="0"/>
                    <a:pt x="3490" y="2"/>
                    <a:pt x="3417" y="7"/>
                  </a:cubicBezTo>
                  <a:cubicBezTo>
                    <a:pt x="2513" y="54"/>
                    <a:pt x="1667" y="435"/>
                    <a:pt x="1024" y="1114"/>
                  </a:cubicBezTo>
                  <a:cubicBezTo>
                    <a:pt x="381" y="1769"/>
                    <a:pt x="24" y="2626"/>
                    <a:pt x="12" y="3531"/>
                  </a:cubicBezTo>
                  <a:cubicBezTo>
                    <a:pt x="0" y="4341"/>
                    <a:pt x="238" y="5103"/>
                    <a:pt x="691" y="5734"/>
                  </a:cubicBezTo>
                  <a:cubicBezTo>
                    <a:pt x="1131" y="6317"/>
                    <a:pt x="1739" y="6781"/>
                    <a:pt x="2405" y="7019"/>
                  </a:cubicBezTo>
                  <a:lnTo>
                    <a:pt x="2405" y="7603"/>
                  </a:lnTo>
                  <a:cubicBezTo>
                    <a:pt x="2405" y="7734"/>
                    <a:pt x="2453" y="7865"/>
                    <a:pt x="2524" y="7972"/>
                  </a:cubicBezTo>
                  <a:lnTo>
                    <a:pt x="2691" y="8222"/>
                  </a:lnTo>
                  <a:cubicBezTo>
                    <a:pt x="2739" y="8282"/>
                    <a:pt x="2751" y="8353"/>
                    <a:pt x="2751" y="8413"/>
                  </a:cubicBezTo>
                  <a:lnTo>
                    <a:pt x="2751" y="8770"/>
                  </a:lnTo>
                  <a:cubicBezTo>
                    <a:pt x="2751" y="8948"/>
                    <a:pt x="2894" y="9103"/>
                    <a:pt x="3072" y="9103"/>
                  </a:cubicBezTo>
                  <a:lnTo>
                    <a:pt x="4108" y="9103"/>
                  </a:lnTo>
                  <a:cubicBezTo>
                    <a:pt x="4287" y="9103"/>
                    <a:pt x="4429" y="8948"/>
                    <a:pt x="4429" y="8770"/>
                  </a:cubicBezTo>
                  <a:lnTo>
                    <a:pt x="4429" y="8413"/>
                  </a:lnTo>
                  <a:cubicBezTo>
                    <a:pt x="4429" y="8341"/>
                    <a:pt x="4441" y="8282"/>
                    <a:pt x="4489" y="8222"/>
                  </a:cubicBezTo>
                  <a:lnTo>
                    <a:pt x="4656" y="7972"/>
                  </a:lnTo>
                  <a:cubicBezTo>
                    <a:pt x="4727" y="7865"/>
                    <a:pt x="4775" y="7734"/>
                    <a:pt x="4775" y="7603"/>
                  </a:cubicBezTo>
                  <a:lnTo>
                    <a:pt x="4775" y="7150"/>
                  </a:lnTo>
                  <a:cubicBezTo>
                    <a:pt x="4775" y="7079"/>
                    <a:pt x="4822" y="7008"/>
                    <a:pt x="4894" y="6984"/>
                  </a:cubicBezTo>
                  <a:cubicBezTo>
                    <a:pt x="5561" y="6734"/>
                    <a:pt x="6132" y="6269"/>
                    <a:pt x="6549" y="5698"/>
                  </a:cubicBezTo>
                  <a:cubicBezTo>
                    <a:pt x="6966" y="5079"/>
                    <a:pt x="7180" y="4388"/>
                    <a:pt x="7180" y="3638"/>
                  </a:cubicBezTo>
                  <a:cubicBezTo>
                    <a:pt x="7227" y="2614"/>
                    <a:pt x="6823" y="1674"/>
                    <a:pt x="6096" y="995"/>
                  </a:cubicBezTo>
                  <a:cubicBezTo>
                    <a:pt x="5422" y="354"/>
                    <a:pt x="4564" y="0"/>
                    <a:pt x="36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9"/>
            <p:cNvSpPr/>
            <p:nvPr/>
          </p:nvSpPr>
          <p:spPr>
            <a:xfrm>
              <a:off x="3541011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369" y="334"/>
                  </a:lnTo>
                  <a:cubicBezTo>
                    <a:pt x="1465" y="334"/>
                    <a:pt x="1536" y="251"/>
                    <a:pt x="1536" y="167"/>
                  </a:cubicBezTo>
                  <a:cubicBezTo>
                    <a:pt x="1536" y="72"/>
                    <a:pt x="1465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9"/>
            <p:cNvSpPr/>
            <p:nvPr/>
          </p:nvSpPr>
          <p:spPr>
            <a:xfrm>
              <a:off x="3842259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1370" y="334"/>
                  </a:lnTo>
                  <a:cubicBezTo>
                    <a:pt x="1465" y="334"/>
                    <a:pt x="1537" y="251"/>
                    <a:pt x="1537" y="167"/>
                  </a:cubicBezTo>
                  <a:cubicBezTo>
                    <a:pt x="1537" y="72"/>
                    <a:pt x="1465" y="1"/>
                    <a:pt x="13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9"/>
            <p:cNvSpPr/>
            <p:nvPr/>
          </p:nvSpPr>
          <p:spPr>
            <a:xfrm>
              <a:off x="3711161" y="1508594"/>
              <a:ext cx="10248" cy="48537"/>
            </a:xfrm>
            <a:custGeom>
              <a:avLst/>
              <a:gdLst/>
              <a:ahLst/>
              <a:cxnLst/>
              <a:rect l="l" t="t" r="r" b="b"/>
              <a:pathLst>
                <a:path w="322" h="1525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370"/>
                  </a:lnTo>
                  <a:cubicBezTo>
                    <a:pt x="0" y="1453"/>
                    <a:pt x="72" y="1525"/>
                    <a:pt x="167" y="1525"/>
                  </a:cubicBezTo>
                  <a:cubicBezTo>
                    <a:pt x="250" y="1525"/>
                    <a:pt x="322" y="1453"/>
                    <a:pt x="322" y="1370"/>
                  </a:cubicBezTo>
                  <a:lnTo>
                    <a:pt x="322" y="155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9"/>
            <p:cNvSpPr/>
            <p:nvPr/>
          </p:nvSpPr>
          <p:spPr>
            <a:xfrm>
              <a:off x="3633470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525" y="1"/>
                  </a:moveTo>
                  <a:cubicBezTo>
                    <a:pt x="470" y="1"/>
                    <a:pt x="413" y="30"/>
                    <a:pt x="381" y="85"/>
                  </a:cubicBezTo>
                  <a:lnTo>
                    <a:pt x="48" y="680"/>
                  </a:lnTo>
                  <a:cubicBezTo>
                    <a:pt x="0" y="751"/>
                    <a:pt x="24" y="859"/>
                    <a:pt x="107" y="894"/>
                  </a:cubicBezTo>
                  <a:cubicBezTo>
                    <a:pt x="131" y="918"/>
                    <a:pt x="167" y="918"/>
                    <a:pt x="179" y="918"/>
                  </a:cubicBezTo>
                  <a:cubicBezTo>
                    <a:pt x="238" y="918"/>
                    <a:pt x="286" y="882"/>
                    <a:pt x="310" y="835"/>
                  </a:cubicBezTo>
                  <a:lnTo>
                    <a:pt x="655" y="240"/>
                  </a:lnTo>
                  <a:cubicBezTo>
                    <a:pt x="715" y="156"/>
                    <a:pt x="679" y="61"/>
                    <a:pt x="608" y="25"/>
                  </a:cubicBezTo>
                  <a:cubicBezTo>
                    <a:pt x="583" y="9"/>
                    <a:pt x="554" y="1"/>
                    <a:pt x="5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9"/>
            <p:cNvSpPr/>
            <p:nvPr/>
          </p:nvSpPr>
          <p:spPr>
            <a:xfrm>
              <a:off x="3775962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534" y="1"/>
                  </a:moveTo>
                  <a:cubicBezTo>
                    <a:pt x="476" y="1"/>
                    <a:pt x="418" y="28"/>
                    <a:pt x="393" y="77"/>
                  </a:cubicBezTo>
                  <a:lnTo>
                    <a:pt x="48" y="672"/>
                  </a:lnTo>
                  <a:cubicBezTo>
                    <a:pt x="0" y="744"/>
                    <a:pt x="36" y="851"/>
                    <a:pt x="107" y="898"/>
                  </a:cubicBezTo>
                  <a:cubicBezTo>
                    <a:pt x="131" y="910"/>
                    <a:pt x="167" y="910"/>
                    <a:pt x="179" y="910"/>
                  </a:cubicBezTo>
                  <a:cubicBezTo>
                    <a:pt x="238" y="910"/>
                    <a:pt x="286" y="887"/>
                    <a:pt x="310" y="839"/>
                  </a:cubicBezTo>
                  <a:lnTo>
                    <a:pt x="655" y="244"/>
                  </a:lnTo>
                  <a:cubicBezTo>
                    <a:pt x="714" y="172"/>
                    <a:pt x="691" y="65"/>
                    <a:pt x="607" y="17"/>
                  </a:cubicBezTo>
                  <a:cubicBezTo>
                    <a:pt x="585" y="6"/>
                    <a:pt x="560" y="1"/>
                    <a:pt x="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9"/>
            <p:cNvSpPr/>
            <p:nvPr/>
          </p:nvSpPr>
          <p:spPr>
            <a:xfrm>
              <a:off x="3577390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0" y="33"/>
                    <a:pt x="48" y="82"/>
                  </a:cubicBezTo>
                  <a:cubicBezTo>
                    <a:pt x="0" y="153"/>
                    <a:pt x="36" y="261"/>
                    <a:pt x="107" y="308"/>
                  </a:cubicBezTo>
                  <a:lnTo>
                    <a:pt x="703" y="642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30"/>
                    <a:pt x="917" y="594"/>
                  </a:cubicBezTo>
                  <a:cubicBezTo>
                    <a:pt x="976" y="499"/>
                    <a:pt x="941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9"/>
            <p:cNvSpPr/>
            <p:nvPr/>
          </p:nvSpPr>
          <p:spPr>
            <a:xfrm>
              <a:off x="3823703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1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lnTo>
                    <a:pt x="703" y="641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29"/>
                    <a:pt x="917" y="594"/>
                  </a:cubicBezTo>
                  <a:cubicBezTo>
                    <a:pt x="977" y="510"/>
                    <a:pt x="953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9"/>
            <p:cNvSpPr/>
            <p:nvPr/>
          </p:nvSpPr>
          <p:spPr>
            <a:xfrm>
              <a:off x="3775962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190" y="1"/>
                  </a:moveTo>
                  <a:cubicBezTo>
                    <a:pt x="160" y="1"/>
                    <a:pt x="132" y="9"/>
                    <a:pt x="107" y="25"/>
                  </a:cubicBezTo>
                  <a:cubicBezTo>
                    <a:pt x="36" y="61"/>
                    <a:pt x="0" y="168"/>
                    <a:pt x="48" y="240"/>
                  </a:cubicBezTo>
                  <a:lnTo>
                    <a:pt x="393" y="835"/>
                  </a:lnTo>
                  <a:cubicBezTo>
                    <a:pt x="417" y="882"/>
                    <a:pt x="476" y="918"/>
                    <a:pt x="524" y="918"/>
                  </a:cubicBezTo>
                  <a:cubicBezTo>
                    <a:pt x="548" y="918"/>
                    <a:pt x="583" y="918"/>
                    <a:pt x="595" y="894"/>
                  </a:cubicBezTo>
                  <a:cubicBezTo>
                    <a:pt x="691" y="859"/>
                    <a:pt x="714" y="751"/>
                    <a:pt x="667" y="680"/>
                  </a:cubicBezTo>
                  <a:lnTo>
                    <a:pt x="333" y="85"/>
                  </a:lnTo>
                  <a:cubicBezTo>
                    <a:pt x="302" y="30"/>
                    <a:pt x="245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3633470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181" y="1"/>
                  </a:moveTo>
                  <a:cubicBezTo>
                    <a:pt x="155" y="1"/>
                    <a:pt x="130" y="6"/>
                    <a:pt x="107" y="17"/>
                  </a:cubicBezTo>
                  <a:cubicBezTo>
                    <a:pt x="24" y="65"/>
                    <a:pt x="0" y="172"/>
                    <a:pt x="48" y="244"/>
                  </a:cubicBezTo>
                  <a:lnTo>
                    <a:pt x="381" y="839"/>
                  </a:lnTo>
                  <a:cubicBezTo>
                    <a:pt x="417" y="887"/>
                    <a:pt x="477" y="910"/>
                    <a:pt x="524" y="910"/>
                  </a:cubicBezTo>
                  <a:cubicBezTo>
                    <a:pt x="548" y="910"/>
                    <a:pt x="584" y="910"/>
                    <a:pt x="596" y="898"/>
                  </a:cubicBezTo>
                  <a:cubicBezTo>
                    <a:pt x="679" y="851"/>
                    <a:pt x="715" y="744"/>
                    <a:pt x="667" y="672"/>
                  </a:cubicBezTo>
                  <a:lnTo>
                    <a:pt x="322" y="77"/>
                  </a:lnTo>
                  <a:cubicBezTo>
                    <a:pt x="297" y="28"/>
                    <a:pt x="238" y="1"/>
                    <a:pt x="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9"/>
            <p:cNvSpPr/>
            <p:nvPr/>
          </p:nvSpPr>
          <p:spPr>
            <a:xfrm>
              <a:off x="3823703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1"/>
                    <a:pt x="48" y="594"/>
                  </a:cubicBezTo>
                  <a:cubicBezTo>
                    <a:pt x="84" y="630"/>
                    <a:pt x="143" y="665"/>
                    <a:pt x="179" y="665"/>
                  </a:cubicBezTo>
                  <a:cubicBezTo>
                    <a:pt x="215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53" y="249"/>
                    <a:pt x="977" y="153"/>
                    <a:pt x="929" y="82"/>
                  </a:cubicBezTo>
                  <a:cubicBezTo>
                    <a:pt x="896" y="33"/>
                    <a:pt x="836" y="1"/>
                    <a:pt x="7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9"/>
            <p:cNvSpPr/>
            <p:nvPr/>
          </p:nvSpPr>
          <p:spPr>
            <a:xfrm>
              <a:off x="3577390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0"/>
                    <a:pt x="48" y="594"/>
                  </a:cubicBezTo>
                  <a:cubicBezTo>
                    <a:pt x="84" y="629"/>
                    <a:pt x="143" y="665"/>
                    <a:pt x="179" y="665"/>
                  </a:cubicBezTo>
                  <a:cubicBezTo>
                    <a:pt x="214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41" y="260"/>
                    <a:pt x="976" y="153"/>
                    <a:pt x="929" y="82"/>
                  </a:cubicBezTo>
                  <a:cubicBezTo>
                    <a:pt x="896" y="33"/>
                    <a:pt x="835" y="1"/>
                    <a:pt x="7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3732358" y="1593032"/>
              <a:ext cx="71294" cy="62255"/>
            </a:xfrm>
            <a:custGeom>
              <a:avLst/>
              <a:gdLst/>
              <a:ahLst/>
              <a:cxnLst/>
              <a:rect l="l" t="t" r="r" b="b"/>
              <a:pathLst>
                <a:path w="2240" h="1956" extrusionOk="0">
                  <a:moveTo>
                    <a:pt x="186" y="1"/>
                  </a:moveTo>
                  <a:cubicBezTo>
                    <a:pt x="103" y="1"/>
                    <a:pt x="34" y="47"/>
                    <a:pt x="13" y="122"/>
                  </a:cubicBezTo>
                  <a:cubicBezTo>
                    <a:pt x="1" y="217"/>
                    <a:pt x="48" y="300"/>
                    <a:pt x="132" y="324"/>
                  </a:cubicBezTo>
                  <a:cubicBezTo>
                    <a:pt x="930" y="527"/>
                    <a:pt x="1584" y="1098"/>
                    <a:pt x="1894" y="1848"/>
                  </a:cubicBezTo>
                  <a:cubicBezTo>
                    <a:pt x="1918" y="1908"/>
                    <a:pt x="1977" y="1955"/>
                    <a:pt x="2037" y="1955"/>
                  </a:cubicBezTo>
                  <a:cubicBezTo>
                    <a:pt x="2061" y="1955"/>
                    <a:pt x="2084" y="1955"/>
                    <a:pt x="2096" y="1943"/>
                  </a:cubicBezTo>
                  <a:cubicBezTo>
                    <a:pt x="2192" y="1908"/>
                    <a:pt x="2239" y="1824"/>
                    <a:pt x="2192" y="1729"/>
                  </a:cubicBezTo>
                  <a:cubicBezTo>
                    <a:pt x="1846" y="884"/>
                    <a:pt x="1108" y="229"/>
                    <a:pt x="215" y="3"/>
                  </a:cubicBezTo>
                  <a:cubicBezTo>
                    <a:pt x="205" y="1"/>
                    <a:pt x="196" y="1"/>
                    <a:pt x="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39"/>
          <p:cNvGrpSpPr/>
          <p:nvPr/>
        </p:nvGrpSpPr>
        <p:grpSpPr>
          <a:xfrm>
            <a:off x="3754720" y="2671296"/>
            <a:ext cx="389721" cy="542267"/>
            <a:chOff x="910723" y="1508212"/>
            <a:chExt cx="251660" cy="350166"/>
          </a:xfrm>
        </p:grpSpPr>
        <p:sp>
          <p:nvSpPr>
            <p:cNvPr id="465" name="Google Shape;465;p39"/>
            <p:cNvSpPr/>
            <p:nvPr/>
          </p:nvSpPr>
          <p:spPr>
            <a:xfrm>
              <a:off x="910723" y="1508212"/>
              <a:ext cx="251660" cy="350166"/>
            </a:xfrm>
            <a:custGeom>
              <a:avLst/>
              <a:gdLst/>
              <a:ahLst/>
              <a:cxnLst/>
              <a:rect l="l" t="t" r="r" b="b"/>
              <a:pathLst>
                <a:path w="7907" h="11002" extrusionOk="0">
                  <a:moveTo>
                    <a:pt x="3942" y="334"/>
                  </a:moveTo>
                  <a:cubicBezTo>
                    <a:pt x="4132" y="334"/>
                    <a:pt x="4299" y="441"/>
                    <a:pt x="4394" y="608"/>
                  </a:cubicBezTo>
                  <a:cubicBezTo>
                    <a:pt x="4418" y="644"/>
                    <a:pt x="4466" y="679"/>
                    <a:pt x="4525" y="679"/>
                  </a:cubicBezTo>
                  <a:lnTo>
                    <a:pt x="5132" y="679"/>
                  </a:lnTo>
                  <a:cubicBezTo>
                    <a:pt x="5240" y="679"/>
                    <a:pt x="5311" y="763"/>
                    <a:pt x="5311" y="858"/>
                  </a:cubicBezTo>
                  <a:lnTo>
                    <a:pt x="5311" y="1382"/>
                  </a:lnTo>
                  <a:lnTo>
                    <a:pt x="2573" y="1382"/>
                  </a:lnTo>
                  <a:lnTo>
                    <a:pt x="2573" y="858"/>
                  </a:lnTo>
                  <a:cubicBezTo>
                    <a:pt x="2573" y="751"/>
                    <a:pt x="2668" y="679"/>
                    <a:pt x="2751" y="679"/>
                  </a:cubicBezTo>
                  <a:lnTo>
                    <a:pt x="3358" y="679"/>
                  </a:lnTo>
                  <a:cubicBezTo>
                    <a:pt x="3418" y="679"/>
                    <a:pt x="3466" y="644"/>
                    <a:pt x="3501" y="608"/>
                  </a:cubicBezTo>
                  <a:cubicBezTo>
                    <a:pt x="3585" y="441"/>
                    <a:pt x="3763" y="334"/>
                    <a:pt x="3942" y="334"/>
                  </a:cubicBezTo>
                  <a:close/>
                  <a:moveTo>
                    <a:pt x="7240" y="1013"/>
                  </a:moveTo>
                  <a:cubicBezTo>
                    <a:pt x="7442" y="1013"/>
                    <a:pt x="7609" y="1179"/>
                    <a:pt x="7609" y="1370"/>
                  </a:cubicBezTo>
                  <a:lnTo>
                    <a:pt x="7609" y="10323"/>
                  </a:lnTo>
                  <a:lnTo>
                    <a:pt x="7585" y="10323"/>
                  </a:lnTo>
                  <a:cubicBezTo>
                    <a:pt x="7585" y="10514"/>
                    <a:pt x="7430" y="10681"/>
                    <a:pt x="7228" y="10681"/>
                  </a:cubicBezTo>
                  <a:lnTo>
                    <a:pt x="691" y="10681"/>
                  </a:lnTo>
                  <a:cubicBezTo>
                    <a:pt x="501" y="10681"/>
                    <a:pt x="334" y="10514"/>
                    <a:pt x="334" y="10323"/>
                  </a:cubicBezTo>
                  <a:lnTo>
                    <a:pt x="334" y="1370"/>
                  </a:lnTo>
                  <a:cubicBezTo>
                    <a:pt x="334" y="1179"/>
                    <a:pt x="501" y="1013"/>
                    <a:pt x="691" y="1013"/>
                  </a:cubicBezTo>
                  <a:lnTo>
                    <a:pt x="2263" y="1013"/>
                  </a:lnTo>
                  <a:lnTo>
                    <a:pt x="2263" y="1537"/>
                  </a:lnTo>
                  <a:cubicBezTo>
                    <a:pt x="2263" y="1632"/>
                    <a:pt x="2335" y="1703"/>
                    <a:pt x="2418" y="1703"/>
                  </a:cubicBezTo>
                  <a:lnTo>
                    <a:pt x="5525" y="1703"/>
                  </a:lnTo>
                  <a:cubicBezTo>
                    <a:pt x="5609" y="1703"/>
                    <a:pt x="5680" y="1632"/>
                    <a:pt x="5680" y="1537"/>
                  </a:cubicBezTo>
                  <a:lnTo>
                    <a:pt x="5680" y="1013"/>
                  </a:lnTo>
                  <a:close/>
                  <a:moveTo>
                    <a:pt x="3954" y="1"/>
                  </a:moveTo>
                  <a:cubicBezTo>
                    <a:pt x="3692" y="1"/>
                    <a:pt x="3442" y="144"/>
                    <a:pt x="3275" y="346"/>
                  </a:cubicBezTo>
                  <a:lnTo>
                    <a:pt x="2751" y="346"/>
                  </a:lnTo>
                  <a:cubicBezTo>
                    <a:pt x="2525" y="346"/>
                    <a:pt x="2335" y="501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9"/>
                    <a:pt x="1" y="1382"/>
                  </a:cubicBezTo>
                  <a:lnTo>
                    <a:pt x="1" y="10323"/>
                  </a:lnTo>
                  <a:cubicBezTo>
                    <a:pt x="1" y="10692"/>
                    <a:pt x="299" y="11002"/>
                    <a:pt x="680" y="11002"/>
                  </a:cubicBezTo>
                  <a:lnTo>
                    <a:pt x="7216" y="11002"/>
                  </a:lnTo>
                  <a:cubicBezTo>
                    <a:pt x="7585" y="11002"/>
                    <a:pt x="7907" y="10704"/>
                    <a:pt x="7907" y="10323"/>
                  </a:cubicBezTo>
                  <a:lnTo>
                    <a:pt x="7907" y="1382"/>
                  </a:lnTo>
                  <a:cubicBezTo>
                    <a:pt x="7907" y="989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501"/>
                    <a:pt x="5383" y="346"/>
                    <a:pt x="5168" y="346"/>
                  </a:cubicBezTo>
                  <a:lnTo>
                    <a:pt x="4644" y="346"/>
                  </a:lnTo>
                  <a:cubicBezTo>
                    <a:pt x="4478" y="144"/>
                    <a:pt x="4228" y="1"/>
                    <a:pt x="39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1031604" y="1530205"/>
              <a:ext cx="10280" cy="10248"/>
            </a:xfrm>
            <a:custGeom>
              <a:avLst/>
              <a:gdLst/>
              <a:ahLst/>
              <a:cxnLst/>
              <a:rect l="l" t="t" r="r" b="b"/>
              <a:pathLst>
                <a:path w="32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9"/>
            <p:cNvSpPr/>
            <p:nvPr/>
          </p:nvSpPr>
          <p:spPr>
            <a:xfrm>
              <a:off x="932334" y="1551784"/>
              <a:ext cx="208088" cy="273653"/>
            </a:xfrm>
            <a:custGeom>
              <a:avLst/>
              <a:gdLst/>
              <a:ahLst/>
              <a:cxnLst/>
              <a:rect l="l" t="t" r="r" b="b"/>
              <a:pathLst>
                <a:path w="6538" h="8598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8430"/>
                  </a:lnTo>
                  <a:cubicBezTo>
                    <a:pt x="1" y="8526"/>
                    <a:pt x="72" y="8597"/>
                    <a:pt x="167" y="8597"/>
                  </a:cubicBezTo>
                  <a:lnTo>
                    <a:pt x="6358" y="8597"/>
                  </a:lnTo>
                  <a:cubicBezTo>
                    <a:pt x="6442" y="8597"/>
                    <a:pt x="6525" y="8526"/>
                    <a:pt x="6525" y="8430"/>
                  </a:cubicBezTo>
                  <a:lnTo>
                    <a:pt x="6525" y="168"/>
                  </a:lnTo>
                  <a:cubicBezTo>
                    <a:pt x="6537" y="84"/>
                    <a:pt x="6466" y="13"/>
                    <a:pt x="6370" y="13"/>
                  </a:cubicBezTo>
                  <a:lnTo>
                    <a:pt x="5513" y="13"/>
                  </a:lnTo>
                  <a:cubicBezTo>
                    <a:pt x="5418" y="13"/>
                    <a:pt x="5346" y="84"/>
                    <a:pt x="5346" y="168"/>
                  </a:cubicBezTo>
                  <a:cubicBezTo>
                    <a:pt x="5346" y="263"/>
                    <a:pt x="5418" y="334"/>
                    <a:pt x="5513" y="334"/>
                  </a:cubicBezTo>
                  <a:lnTo>
                    <a:pt x="6204" y="334"/>
                  </a:lnTo>
                  <a:lnTo>
                    <a:pt x="6204" y="8264"/>
                  </a:lnTo>
                  <a:lnTo>
                    <a:pt x="334" y="8264"/>
                  </a:lnTo>
                  <a:lnTo>
                    <a:pt x="334" y="334"/>
                  </a:lnTo>
                  <a:lnTo>
                    <a:pt x="1024" y="334"/>
                  </a:lnTo>
                  <a:cubicBezTo>
                    <a:pt x="1120" y="334"/>
                    <a:pt x="1191" y="263"/>
                    <a:pt x="1191" y="168"/>
                  </a:cubicBezTo>
                  <a:cubicBezTo>
                    <a:pt x="1191" y="84"/>
                    <a:pt x="1120" y="1"/>
                    <a:pt x="10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965689" y="1661302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703" y="620"/>
                    <a:pt x="608" y="703"/>
                    <a:pt x="500" y="703"/>
                  </a:cubicBezTo>
                  <a:cubicBezTo>
                    <a:pt x="405" y="703"/>
                    <a:pt x="322" y="620"/>
                    <a:pt x="322" y="525"/>
                  </a:cubicBezTo>
                  <a:cubicBezTo>
                    <a:pt x="322" y="417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7"/>
                    <a:pt x="227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965689" y="1710571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4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405" y="703"/>
                    <a:pt x="322" y="608"/>
                    <a:pt x="322" y="524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6"/>
                    <a:pt x="227" y="1013"/>
                    <a:pt x="500" y="1013"/>
                  </a:cubicBezTo>
                  <a:cubicBezTo>
                    <a:pt x="786" y="1013"/>
                    <a:pt x="1012" y="786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9"/>
            <p:cNvSpPr/>
            <p:nvPr/>
          </p:nvSpPr>
          <p:spPr>
            <a:xfrm>
              <a:off x="965689" y="1760604"/>
              <a:ext cx="32241" cy="31859"/>
            </a:xfrm>
            <a:custGeom>
              <a:avLst/>
              <a:gdLst/>
              <a:ahLst/>
              <a:cxnLst/>
              <a:rect l="l" t="t" r="r" b="b"/>
              <a:pathLst>
                <a:path w="1013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0"/>
                  </a:cubicBezTo>
                  <a:cubicBezTo>
                    <a:pt x="703" y="596"/>
                    <a:pt x="608" y="679"/>
                    <a:pt x="500" y="679"/>
                  </a:cubicBezTo>
                  <a:cubicBezTo>
                    <a:pt x="405" y="679"/>
                    <a:pt x="322" y="584"/>
                    <a:pt x="322" y="500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27" y="0"/>
                    <a:pt x="0" y="215"/>
                    <a:pt x="0" y="500"/>
                  </a:cubicBezTo>
                  <a:cubicBezTo>
                    <a:pt x="0" y="786"/>
                    <a:pt x="227" y="1000"/>
                    <a:pt x="500" y="1000"/>
                  </a:cubicBezTo>
                  <a:cubicBezTo>
                    <a:pt x="786" y="1000"/>
                    <a:pt x="1012" y="786"/>
                    <a:pt x="1012" y="500"/>
                  </a:cubicBezTo>
                  <a:cubicBezTo>
                    <a:pt x="1012" y="215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1009643" y="1661302"/>
              <a:ext cx="59899" cy="10662"/>
            </a:xfrm>
            <a:custGeom>
              <a:avLst/>
              <a:gdLst/>
              <a:ahLst/>
              <a:cxnLst/>
              <a:rect l="l" t="t" r="r" b="b"/>
              <a:pathLst>
                <a:path w="1882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72"/>
                    <a:pt x="1798" y="1"/>
                    <a:pt x="1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1009643" y="1683677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0"/>
                    <a:pt x="3084" y="167"/>
                  </a:cubicBezTo>
                  <a:cubicBezTo>
                    <a:pt x="3084" y="72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1009643" y="1710571"/>
              <a:ext cx="59899" cy="10630"/>
            </a:xfrm>
            <a:custGeom>
              <a:avLst/>
              <a:gdLst/>
              <a:ahLst/>
              <a:cxnLst/>
              <a:rect l="l" t="t" r="r" b="b"/>
              <a:pathLst>
                <a:path w="1882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84"/>
                    <a:pt x="1798" y="1"/>
                    <a:pt x="1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1009643" y="1732946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1009643" y="1760604"/>
              <a:ext cx="59899" cy="10248"/>
            </a:xfrm>
            <a:custGeom>
              <a:avLst/>
              <a:gdLst/>
              <a:ahLst/>
              <a:cxnLst/>
              <a:rect l="l" t="t" r="r" b="b"/>
              <a:pathLst>
                <a:path w="1882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715" y="322"/>
                  </a:lnTo>
                  <a:cubicBezTo>
                    <a:pt x="1798" y="322"/>
                    <a:pt x="1882" y="250"/>
                    <a:pt x="1882" y="155"/>
                  </a:cubicBezTo>
                  <a:cubicBezTo>
                    <a:pt x="1882" y="72"/>
                    <a:pt x="1798" y="0"/>
                    <a:pt x="17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9"/>
            <p:cNvSpPr/>
            <p:nvPr/>
          </p:nvSpPr>
          <p:spPr>
            <a:xfrm>
              <a:off x="1009643" y="1782183"/>
              <a:ext cx="98188" cy="10662"/>
            </a:xfrm>
            <a:custGeom>
              <a:avLst/>
              <a:gdLst/>
              <a:ahLst/>
              <a:cxnLst/>
              <a:rect l="l" t="t" r="r" b="b"/>
              <a:pathLst>
                <a:path w="3085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1"/>
                    <a:pt x="3084" y="168"/>
                  </a:cubicBezTo>
                  <a:cubicBezTo>
                    <a:pt x="3084" y="72"/>
                    <a:pt x="3013" y="1"/>
                    <a:pt x="29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9"/>
            <p:cNvSpPr/>
            <p:nvPr/>
          </p:nvSpPr>
          <p:spPr>
            <a:xfrm>
              <a:off x="1009643" y="1579473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965689" y="1628711"/>
              <a:ext cx="142142" cy="10662"/>
            </a:xfrm>
            <a:custGeom>
              <a:avLst/>
              <a:gdLst/>
              <a:ahLst/>
              <a:cxnLst/>
              <a:rect l="l" t="t" r="r" b="b"/>
              <a:pathLst>
                <a:path w="4466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4298" y="334"/>
                  </a:lnTo>
                  <a:cubicBezTo>
                    <a:pt x="4394" y="334"/>
                    <a:pt x="4465" y="251"/>
                    <a:pt x="4465" y="168"/>
                  </a:cubicBezTo>
                  <a:cubicBezTo>
                    <a:pt x="4465" y="72"/>
                    <a:pt x="4394" y="1"/>
                    <a:pt x="4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1009643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6" y="251"/>
                    <a:pt x="846" y="155"/>
                  </a:cubicBezTo>
                  <a:cubicBezTo>
                    <a:pt x="846" y="72"/>
                    <a:pt x="762" y="1"/>
                    <a:pt x="6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1047550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5" y="251"/>
                    <a:pt x="845" y="155"/>
                  </a:cubicBezTo>
                  <a:cubicBezTo>
                    <a:pt x="845" y="72"/>
                    <a:pt x="774" y="1"/>
                    <a:pt x="6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966071" y="1579473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91" y="310"/>
                  </a:moveTo>
                  <a:lnTo>
                    <a:pt x="691" y="691"/>
                  </a:lnTo>
                  <a:lnTo>
                    <a:pt x="310" y="691"/>
                  </a:lnTo>
                  <a:lnTo>
                    <a:pt x="310" y="310"/>
                  </a:lnTo>
                  <a:close/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845"/>
                  </a:lnTo>
                  <a:cubicBezTo>
                    <a:pt x="0" y="941"/>
                    <a:pt x="72" y="1012"/>
                    <a:pt x="167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5"/>
                  </a:cubicBezTo>
                  <a:lnTo>
                    <a:pt x="1012" y="167"/>
                  </a:lnTo>
                  <a:cubicBezTo>
                    <a:pt x="1000" y="71"/>
                    <a:pt x="941" y="0"/>
                    <a:pt x="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" name="Google Shape;482;p39"/>
          <p:cNvSpPr/>
          <p:nvPr/>
        </p:nvSpPr>
        <p:spPr>
          <a:xfrm>
            <a:off x="5837823" y="3632981"/>
            <a:ext cx="528845" cy="528845"/>
          </a:xfrm>
          <a:custGeom>
            <a:avLst/>
            <a:gdLst/>
            <a:ahLst/>
            <a:cxnLst/>
            <a:rect l="l" t="t" r="r" b="b"/>
            <a:pathLst>
              <a:path w="11693" h="11693" extrusionOk="0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3" name="Google Shape;483;p39"/>
          <p:cNvGrpSpPr/>
          <p:nvPr/>
        </p:nvGrpSpPr>
        <p:grpSpPr>
          <a:xfrm>
            <a:off x="4941027" y="2747939"/>
            <a:ext cx="497322" cy="489575"/>
            <a:chOff x="1754279" y="4286593"/>
            <a:chExt cx="351439" cy="345965"/>
          </a:xfrm>
        </p:grpSpPr>
        <p:sp>
          <p:nvSpPr>
            <p:cNvPr id="484" name="Google Shape;484;p39"/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9"/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9"/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9"/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9"/>
          <p:cNvSpPr txBox="1">
            <a:spLocks noGrp="1"/>
          </p:cNvSpPr>
          <p:nvPr>
            <p:ph type="subTitle" idx="4294967295"/>
          </p:nvPr>
        </p:nvSpPr>
        <p:spPr>
          <a:xfrm>
            <a:off x="829025" y="2563825"/>
            <a:ext cx="1557600" cy="54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STEP 1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490" name="Google Shape;490;p39"/>
          <p:cNvSpPr txBox="1">
            <a:spLocks noGrp="1"/>
          </p:cNvSpPr>
          <p:nvPr>
            <p:ph type="subTitle" idx="4294967295"/>
          </p:nvPr>
        </p:nvSpPr>
        <p:spPr>
          <a:xfrm>
            <a:off x="6832925" y="2963550"/>
            <a:ext cx="1369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It’s the biggest</a:t>
            </a:r>
            <a:endParaRPr sz="14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planet in </a:t>
            </a:r>
            <a:r>
              <a:rPr lang="en">
                <a:solidFill>
                  <a:schemeClr val="lt1"/>
                </a:solidFill>
              </a:rPr>
              <a:t>the </a:t>
            </a:r>
            <a:r>
              <a:rPr lang="en" sz="1400">
                <a:solidFill>
                  <a:schemeClr val="lt1"/>
                </a:solidFill>
              </a:rPr>
              <a:t>Solar System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491" name="Google Shape;491;p39"/>
          <p:cNvSpPr txBox="1">
            <a:spLocks noGrp="1"/>
          </p:cNvSpPr>
          <p:nvPr>
            <p:ph type="subTitle" idx="4294967295"/>
          </p:nvPr>
        </p:nvSpPr>
        <p:spPr>
          <a:xfrm>
            <a:off x="6738725" y="2569825"/>
            <a:ext cx="1557600" cy="53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STEP 4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492" name="Google Shape;492;p39"/>
          <p:cNvSpPr txBox="1">
            <a:spLocks noGrp="1"/>
          </p:cNvSpPr>
          <p:nvPr>
            <p:ph type="subTitle" idx="4294967295"/>
          </p:nvPr>
        </p:nvSpPr>
        <p:spPr>
          <a:xfrm>
            <a:off x="2596920" y="1318525"/>
            <a:ext cx="1369200" cy="8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Saturn is the</a:t>
            </a:r>
            <a:endParaRPr sz="14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ringed one and a gas giant</a:t>
            </a:r>
            <a:endParaRPr sz="14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493" name="Google Shape;493;p39"/>
          <p:cNvSpPr txBox="1">
            <a:spLocks noGrp="1"/>
          </p:cNvSpPr>
          <p:nvPr>
            <p:ph type="subTitle" idx="4294967295"/>
          </p:nvPr>
        </p:nvSpPr>
        <p:spPr>
          <a:xfrm>
            <a:off x="2502720" y="918825"/>
            <a:ext cx="1557600" cy="54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STEP 2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494" name="Google Shape;494;p39"/>
          <p:cNvSpPr txBox="1">
            <a:spLocks noGrp="1"/>
          </p:cNvSpPr>
          <p:nvPr>
            <p:ph type="subTitle" idx="4294967295"/>
          </p:nvPr>
        </p:nvSpPr>
        <p:spPr>
          <a:xfrm>
            <a:off x="5215159" y="1318525"/>
            <a:ext cx="1369200" cy="8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Neptune is the</a:t>
            </a:r>
            <a:endParaRPr sz="14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farthest planet</a:t>
            </a:r>
            <a:endParaRPr sz="140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from the Sun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495" name="Google Shape;495;p39"/>
          <p:cNvSpPr txBox="1">
            <a:spLocks noGrp="1"/>
          </p:cNvSpPr>
          <p:nvPr>
            <p:ph type="subTitle" idx="4294967295"/>
          </p:nvPr>
        </p:nvSpPr>
        <p:spPr>
          <a:xfrm>
            <a:off x="5120959" y="918825"/>
            <a:ext cx="1557600" cy="54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STEP 3</a:t>
            </a:r>
            <a:endParaRPr sz="1400">
              <a:solidFill>
                <a:schemeClr val="lt1"/>
              </a:solidFill>
            </a:endParaRPr>
          </a:p>
        </p:txBody>
      </p:sp>
      <p:grpSp>
        <p:nvGrpSpPr>
          <p:cNvPr id="496" name="Google Shape;496;p39"/>
          <p:cNvGrpSpPr/>
          <p:nvPr/>
        </p:nvGrpSpPr>
        <p:grpSpPr>
          <a:xfrm>
            <a:off x="1357057" y="1312263"/>
            <a:ext cx="6403715" cy="3183462"/>
            <a:chOff x="1357057" y="1415963"/>
            <a:chExt cx="6403715" cy="3183462"/>
          </a:xfrm>
        </p:grpSpPr>
        <p:sp>
          <p:nvSpPr>
            <p:cNvPr id="497" name="Google Shape;497;p39"/>
            <p:cNvSpPr/>
            <p:nvPr/>
          </p:nvSpPr>
          <p:spPr>
            <a:xfrm>
              <a:off x="4111689" y="1444804"/>
              <a:ext cx="949950" cy="68539"/>
            </a:xfrm>
            <a:custGeom>
              <a:avLst/>
              <a:gdLst/>
              <a:ahLst/>
              <a:cxnLst/>
              <a:rect l="l" t="t" r="r" b="b"/>
              <a:pathLst>
                <a:path w="27041" h="1951" extrusionOk="0">
                  <a:moveTo>
                    <a:pt x="12690" y="0"/>
                  </a:moveTo>
                  <a:cubicBezTo>
                    <a:pt x="8610" y="0"/>
                    <a:pt x="4531" y="273"/>
                    <a:pt x="452" y="822"/>
                  </a:cubicBezTo>
                  <a:lnTo>
                    <a:pt x="407" y="822"/>
                  </a:lnTo>
                  <a:cubicBezTo>
                    <a:pt x="181" y="867"/>
                    <a:pt x="1" y="1138"/>
                    <a:pt x="46" y="1364"/>
                  </a:cubicBezTo>
                  <a:cubicBezTo>
                    <a:pt x="127" y="1566"/>
                    <a:pt x="352" y="1732"/>
                    <a:pt x="561" y="1732"/>
                  </a:cubicBezTo>
                  <a:cubicBezTo>
                    <a:pt x="585" y="1732"/>
                    <a:pt x="609" y="1730"/>
                    <a:pt x="633" y="1725"/>
                  </a:cubicBezTo>
                  <a:cubicBezTo>
                    <a:pt x="4616" y="1159"/>
                    <a:pt x="8628" y="885"/>
                    <a:pt x="12638" y="885"/>
                  </a:cubicBezTo>
                  <a:cubicBezTo>
                    <a:pt x="17263" y="885"/>
                    <a:pt x="21884" y="1250"/>
                    <a:pt x="26454" y="1951"/>
                  </a:cubicBezTo>
                  <a:lnTo>
                    <a:pt x="26544" y="1951"/>
                  </a:lnTo>
                  <a:cubicBezTo>
                    <a:pt x="26770" y="1951"/>
                    <a:pt x="26996" y="1770"/>
                    <a:pt x="26996" y="1544"/>
                  </a:cubicBezTo>
                  <a:cubicBezTo>
                    <a:pt x="27041" y="1319"/>
                    <a:pt x="26860" y="1093"/>
                    <a:pt x="26589" y="1048"/>
                  </a:cubicBezTo>
                  <a:cubicBezTo>
                    <a:pt x="21956" y="352"/>
                    <a:pt x="17323" y="0"/>
                    <a:pt x="12690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9"/>
            <p:cNvSpPr/>
            <p:nvPr/>
          </p:nvSpPr>
          <p:spPr>
            <a:xfrm>
              <a:off x="4890351" y="1420319"/>
              <a:ext cx="131667" cy="122217"/>
            </a:xfrm>
            <a:custGeom>
              <a:avLst/>
              <a:gdLst/>
              <a:ahLst/>
              <a:cxnLst/>
              <a:rect l="l" t="t" r="r" b="b"/>
              <a:pathLst>
                <a:path w="3748" h="3479" extrusionOk="0">
                  <a:moveTo>
                    <a:pt x="1847" y="0"/>
                  </a:moveTo>
                  <a:cubicBezTo>
                    <a:pt x="995" y="0"/>
                    <a:pt x="297" y="630"/>
                    <a:pt x="136" y="1474"/>
                  </a:cubicBezTo>
                  <a:cubicBezTo>
                    <a:pt x="1" y="2422"/>
                    <a:pt x="678" y="3325"/>
                    <a:pt x="1626" y="3460"/>
                  </a:cubicBezTo>
                  <a:cubicBezTo>
                    <a:pt x="1712" y="3473"/>
                    <a:pt x="1797" y="3479"/>
                    <a:pt x="1882" y="3479"/>
                  </a:cubicBezTo>
                  <a:cubicBezTo>
                    <a:pt x="2731" y="3479"/>
                    <a:pt x="3489" y="2878"/>
                    <a:pt x="3612" y="2016"/>
                  </a:cubicBezTo>
                  <a:cubicBezTo>
                    <a:pt x="3747" y="1023"/>
                    <a:pt x="3115" y="165"/>
                    <a:pt x="2167" y="29"/>
                  </a:cubicBezTo>
                  <a:cubicBezTo>
                    <a:pt x="2059" y="10"/>
                    <a:pt x="1952" y="0"/>
                    <a:pt x="184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9"/>
            <p:cNvSpPr/>
            <p:nvPr/>
          </p:nvSpPr>
          <p:spPr>
            <a:xfrm>
              <a:off x="4152932" y="1415963"/>
              <a:ext cx="131667" cy="123377"/>
            </a:xfrm>
            <a:custGeom>
              <a:avLst/>
              <a:gdLst/>
              <a:ahLst/>
              <a:cxnLst/>
              <a:rect l="l" t="t" r="r" b="b"/>
              <a:pathLst>
                <a:path w="3748" h="3512" extrusionOk="0">
                  <a:moveTo>
                    <a:pt x="1878" y="1"/>
                  </a:moveTo>
                  <a:cubicBezTo>
                    <a:pt x="1795" y="1"/>
                    <a:pt x="1711" y="6"/>
                    <a:pt x="1626" y="18"/>
                  </a:cubicBezTo>
                  <a:cubicBezTo>
                    <a:pt x="678" y="153"/>
                    <a:pt x="0" y="1011"/>
                    <a:pt x="136" y="1959"/>
                  </a:cubicBezTo>
                  <a:cubicBezTo>
                    <a:pt x="260" y="2867"/>
                    <a:pt x="1025" y="3511"/>
                    <a:pt x="1880" y="3511"/>
                  </a:cubicBezTo>
                  <a:cubicBezTo>
                    <a:pt x="1960" y="3511"/>
                    <a:pt x="2041" y="3506"/>
                    <a:pt x="2122" y="3494"/>
                  </a:cubicBezTo>
                  <a:cubicBezTo>
                    <a:pt x="3070" y="3359"/>
                    <a:pt x="3747" y="2456"/>
                    <a:pt x="3612" y="1508"/>
                  </a:cubicBezTo>
                  <a:cubicBezTo>
                    <a:pt x="3488" y="641"/>
                    <a:pt x="2761" y="1"/>
                    <a:pt x="1878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1403042" y="4141082"/>
              <a:ext cx="63480" cy="417098"/>
            </a:xfrm>
            <a:custGeom>
              <a:avLst/>
              <a:gdLst/>
              <a:ahLst/>
              <a:cxnLst/>
              <a:rect l="l" t="t" r="r" b="b"/>
              <a:pathLst>
                <a:path w="1807" h="11873" extrusionOk="0">
                  <a:moveTo>
                    <a:pt x="1355" y="0"/>
                  </a:moveTo>
                  <a:cubicBezTo>
                    <a:pt x="1039" y="0"/>
                    <a:pt x="813" y="181"/>
                    <a:pt x="813" y="452"/>
                  </a:cubicBezTo>
                  <a:cubicBezTo>
                    <a:pt x="272" y="4289"/>
                    <a:pt x="46" y="7584"/>
                    <a:pt x="1" y="11421"/>
                  </a:cubicBezTo>
                  <a:cubicBezTo>
                    <a:pt x="1" y="11647"/>
                    <a:pt x="136" y="11873"/>
                    <a:pt x="452" y="11873"/>
                  </a:cubicBezTo>
                  <a:cubicBezTo>
                    <a:pt x="723" y="11873"/>
                    <a:pt x="904" y="11647"/>
                    <a:pt x="994" y="11331"/>
                  </a:cubicBezTo>
                  <a:cubicBezTo>
                    <a:pt x="1039" y="7584"/>
                    <a:pt x="1220" y="4334"/>
                    <a:pt x="1807" y="587"/>
                  </a:cubicBezTo>
                  <a:lnTo>
                    <a:pt x="1807" y="497"/>
                  </a:lnTo>
                  <a:cubicBezTo>
                    <a:pt x="1807" y="226"/>
                    <a:pt x="1626" y="0"/>
                    <a:pt x="1355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1372936" y="4172172"/>
              <a:ext cx="131632" cy="123377"/>
            </a:xfrm>
            <a:custGeom>
              <a:avLst/>
              <a:gdLst/>
              <a:ahLst/>
              <a:cxnLst/>
              <a:rect l="l" t="t" r="r" b="b"/>
              <a:pathLst>
                <a:path w="3747" h="3512" extrusionOk="0">
                  <a:moveTo>
                    <a:pt x="1879" y="1"/>
                  </a:moveTo>
                  <a:cubicBezTo>
                    <a:pt x="1025" y="1"/>
                    <a:pt x="259" y="641"/>
                    <a:pt x="136" y="1508"/>
                  </a:cubicBezTo>
                  <a:cubicBezTo>
                    <a:pt x="0" y="2456"/>
                    <a:pt x="677" y="3359"/>
                    <a:pt x="1625" y="3494"/>
                  </a:cubicBezTo>
                  <a:cubicBezTo>
                    <a:pt x="1707" y="3506"/>
                    <a:pt x="1788" y="3511"/>
                    <a:pt x="1868" y="3511"/>
                  </a:cubicBezTo>
                  <a:cubicBezTo>
                    <a:pt x="2723" y="3511"/>
                    <a:pt x="3488" y="2871"/>
                    <a:pt x="3612" y="2004"/>
                  </a:cubicBezTo>
                  <a:cubicBezTo>
                    <a:pt x="3747" y="1056"/>
                    <a:pt x="3070" y="154"/>
                    <a:pt x="2122" y="18"/>
                  </a:cubicBezTo>
                  <a:cubicBezTo>
                    <a:pt x="2041" y="6"/>
                    <a:pt x="1960" y="1"/>
                    <a:pt x="187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1357057" y="4475697"/>
              <a:ext cx="125309" cy="123728"/>
            </a:xfrm>
            <a:custGeom>
              <a:avLst/>
              <a:gdLst/>
              <a:ahLst/>
              <a:cxnLst/>
              <a:rect l="l" t="t" r="r" b="b"/>
              <a:pathLst>
                <a:path w="3567" h="3522" extrusionOk="0">
                  <a:moveTo>
                    <a:pt x="1806" y="0"/>
                  </a:moveTo>
                  <a:cubicBezTo>
                    <a:pt x="858" y="0"/>
                    <a:pt x="46" y="768"/>
                    <a:pt x="46" y="1716"/>
                  </a:cubicBezTo>
                  <a:cubicBezTo>
                    <a:pt x="1" y="2709"/>
                    <a:pt x="768" y="3476"/>
                    <a:pt x="1761" y="3521"/>
                  </a:cubicBezTo>
                  <a:cubicBezTo>
                    <a:pt x="2709" y="3521"/>
                    <a:pt x="3522" y="2754"/>
                    <a:pt x="3522" y="1806"/>
                  </a:cubicBezTo>
                  <a:cubicBezTo>
                    <a:pt x="3567" y="858"/>
                    <a:pt x="2800" y="45"/>
                    <a:pt x="180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2134138" y="2151554"/>
              <a:ext cx="456760" cy="448118"/>
            </a:xfrm>
            <a:custGeom>
              <a:avLst/>
              <a:gdLst/>
              <a:ahLst/>
              <a:cxnLst/>
              <a:rect l="l" t="t" r="r" b="b"/>
              <a:pathLst>
                <a:path w="13002" h="12756" extrusionOk="0">
                  <a:moveTo>
                    <a:pt x="12483" y="0"/>
                  </a:moveTo>
                  <a:cubicBezTo>
                    <a:pt x="12344" y="0"/>
                    <a:pt x="12200" y="59"/>
                    <a:pt x="12099" y="160"/>
                  </a:cubicBezTo>
                  <a:cubicBezTo>
                    <a:pt x="9616" y="2147"/>
                    <a:pt x="7720" y="3862"/>
                    <a:pt x="5463" y="6119"/>
                  </a:cubicBezTo>
                  <a:cubicBezTo>
                    <a:pt x="3612" y="8015"/>
                    <a:pt x="1806" y="10001"/>
                    <a:pt x="91" y="12033"/>
                  </a:cubicBezTo>
                  <a:cubicBezTo>
                    <a:pt x="46" y="12078"/>
                    <a:pt x="0" y="12168"/>
                    <a:pt x="0" y="12304"/>
                  </a:cubicBezTo>
                  <a:cubicBezTo>
                    <a:pt x="0" y="12529"/>
                    <a:pt x="181" y="12755"/>
                    <a:pt x="452" y="12755"/>
                  </a:cubicBezTo>
                  <a:cubicBezTo>
                    <a:pt x="542" y="12755"/>
                    <a:pt x="678" y="12710"/>
                    <a:pt x="813" y="12620"/>
                  </a:cubicBezTo>
                  <a:cubicBezTo>
                    <a:pt x="2528" y="10588"/>
                    <a:pt x="4289" y="8647"/>
                    <a:pt x="6140" y="6841"/>
                  </a:cubicBezTo>
                  <a:cubicBezTo>
                    <a:pt x="8397" y="4629"/>
                    <a:pt x="10248" y="2869"/>
                    <a:pt x="12731" y="883"/>
                  </a:cubicBezTo>
                  <a:lnTo>
                    <a:pt x="12866" y="792"/>
                  </a:lnTo>
                  <a:cubicBezTo>
                    <a:pt x="13001" y="567"/>
                    <a:pt x="12956" y="296"/>
                    <a:pt x="12776" y="115"/>
                  </a:cubicBezTo>
                  <a:cubicBezTo>
                    <a:pt x="12697" y="36"/>
                    <a:pt x="12591" y="0"/>
                    <a:pt x="12483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2121456" y="2472187"/>
              <a:ext cx="137991" cy="121971"/>
            </a:xfrm>
            <a:custGeom>
              <a:avLst/>
              <a:gdLst/>
              <a:ahLst/>
              <a:cxnLst/>
              <a:rect l="l" t="t" r="r" b="b"/>
              <a:pathLst>
                <a:path w="3928" h="3472" extrusionOk="0">
                  <a:moveTo>
                    <a:pt x="1975" y="0"/>
                  </a:moveTo>
                  <a:cubicBezTo>
                    <a:pt x="1477" y="0"/>
                    <a:pt x="980" y="206"/>
                    <a:pt x="632" y="604"/>
                  </a:cubicBezTo>
                  <a:cubicBezTo>
                    <a:pt x="0" y="1326"/>
                    <a:pt x="91" y="2454"/>
                    <a:pt x="858" y="3086"/>
                  </a:cubicBezTo>
                  <a:cubicBezTo>
                    <a:pt x="1176" y="3344"/>
                    <a:pt x="1563" y="3472"/>
                    <a:pt x="1951" y="3472"/>
                  </a:cubicBezTo>
                  <a:cubicBezTo>
                    <a:pt x="2446" y="3472"/>
                    <a:pt x="2942" y="3265"/>
                    <a:pt x="3296" y="2861"/>
                  </a:cubicBezTo>
                  <a:cubicBezTo>
                    <a:pt x="3928" y="2138"/>
                    <a:pt x="3837" y="1010"/>
                    <a:pt x="3115" y="423"/>
                  </a:cubicBezTo>
                  <a:cubicBezTo>
                    <a:pt x="2790" y="138"/>
                    <a:pt x="2382" y="0"/>
                    <a:pt x="1975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2441809" y="2159915"/>
              <a:ext cx="137991" cy="122990"/>
            </a:xfrm>
            <a:custGeom>
              <a:avLst/>
              <a:gdLst/>
              <a:ahLst/>
              <a:cxnLst/>
              <a:rect l="l" t="t" r="r" b="b"/>
              <a:pathLst>
                <a:path w="3928" h="3501" extrusionOk="0">
                  <a:moveTo>
                    <a:pt x="1954" y="0"/>
                  </a:moveTo>
                  <a:cubicBezTo>
                    <a:pt x="1556" y="0"/>
                    <a:pt x="1153" y="139"/>
                    <a:pt x="813" y="419"/>
                  </a:cubicBezTo>
                  <a:cubicBezTo>
                    <a:pt x="90" y="1006"/>
                    <a:pt x="0" y="2134"/>
                    <a:pt x="587" y="2857"/>
                  </a:cubicBezTo>
                  <a:cubicBezTo>
                    <a:pt x="938" y="3284"/>
                    <a:pt x="1430" y="3501"/>
                    <a:pt x="1929" y="3501"/>
                  </a:cubicBezTo>
                  <a:cubicBezTo>
                    <a:pt x="2327" y="3501"/>
                    <a:pt x="2729" y="3363"/>
                    <a:pt x="3070" y="3082"/>
                  </a:cubicBezTo>
                  <a:cubicBezTo>
                    <a:pt x="3792" y="2496"/>
                    <a:pt x="3927" y="1367"/>
                    <a:pt x="3295" y="645"/>
                  </a:cubicBezTo>
                  <a:cubicBezTo>
                    <a:pt x="2944" y="218"/>
                    <a:pt x="2452" y="0"/>
                    <a:pt x="1954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6566591" y="2185068"/>
              <a:ext cx="442497" cy="441549"/>
            </a:xfrm>
            <a:custGeom>
              <a:avLst/>
              <a:gdLst/>
              <a:ahLst/>
              <a:cxnLst/>
              <a:rect l="l" t="t" r="r" b="b"/>
              <a:pathLst>
                <a:path w="12596" h="12569" extrusionOk="0">
                  <a:moveTo>
                    <a:pt x="552" y="1"/>
                  </a:moveTo>
                  <a:cubicBezTo>
                    <a:pt x="409" y="1"/>
                    <a:pt x="263" y="82"/>
                    <a:pt x="181" y="245"/>
                  </a:cubicBezTo>
                  <a:cubicBezTo>
                    <a:pt x="1" y="470"/>
                    <a:pt x="46" y="741"/>
                    <a:pt x="272" y="922"/>
                  </a:cubicBezTo>
                  <a:cubicBezTo>
                    <a:pt x="2303" y="2592"/>
                    <a:pt x="3793" y="3901"/>
                    <a:pt x="5689" y="5797"/>
                  </a:cubicBezTo>
                  <a:cubicBezTo>
                    <a:pt x="7765" y="7919"/>
                    <a:pt x="9797" y="10176"/>
                    <a:pt x="11693" y="12433"/>
                  </a:cubicBezTo>
                  <a:cubicBezTo>
                    <a:pt x="11738" y="12523"/>
                    <a:pt x="11918" y="12568"/>
                    <a:pt x="12009" y="12568"/>
                  </a:cubicBezTo>
                  <a:cubicBezTo>
                    <a:pt x="12144" y="12568"/>
                    <a:pt x="12234" y="12568"/>
                    <a:pt x="12325" y="12478"/>
                  </a:cubicBezTo>
                  <a:cubicBezTo>
                    <a:pt x="12505" y="12298"/>
                    <a:pt x="12596" y="12027"/>
                    <a:pt x="12415" y="11801"/>
                  </a:cubicBezTo>
                  <a:cubicBezTo>
                    <a:pt x="10474" y="9454"/>
                    <a:pt x="8442" y="7197"/>
                    <a:pt x="6366" y="5120"/>
                  </a:cubicBezTo>
                  <a:cubicBezTo>
                    <a:pt x="4470" y="3224"/>
                    <a:pt x="2980" y="1915"/>
                    <a:pt x="904" y="154"/>
                  </a:cubicBezTo>
                  <a:lnTo>
                    <a:pt x="813" y="109"/>
                  </a:lnTo>
                  <a:cubicBezTo>
                    <a:pt x="741" y="37"/>
                    <a:pt x="647" y="1"/>
                    <a:pt x="552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6858383" y="2481848"/>
              <a:ext cx="138026" cy="122990"/>
            </a:xfrm>
            <a:custGeom>
              <a:avLst/>
              <a:gdLst/>
              <a:ahLst/>
              <a:cxnLst/>
              <a:rect l="l" t="t" r="r" b="b"/>
              <a:pathLst>
                <a:path w="3929" h="3501" extrusionOk="0">
                  <a:moveTo>
                    <a:pt x="1962" y="0"/>
                  </a:moveTo>
                  <a:cubicBezTo>
                    <a:pt x="1571" y="0"/>
                    <a:pt x="1179" y="138"/>
                    <a:pt x="859" y="419"/>
                  </a:cubicBezTo>
                  <a:cubicBezTo>
                    <a:pt x="91" y="1051"/>
                    <a:pt x="1" y="2134"/>
                    <a:pt x="633" y="2857"/>
                  </a:cubicBezTo>
                  <a:cubicBezTo>
                    <a:pt x="985" y="3283"/>
                    <a:pt x="1476" y="3501"/>
                    <a:pt x="1967" y="3501"/>
                  </a:cubicBezTo>
                  <a:cubicBezTo>
                    <a:pt x="2359" y="3501"/>
                    <a:pt x="2750" y="3363"/>
                    <a:pt x="3071" y="3082"/>
                  </a:cubicBezTo>
                  <a:cubicBezTo>
                    <a:pt x="3838" y="2450"/>
                    <a:pt x="3928" y="1367"/>
                    <a:pt x="3296" y="645"/>
                  </a:cubicBezTo>
                  <a:cubicBezTo>
                    <a:pt x="2945" y="218"/>
                    <a:pt x="2453" y="0"/>
                    <a:pt x="1962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6569788" y="2191216"/>
              <a:ext cx="137991" cy="122252"/>
            </a:xfrm>
            <a:custGeom>
              <a:avLst/>
              <a:gdLst/>
              <a:ahLst/>
              <a:cxnLst/>
              <a:rect l="l" t="t" r="r" b="b"/>
              <a:pathLst>
                <a:path w="3928" h="3480" extrusionOk="0">
                  <a:moveTo>
                    <a:pt x="1976" y="0"/>
                  </a:moveTo>
                  <a:cubicBezTo>
                    <a:pt x="1482" y="0"/>
                    <a:pt x="986" y="207"/>
                    <a:pt x="632" y="611"/>
                  </a:cubicBezTo>
                  <a:cubicBezTo>
                    <a:pt x="0" y="1334"/>
                    <a:pt x="90" y="2462"/>
                    <a:pt x="813" y="3094"/>
                  </a:cubicBezTo>
                  <a:cubicBezTo>
                    <a:pt x="1150" y="3352"/>
                    <a:pt x="1549" y="3479"/>
                    <a:pt x="1943" y="3479"/>
                  </a:cubicBezTo>
                  <a:cubicBezTo>
                    <a:pt x="2446" y="3479"/>
                    <a:pt x="2941" y="3273"/>
                    <a:pt x="3295" y="2868"/>
                  </a:cubicBezTo>
                  <a:cubicBezTo>
                    <a:pt x="3927" y="2146"/>
                    <a:pt x="3837" y="1018"/>
                    <a:pt x="3070" y="386"/>
                  </a:cubicBezTo>
                  <a:cubicBezTo>
                    <a:pt x="2752" y="128"/>
                    <a:pt x="2365" y="0"/>
                    <a:pt x="197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7659247" y="4195007"/>
              <a:ext cx="58737" cy="363174"/>
            </a:xfrm>
            <a:custGeom>
              <a:avLst/>
              <a:gdLst/>
              <a:ahLst/>
              <a:cxnLst/>
              <a:rect l="l" t="t" r="r" b="b"/>
              <a:pathLst>
                <a:path w="1672" h="10338" extrusionOk="0">
                  <a:moveTo>
                    <a:pt x="452" y="0"/>
                  </a:moveTo>
                  <a:cubicBezTo>
                    <a:pt x="136" y="0"/>
                    <a:pt x="1" y="226"/>
                    <a:pt x="1" y="497"/>
                  </a:cubicBezTo>
                  <a:cubicBezTo>
                    <a:pt x="497" y="4198"/>
                    <a:pt x="588" y="6185"/>
                    <a:pt x="678" y="9886"/>
                  </a:cubicBezTo>
                  <a:cubicBezTo>
                    <a:pt x="678" y="10112"/>
                    <a:pt x="813" y="10338"/>
                    <a:pt x="1129" y="10338"/>
                  </a:cubicBezTo>
                  <a:cubicBezTo>
                    <a:pt x="1400" y="10292"/>
                    <a:pt x="1581" y="10112"/>
                    <a:pt x="1671" y="9886"/>
                  </a:cubicBezTo>
                  <a:cubicBezTo>
                    <a:pt x="1581" y="6139"/>
                    <a:pt x="1445" y="4063"/>
                    <a:pt x="949" y="406"/>
                  </a:cubicBezTo>
                  <a:cubicBezTo>
                    <a:pt x="904" y="90"/>
                    <a:pt x="678" y="0"/>
                    <a:pt x="452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7635464" y="4474116"/>
              <a:ext cx="125309" cy="123728"/>
            </a:xfrm>
            <a:custGeom>
              <a:avLst/>
              <a:gdLst/>
              <a:ahLst/>
              <a:cxnLst/>
              <a:rect l="l" t="t" r="r" b="b"/>
              <a:pathLst>
                <a:path w="3567" h="3522" extrusionOk="0">
                  <a:moveTo>
                    <a:pt x="1761" y="0"/>
                  </a:moveTo>
                  <a:cubicBezTo>
                    <a:pt x="768" y="45"/>
                    <a:pt x="1" y="813"/>
                    <a:pt x="46" y="1806"/>
                  </a:cubicBezTo>
                  <a:cubicBezTo>
                    <a:pt x="46" y="2754"/>
                    <a:pt x="858" y="3521"/>
                    <a:pt x="1806" y="3521"/>
                  </a:cubicBezTo>
                  <a:cubicBezTo>
                    <a:pt x="2799" y="3476"/>
                    <a:pt x="3567" y="2709"/>
                    <a:pt x="3522" y="1715"/>
                  </a:cubicBezTo>
                  <a:cubicBezTo>
                    <a:pt x="3522" y="768"/>
                    <a:pt x="2709" y="0"/>
                    <a:pt x="176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/>
            <p:cNvSpPr/>
            <p:nvPr/>
          </p:nvSpPr>
          <p:spPr>
            <a:xfrm>
              <a:off x="7613261" y="4180111"/>
              <a:ext cx="131667" cy="123341"/>
            </a:xfrm>
            <a:custGeom>
              <a:avLst/>
              <a:gdLst/>
              <a:ahLst/>
              <a:cxnLst/>
              <a:rect l="l" t="t" r="r" b="b"/>
              <a:pathLst>
                <a:path w="3748" h="3511" extrusionOk="0">
                  <a:moveTo>
                    <a:pt x="1868" y="1"/>
                  </a:moveTo>
                  <a:cubicBezTo>
                    <a:pt x="1788" y="1"/>
                    <a:pt x="1707" y="6"/>
                    <a:pt x="1626" y="18"/>
                  </a:cubicBezTo>
                  <a:cubicBezTo>
                    <a:pt x="678" y="153"/>
                    <a:pt x="1" y="1056"/>
                    <a:pt x="136" y="2004"/>
                  </a:cubicBezTo>
                  <a:cubicBezTo>
                    <a:pt x="260" y="2871"/>
                    <a:pt x="1025" y="3511"/>
                    <a:pt x="1880" y="3511"/>
                  </a:cubicBezTo>
                  <a:cubicBezTo>
                    <a:pt x="1960" y="3511"/>
                    <a:pt x="2041" y="3505"/>
                    <a:pt x="2122" y="3494"/>
                  </a:cubicBezTo>
                  <a:cubicBezTo>
                    <a:pt x="3070" y="3358"/>
                    <a:pt x="3747" y="2501"/>
                    <a:pt x="3612" y="1507"/>
                  </a:cubicBezTo>
                  <a:cubicBezTo>
                    <a:pt x="3488" y="641"/>
                    <a:pt x="2723" y="1"/>
                    <a:pt x="1868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2" name="Google Shape;512;p39"/>
          <p:cNvSpPr/>
          <p:nvPr/>
        </p:nvSpPr>
        <p:spPr>
          <a:xfrm>
            <a:off x="713225" y="2291341"/>
            <a:ext cx="1882406" cy="1806314"/>
          </a:xfrm>
          <a:custGeom>
            <a:avLst/>
            <a:gdLst/>
            <a:ahLst/>
            <a:cxnLst/>
            <a:rect l="l" t="t" r="r" b="b"/>
            <a:pathLst>
              <a:path w="53584" h="51418" extrusionOk="0">
                <a:moveTo>
                  <a:pt x="25641" y="1536"/>
                </a:moveTo>
                <a:cubicBezTo>
                  <a:pt x="28124" y="1536"/>
                  <a:pt x="30606" y="1942"/>
                  <a:pt x="32999" y="2619"/>
                </a:cubicBezTo>
                <a:cubicBezTo>
                  <a:pt x="45684" y="6682"/>
                  <a:pt x="52726" y="20224"/>
                  <a:pt x="48754" y="32955"/>
                </a:cubicBezTo>
                <a:lnTo>
                  <a:pt x="48618" y="33225"/>
                </a:lnTo>
                <a:lnTo>
                  <a:pt x="51282" y="38958"/>
                </a:lnTo>
                <a:lnTo>
                  <a:pt x="45413" y="39545"/>
                </a:lnTo>
                <a:lnTo>
                  <a:pt x="45233" y="39861"/>
                </a:lnTo>
                <a:cubicBezTo>
                  <a:pt x="40673" y="46091"/>
                  <a:pt x="33405" y="49838"/>
                  <a:pt x="25641" y="49838"/>
                </a:cubicBezTo>
                <a:cubicBezTo>
                  <a:pt x="12324" y="49838"/>
                  <a:pt x="1490" y="39049"/>
                  <a:pt x="1490" y="25687"/>
                </a:cubicBezTo>
                <a:cubicBezTo>
                  <a:pt x="1490" y="12370"/>
                  <a:pt x="12279" y="1536"/>
                  <a:pt x="25641" y="1536"/>
                </a:cubicBezTo>
                <a:close/>
                <a:moveTo>
                  <a:pt x="25731" y="1"/>
                </a:moveTo>
                <a:cubicBezTo>
                  <a:pt x="11511" y="1"/>
                  <a:pt x="0" y="11512"/>
                  <a:pt x="0" y="25687"/>
                </a:cubicBezTo>
                <a:cubicBezTo>
                  <a:pt x="0" y="39906"/>
                  <a:pt x="11511" y="51418"/>
                  <a:pt x="25641" y="51418"/>
                </a:cubicBezTo>
                <a:cubicBezTo>
                  <a:pt x="33766" y="51373"/>
                  <a:pt x="41395" y="47581"/>
                  <a:pt x="46316" y="41035"/>
                </a:cubicBezTo>
                <a:lnTo>
                  <a:pt x="53584" y="40222"/>
                </a:lnTo>
                <a:lnTo>
                  <a:pt x="50243" y="33180"/>
                </a:lnTo>
                <a:cubicBezTo>
                  <a:pt x="51011" y="30743"/>
                  <a:pt x="51372" y="28260"/>
                  <a:pt x="51372" y="25732"/>
                </a:cubicBezTo>
                <a:cubicBezTo>
                  <a:pt x="51372" y="11512"/>
                  <a:pt x="39861" y="1"/>
                  <a:pt x="257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9"/>
          <p:cNvSpPr/>
          <p:nvPr/>
        </p:nvSpPr>
        <p:spPr>
          <a:xfrm>
            <a:off x="2268933" y="648337"/>
            <a:ext cx="2025174" cy="1880930"/>
          </a:xfrm>
          <a:custGeom>
            <a:avLst/>
            <a:gdLst/>
            <a:ahLst/>
            <a:cxnLst/>
            <a:rect l="l" t="t" r="r" b="b"/>
            <a:pathLst>
              <a:path w="57648" h="53542" extrusionOk="0">
                <a:moveTo>
                  <a:pt x="28636" y="1418"/>
                </a:moveTo>
                <a:cubicBezTo>
                  <a:pt x="35997" y="1418"/>
                  <a:pt x="43277" y="4768"/>
                  <a:pt x="48032" y="11107"/>
                </a:cubicBezTo>
                <a:cubicBezTo>
                  <a:pt x="55977" y="21761"/>
                  <a:pt x="53765" y="36884"/>
                  <a:pt x="43111" y="44874"/>
                </a:cubicBezTo>
                <a:lnTo>
                  <a:pt x="42886" y="45009"/>
                </a:lnTo>
                <a:lnTo>
                  <a:pt x="41757" y="51194"/>
                </a:lnTo>
                <a:lnTo>
                  <a:pt x="36611" y="48305"/>
                </a:lnTo>
                <a:lnTo>
                  <a:pt x="36295" y="48395"/>
                </a:lnTo>
                <a:cubicBezTo>
                  <a:pt x="33774" y="49235"/>
                  <a:pt x="31192" y="49641"/>
                  <a:pt x="28640" y="49641"/>
                </a:cubicBezTo>
                <a:cubicBezTo>
                  <a:pt x="21183" y="49641"/>
                  <a:pt x="13986" y="46175"/>
                  <a:pt x="9345" y="39953"/>
                </a:cubicBezTo>
                <a:cubicBezTo>
                  <a:pt x="1400" y="29300"/>
                  <a:pt x="3612" y="14177"/>
                  <a:pt x="14265" y="6187"/>
                </a:cubicBezTo>
                <a:cubicBezTo>
                  <a:pt x="18580" y="2970"/>
                  <a:pt x="23627" y="1418"/>
                  <a:pt x="28636" y="1418"/>
                </a:cubicBezTo>
                <a:close/>
                <a:moveTo>
                  <a:pt x="28659" y="1"/>
                </a:moveTo>
                <a:cubicBezTo>
                  <a:pt x="26048" y="1"/>
                  <a:pt x="23418" y="402"/>
                  <a:pt x="20856" y="1221"/>
                </a:cubicBezTo>
                <a:cubicBezTo>
                  <a:pt x="7449" y="5510"/>
                  <a:pt x="1" y="19910"/>
                  <a:pt x="4289" y="33408"/>
                </a:cubicBezTo>
                <a:cubicBezTo>
                  <a:pt x="7755" y="44244"/>
                  <a:pt x="17827" y="51188"/>
                  <a:pt x="28666" y="51188"/>
                </a:cubicBezTo>
                <a:cubicBezTo>
                  <a:pt x="31237" y="51188"/>
                  <a:pt x="33851" y="50797"/>
                  <a:pt x="36430" y="49975"/>
                </a:cubicBezTo>
                <a:lnTo>
                  <a:pt x="42840" y="53541"/>
                </a:lnTo>
                <a:lnTo>
                  <a:pt x="44104" y="45912"/>
                </a:lnTo>
                <a:cubicBezTo>
                  <a:pt x="46136" y="44377"/>
                  <a:pt x="47896" y="42572"/>
                  <a:pt x="49386" y="40540"/>
                </a:cubicBezTo>
                <a:cubicBezTo>
                  <a:pt x="57647" y="29119"/>
                  <a:pt x="55029" y="13094"/>
                  <a:pt x="43563" y="4833"/>
                </a:cubicBezTo>
                <a:cubicBezTo>
                  <a:pt x="39177" y="1657"/>
                  <a:pt x="33960" y="1"/>
                  <a:pt x="286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9"/>
          <p:cNvSpPr/>
          <p:nvPr/>
        </p:nvSpPr>
        <p:spPr>
          <a:xfrm>
            <a:off x="6512666" y="2293660"/>
            <a:ext cx="2015654" cy="1803996"/>
          </a:xfrm>
          <a:custGeom>
            <a:avLst/>
            <a:gdLst/>
            <a:ahLst/>
            <a:cxnLst/>
            <a:rect l="l" t="t" r="r" b="b"/>
            <a:pathLst>
              <a:path w="57377" h="51352" extrusionOk="0">
                <a:moveTo>
                  <a:pt x="28501" y="1613"/>
                </a:moveTo>
                <a:cubicBezTo>
                  <a:pt x="35936" y="1613"/>
                  <a:pt x="43281" y="5044"/>
                  <a:pt x="47987" y="11491"/>
                </a:cubicBezTo>
                <a:cubicBezTo>
                  <a:pt x="55752" y="22235"/>
                  <a:pt x="53404" y="37312"/>
                  <a:pt x="42660" y="45077"/>
                </a:cubicBezTo>
                <a:cubicBezTo>
                  <a:pt x="38406" y="48165"/>
                  <a:pt x="33458" y="49653"/>
                  <a:pt x="28551" y="49653"/>
                </a:cubicBezTo>
                <a:cubicBezTo>
                  <a:pt x="21119" y="49653"/>
                  <a:pt x="13778" y="46239"/>
                  <a:pt x="9075" y="39795"/>
                </a:cubicBezTo>
                <a:lnTo>
                  <a:pt x="8939" y="39479"/>
                </a:lnTo>
                <a:lnTo>
                  <a:pt x="3071" y="38892"/>
                </a:lnTo>
                <a:lnTo>
                  <a:pt x="5734" y="33159"/>
                </a:lnTo>
                <a:lnTo>
                  <a:pt x="5644" y="32889"/>
                </a:lnTo>
                <a:cubicBezTo>
                  <a:pt x="2484" y="23002"/>
                  <a:pt x="6050" y="12304"/>
                  <a:pt x="14401" y="6209"/>
                </a:cubicBezTo>
                <a:cubicBezTo>
                  <a:pt x="18653" y="3106"/>
                  <a:pt x="23597" y="1613"/>
                  <a:pt x="28501" y="1613"/>
                </a:cubicBezTo>
                <a:close/>
                <a:moveTo>
                  <a:pt x="28675" y="1"/>
                </a:moveTo>
                <a:cubicBezTo>
                  <a:pt x="26209" y="1"/>
                  <a:pt x="23700" y="358"/>
                  <a:pt x="21218" y="1108"/>
                </a:cubicBezTo>
                <a:cubicBezTo>
                  <a:pt x="7675" y="5216"/>
                  <a:pt x="1" y="19572"/>
                  <a:pt x="4109" y="33159"/>
                </a:cubicBezTo>
                <a:lnTo>
                  <a:pt x="814" y="40202"/>
                </a:lnTo>
                <a:lnTo>
                  <a:pt x="8081" y="41014"/>
                </a:lnTo>
                <a:cubicBezTo>
                  <a:pt x="12912" y="47515"/>
                  <a:pt x="20541" y="51352"/>
                  <a:pt x="28666" y="51352"/>
                </a:cubicBezTo>
                <a:cubicBezTo>
                  <a:pt x="31194" y="51352"/>
                  <a:pt x="33767" y="50945"/>
                  <a:pt x="36160" y="50268"/>
                </a:cubicBezTo>
                <a:cubicBezTo>
                  <a:pt x="49703" y="46160"/>
                  <a:pt x="57377" y="31760"/>
                  <a:pt x="53269" y="18217"/>
                </a:cubicBezTo>
                <a:cubicBezTo>
                  <a:pt x="49911" y="7149"/>
                  <a:pt x="39709" y="1"/>
                  <a:pt x="2867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9"/>
          <p:cNvSpPr/>
          <p:nvPr/>
        </p:nvSpPr>
        <p:spPr>
          <a:xfrm>
            <a:off x="4880831" y="647775"/>
            <a:ext cx="2037856" cy="1883073"/>
          </a:xfrm>
          <a:custGeom>
            <a:avLst/>
            <a:gdLst/>
            <a:ahLst/>
            <a:cxnLst/>
            <a:rect l="l" t="t" r="r" b="b"/>
            <a:pathLst>
              <a:path w="58009" h="53603" extrusionOk="0">
                <a:moveTo>
                  <a:pt x="29680" y="1541"/>
                </a:moveTo>
                <a:cubicBezTo>
                  <a:pt x="31975" y="1541"/>
                  <a:pt x="34262" y="1940"/>
                  <a:pt x="36476" y="2637"/>
                </a:cubicBezTo>
                <a:cubicBezTo>
                  <a:pt x="49115" y="6835"/>
                  <a:pt x="55977" y="20423"/>
                  <a:pt x="51824" y="33063"/>
                </a:cubicBezTo>
                <a:cubicBezTo>
                  <a:pt x="48459" y="43193"/>
                  <a:pt x="39064" y="49640"/>
                  <a:pt x="28959" y="49640"/>
                </a:cubicBezTo>
                <a:cubicBezTo>
                  <a:pt x="26455" y="49640"/>
                  <a:pt x="23908" y="49244"/>
                  <a:pt x="21398" y="48411"/>
                </a:cubicBezTo>
                <a:lnTo>
                  <a:pt x="21082" y="48321"/>
                </a:lnTo>
                <a:lnTo>
                  <a:pt x="15936" y="51165"/>
                </a:lnTo>
                <a:lnTo>
                  <a:pt x="14807" y="45025"/>
                </a:lnTo>
                <a:lnTo>
                  <a:pt x="14582" y="44845"/>
                </a:lnTo>
                <a:cubicBezTo>
                  <a:pt x="8487" y="40330"/>
                  <a:pt x="4921" y="33243"/>
                  <a:pt x="4921" y="25659"/>
                </a:cubicBezTo>
                <a:cubicBezTo>
                  <a:pt x="4921" y="12342"/>
                  <a:pt x="15665" y="1553"/>
                  <a:pt x="28982" y="1553"/>
                </a:cubicBezTo>
                <a:cubicBezTo>
                  <a:pt x="29215" y="1545"/>
                  <a:pt x="29447" y="1541"/>
                  <a:pt x="29680" y="1541"/>
                </a:cubicBezTo>
                <a:close/>
                <a:moveTo>
                  <a:pt x="28991" y="0"/>
                </a:moveTo>
                <a:cubicBezTo>
                  <a:pt x="21309" y="0"/>
                  <a:pt x="13719" y="3456"/>
                  <a:pt x="8668" y="10040"/>
                </a:cubicBezTo>
                <a:cubicBezTo>
                  <a:pt x="1" y="21280"/>
                  <a:pt x="2168" y="37351"/>
                  <a:pt x="13408" y="45928"/>
                </a:cubicBezTo>
                <a:lnTo>
                  <a:pt x="14852" y="53602"/>
                </a:lnTo>
                <a:lnTo>
                  <a:pt x="21308" y="49991"/>
                </a:lnTo>
                <a:cubicBezTo>
                  <a:pt x="23823" y="50775"/>
                  <a:pt x="26411" y="51162"/>
                  <a:pt x="28984" y="51162"/>
                </a:cubicBezTo>
                <a:cubicBezTo>
                  <a:pt x="34262" y="51162"/>
                  <a:pt x="39479" y="49535"/>
                  <a:pt x="43879" y="46379"/>
                </a:cubicBezTo>
                <a:cubicBezTo>
                  <a:pt x="55390" y="38164"/>
                  <a:pt x="58008" y="22183"/>
                  <a:pt x="49793" y="10672"/>
                </a:cubicBezTo>
                <a:cubicBezTo>
                  <a:pt x="48303" y="8641"/>
                  <a:pt x="46497" y="6835"/>
                  <a:pt x="44556" y="5300"/>
                </a:cubicBezTo>
                <a:cubicBezTo>
                  <a:pt x="39900" y="1728"/>
                  <a:pt x="34423" y="0"/>
                  <a:pt x="289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9"/>
          <p:cNvSpPr/>
          <p:nvPr/>
        </p:nvSpPr>
        <p:spPr>
          <a:xfrm>
            <a:off x="2528313" y="2459439"/>
            <a:ext cx="4075677" cy="2036275"/>
          </a:xfrm>
          <a:custGeom>
            <a:avLst/>
            <a:gdLst/>
            <a:ahLst/>
            <a:cxnLst/>
            <a:rect l="l" t="t" r="r" b="b"/>
            <a:pathLst>
              <a:path w="116017" h="57964" fill="none" extrusionOk="0">
                <a:moveTo>
                  <a:pt x="21218" y="57963"/>
                </a:moveTo>
                <a:cubicBezTo>
                  <a:pt x="21308" y="37695"/>
                  <a:pt x="37695" y="21308"/>
                  <a:pt x="58009" y="21308"/>
                </a:cubicBezTo>
                <a:cubicBezTo>
                  <a:pt x="78323" y="21308"/>
                  <a:pt x="94754" y="37695"/>
                  <a:pt x="94799" y="57963"/>
                </a:cubicBezTo>
                <a:lnTo>
                  <a:pt x="116016" y="57963"/>
                </a:lnTo>
                <a:cubicBezTo>
                  <a:pt x="115971" y="25958"/>
                  <a:pt x="90014" y="1"/>
                  <a:pt x="58009" y="1"/>
                </a:cubicBezTo>
                <a:cubicBezTo>
                  <a:pt x="26048" y="1"/>
                  <a:pt x="46" y="25912"/>
                  <a:pt x="1" y="57963"/>
                </a:cubicBez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miter lim="451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9"/>
          <p:cNvSpPr/>
          <p:nvPr/>
        </p:nvSpPr>
        <p:spPr>
          <a:xfrm>
            <a:off x="3129356" y="3055739"/>
            <a:ext cx="524948" cy="526528"/>
          </a:xfrm>
          <a:custGeom>
            <a:avLst/>
            <a:gdLst/>
            <a:ahLst/>
            <a:cxnLst/>
            <a:rect l="l" t="t" r="r" b="b"/>
            <a:pathLst>
              <a:path w="14943" h="14988" fill="none" extrusionOk="0">
                <a:moveTo>
                  <a:pt x="1" y="0"/>
                </a:moveTo>
                <a:lnTo>
                  <a:pt x="14943" y="14987"/>
                </a:lnTo>
              </a:path>
            </a:pathLst>
          </a:custGeom>
          <a:noFill/>
          <a:ln w="14675" cap="flat" cmpd="sng">
            <a:solidFill>
              <a:srgbClr val="FFFFFF"/>
            </a:solidFill>
            <a:prstDash val="solid"/>
            <a:miter lim="451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9"/>
          <p:cNvSpPr/>
          <p:nvPr/>
        </p:nvSpPr>
        <p:spPr>
          <a:xfrm>
            <a:off x="4569310" y="2459439"/>
            <a:ext cx="35" cy="745388"/>
          </a:xfrm>
          <a:custGeom>
            <a:avLst/>
            <a:gdLst/>
            <a:ahLst/>
            <a:cxnLst/>
            <a:rect l="l" t="t" r="r" b="b"/>
            <a:pathLst>
              <a:path w="1" h="21218" fill="none" extrusionOk="0">
                <a:moveTo>
                  <a:pt x="1" y="1"/>
                </a:moveTo>
                <a:lnTo>
                  <a:pt x="1" y="21218"/>
                </a:lnTo>
              </a:path>
            </a:pathLst>
          </a:custGeom>
          <a:noFill/>
          <a:ln w="14675" cap="flat" cmpd="sng">
            <a:solidFill>
              <a:srgbClr val="FFFFFF"/>
            </a:solidFill>
            <a:prstDash val="solid"/>
            <a:miter lim="451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9"/>
          <p:cNvSpPr/>
          <p:nvPr/>
        </p:nvSpPr>
        <p:spPr>
          <a:xfrm>
            <a:off x="5481186" y="3055739"/>
            <a:ext cx="526528" cy="528109"/>
          </a:xfrm>
          <a:custGeom>
            <a:avLst/>
            <a:gdLst/>
            <a:ahLst/>
            <a:cxnLst/>
            <a:rect l="l" t="t" r="r" b="b"/>
            <a:pathLst>
              <a:path w="14988" h="15033" fill="none" extrusionOk="0">
                <a:moveTo>
                  <a:pt x="14988" y="0"/>
                </a:moveTo>
                <a:lnTo>
                  <a:pt x="1" y="15033"/>
                </a:lnTo>
              </a:path>
            </a:pathLst>
          </a:custGeom>
          <a:noFill/>
          <a:ln w="14675" cap="flat" cmpd="sng">
            <a:solidFill>
              <a:srgbClr val="FFFFFF"/>
            </a:solidFill>
            <a:prstDash val="solid"/>
            <a:miter lim="451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40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7442" y="1313475"/>
            <a:ext cx="4729125" cy="292417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40"/>
          <p:cNvSpPr txBox="1">
            <a:spLocks noGrp="1"/>
          </p:cNvSpPr>
          <p:nvPr>
            <p:ph type="title"/>
          </p:nvPr>
        </p:nvSpPr>
        <p:spPr>
          <a:xfrm>
            <a:off x="0" y="358032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GRAPH</a:t>
            </a:r>
            <a:endParaRPr/>
          </a:p>
        </p:txBody>
      </p:sp>
      <p:sp>
        <p:nvSpPr>
          <p:cNvPr id="526" name="Google Shape;526;p40"/>
          <p:cNvSpPr txBox="1">
            <a:spLocks noGrp="1"/>
          </p:cNvSpPr>
          <p:nvPr>
            <p:ph type="body" idx="4294967295"/>
          </p:nvPr>
        </p:nvSpPr>
        <p:spPr>
          <a:xfrm>
            <a:off x="1572600" y="4332225"/>
            <a:ext cx="5998800" cy="3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To modify this graph, click on it, follow the link, change the data and replace it here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1"/>
          <p:cNvSpPr txBox="1">
            <a:spLocks noGrp="1"/>
          </p:cNvSpPr>
          <p:nvPr>
            <p:ph type="title"/>
          </p:nvPr>
        </p:nvSpPr>
        <p:spPr>
          <a:xfrm>
            <a:off x="0" y="352370"/>
            <a:ext cx="9144000" cy="10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SOMETIMES, REVIEWING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CONCEPTS IS A GOOD IDEA</a:t>
            </a:r>
            <a:endParaRPr/>
          </a:p>
        </p:txBody>
      </p:sp>
      <p:cxnSp>
        <p:nvCxnSpPr>
          <p:cNvPr id="532" name="Google Shape;532;p41"/>
          <p:cNvCxnSpPr/>
          <p:nvPr/>
        </p:nvCxnSpPr>
        <p:spPr>
          <a:xfrm>
            <a:off x="723900" y="2987199"/>
            <a:ext cx="77058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3" name="Google Shape;533;p41"/>
          <p:cNvCxnSpPr/>
          <p:nvPr/>
        </p:nvCxnSpPr>
        <p:spPr>
          <a:xfrm>
            <a:off x="723900" y="4437600"/>
            <a:ext cx="77058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4" name="Google Shape;534;p41"/>
          <p:cNvSpPr txBox="1">
            <a:spLocks noGrp="1"/>
          </p:cNvSpPr>
          <p:nvPr>
            <p:ph type="subTitle" idx="1"/>
          </p:nvPr>
        </p:nvSpPr>
        <p:spPr>
          <a:xfrm>
            <a:off x="870575" y="2020300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Mercury is the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closest planet to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Sun</a:t>
            </a:r>
            <a:endParaRPr/>
          </a:p>
        </p:txBody>
      </p:sp>
      <p:sp>
        <p:nvSpPr>
          <p:cNvPr id="535" name="Google Shape;535;p41"/>
          <p:cNvSpPr txBox="1">
            <a:spLocks noGrp="1"/>
          </p:cNvSpPr>
          <p:nvPr>
            <p:ph type="title" idx="2"/>
          </p:nvPr>
        </p:nvSpPr>
        <p:spPr>
          <a:xfrm>
            <a:off x="1192475" y="1718000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36" name="Google Shape;536;p41"/>
          <p:cNvSpPr txBox="1">
            <a:spLocks noGrp="1"/>
          </p:cNvSpPr>
          <p:nvPr>
            <p:ph type="subTitle" idx="3"/>
          </p:nvPr>
        </p:nvSpPr>
        <p:spPr>
          <a:xfrm>
            <a:off x="3627600" y="2020300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Venus has a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beautiful name,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but it’s terribly hot</a:t>
            </a:r>
            <a:endParaRPr/>
          </a:p>
        </p:txBody>
      </p:sp>
      <p:sp>
        <p:nvSpPr>
          <p:cNvPr id="537" name="Google Shape;537;p41"/>
          <p:cNvSpPr txBox="1">
            <a:spLocks noGrp="1"/>
          </p:cNvSpPr>
          <p:nvPr>
            <p:ph type="subTitle" idx="4"/>
          </p:nvPr>
        </p:nvSpPr>
        <p:spPr>
          <a:xfrm>
            <a:off x="6384625" y="2020300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Despite being red,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Mars is actually a cold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place</a:t>
            </a:r>
            <a:endParaRPr/>
          </a:p>
        </p:txBody>
      </p:sp>
      <p:sp>
        <p:nvSpPr>
          <p:cNvPr id="538" name="Google Shape;538;p41"/>
          <p:cNvSpPr txBox="1">
            <a:spLocks noGrp="1"/>
          </p:cNvSpPr>
          <p:nvPr>
            <p:ph type="subTitle" idx="5"/>
          </p:nvPr>
        </p:nvSpPr>
        <p:spPr>
          <a:xfrm>
            <a:off x="870575" y="3467075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It’s the biggest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planet in the Solar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System</a:t>
            </a:r>
            <a:endParaRPr/>
          </a:p>
        </p:txBody>
      </p:sp>
      <p:sp>
        <p:nvSpPr>
          <p:cNvPr id="539" name="Google Shape;539;p41"/>
          <p:cNvSpPr txBox="1">
            <a:spLocks noGrp="1"/>
          </p:cNvSpPr>
          <p:nvPr>
            <p:ph type="subTitle" idx="6"/>
          </p:nvPr>
        </p:nvSpPr>
        <p:spPr>
          <a:xfrm>
            <a:off x="3627600" y="3467075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Saturn is the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ringed one and a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gas giant</a:t>
            </a:r>
            <a:endParaRPr/>
          </a:p>
        </p:txBody>
      </p:sp>
      <p:sp>
        <p:nvSpPr>
          <p:cNvPr id="540" name="Google Shape;540;p41"/>
          <p:cNvSpPr txBox="1">
            <a:spLocks noGrp="1"/>
          </p:cNvSpPr>
          <p:nvPr>
            <p:ph type="subTitle" idx="7"/>
          </p:nvPr>
        </p:nvSpPr>
        <p:spPr>
          <a:xfrm>
            <a:off x="6384625" y="3467075"/>
            <a:ext cx="18888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Neptune is the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farthest planet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from the Sun</a:t>
            </a:r>
            <a:endParaRPr/>
          </a:p>
        </p:txBody>
      </p:sp>
      <p:sp>
        <p:nvSpPr>
          <p:cNvPr id="541" name="Google Shape;541;p41"/>
          <p:cNvSpPr txBox="1">
            <a:spLocks noGrp="1"/>
          </p:cNvSpPr>
          <p:nvPr>
            <p:ph type="title" idx="8"/>
          </p:nvPr>
        </p:nvSpPr>
        <p:spPr>
          <a:xfrm>
            <a:off x="3949500" y="1718000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42" name="Google Shape;542;p41"/>
          <p:cNvSpPr txBox="1">
            <a:spLocks noGrp="1"/>
          </p:cNvSpPr>
          <p:nvPr>
            <p:ph type="title" idx="9"/>
          </p:nvPr>
        </p:nvSpPr>
        <p:spPr>
          <a:xfrm>
            <a:off x="6706525" y="1718000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43" name="Google Shape;543;p41"/>
          <p:cNvSpPr txBox="1">
            <a:spLocks noGrp="1"/>
          </p:cNvSpPr>
          <p:nvPr>
            <p:ph type="title" idx="13"/>
          </p:nvPr>
        </p:nvSpPr>
        <p:spPr>
          <a:xfrm>
            <a:off x="1192475" y="3158025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44" name="Google Shape;544;p41"/>
          <p:cNvSpPr txBox="1">
            <a:spLocks noGrp="1"/>
          </p:cNvSpPr>
          <p:nvPr>
            <p:ph type="title" idx="14"/>
          </p:nvPr>
        </p:nvSpPr>
        <p:spPr>
          <a:xfrm>
            <a:off x="3949500" y="3158025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45" name="Google Shape;545;p41"/>
          <p:cNvSpPr txBox="1">
            <a:spLocks noGrp="1"/>
          </p:cNvSpPr>
          <p:nvPr>
            <p:ph type="title" idx="15"/>
          </p:nvPr>
        </p:nvSpPr>
        <p:spPr>
          <a:xfrm>
            <a:off x="6706525" y="3158025"/>
            <a:ext cx="1245000" cy="42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2"/>
          <p:cNvSpPr txBox="1">
            <a:spLocks noGrp="1"/>
          </p:cNvSpPr>
          <p:nvPr>
            <p:ph type="title"/>
          </p:nvPr>
        </p:nvSpPr>
        <p:spPr>
          <a:xfrm>
            <a:off x="4706575" y="2494700"/>
            <a:ext cx="3724200" cy="199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 PICTURE </a:t>
            </a:r>
            <a:br>
              <a:rPr lang="en" sz="3200"/>
            </a:br>
            <a:r>
              <a:rPr lang="en" sz="3200"/>
              <a:t>IS WORTH A THOUSAND </a:t>
            </a:r>
            <a:br>
              <a:rPr lang="en" sz="3200"/>
            </a:br>
            <a:r>
              <a:rPr lang="en" sz="3200"/>
              <a:t>WORDS</a:t>
            </a:r>
            <a:endParaRPr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3"/>
          <p:cNvSpPr txBox="1">
            <a:spLocks noGrp="1"/>
          </p:cNvSpPr>
          <p:nvPr>
            <p:ph type="title"/>
          </p:nvPr>
        </p:nvSpPr>
        <p:spPr>
          <a:xfrm>
            <a:off x="0" y="358032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GROWTH</a:t>
            </a:r>
            <a:endParaRPr/>
          </a:p>
        </p:txBody>
      </p:sp>
      <p:sp>
        <p:nvSpPr>
          <p:cNvPr id="556" name="Google Shape;556;p43"/>
          <p:cNvSpPr txBox="1">
            <a:spLocks noGrp="1"/>
          </p:cNvSpPr>
          <p:nvPr>
            <p:ph type="subTitle" idx="4294967295"/>
          </p:nvPr>
        </p:nvSpPr>
        <p:spPr>
          <a:xfrm>
            <a:off x="1114160" y="3546722"/>
            <a:ext cx="1888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Mercury is the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closest planet to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Sun</a:t>
            </a:r>
            <a:endParaRPr/>
          </a:p>
        </p:txBody>
      </p:sp>
      <p:sp>
        <p:nvSpPr>
          <p:cNvPr id="557" name="Google Shape;557;p43"/>
          <p:cNvSpPr txBox="1">
            <a:spLocks noGrp="1"/>
          </p:cNvSpPr>
          <p:nvPr>
            <p:ph type="title" idx="4294967295"/>
          </p:nvPr>
        </p:nvSpPr>
        <p:spPr>
          <a:xfrm>
            <a:off x="1114150" y="2992327"/>
            <a:ext cx="1932300" cy="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35%</a:t>
            </a:r>
            <a:endParaRPr/>
          </a:p>
        </p:txBody>
      </p:sp>
      <p:sp>
        <p:nvSpPr>
          <p:cNvPr id="558" name="Google Shape;558;p43"/>
          <p:cNvSpPr txBox="1">
            <a:spLocks noGrp="1"/>
          </p:cNvSpPr>
          <p:nvPr>
            <p:ph type="subTitle" idx="4294967295"/>
          </p:nvPr>
        </p:nvSpPr>
        <p:spPr>
          <a:xfrm>
            <a:off x="3627600" y="3546722"/>
            <a:ext cx="1888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Venus has a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beautiful name,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but it’s terribly hot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9" name="Google Shape;559;p43"/>
          <p:cNvSpPr txBox="1">
            <a:spLocks noGrp="1"/>
          </p:cNvSpPr>
          <p:nvPr>
            <p:ph type="title" idx="4294967295"/>
          </p:nvPr>
        </p:nvSpPr>
        <p:spPr>
          <a:xfrm>
            <a:off x="3627597" y="2992327"/>
            <a:ext cx="1932300" cy="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45%</a:t>
            </a:r>
            <a:endParaRPr/>
          </a:p>
        </p:txBody>
      </p:sp>
      <p:sp>
        <p:nvSpPr>
          <p:cNvPr id="560" name="Google Shape;560;p43"/>
          <p:cNvSpPr txBox="1">
            <a:spLocks noGrp="1"/>
          </p:cNvSpPr>
          <p:nvPr>
            <p:ph type="subTitle" idx="4294967295"/>
          </p:nvPr>
        </p:nvSpPr>
        <p:spPr>
          <a:xfrm>
            <a:off x="6155240" y="3546722"/>
            <a:ext cx="18888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It’s the biggest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planet in the Solar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System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1" name="Google Shape;561;p43"/>
          <p:cNvSpPr txBox="1">
            <a:spLocks noGrp="1"/>
          </p:cNvSpPr>
          <p:nvPr>
            <p:ph type="title" idx="4294967295"/>
          </p:nvPr>
        </p:nvSpPr>
        <p:spPr>
          <a:xfrm>
            <a:off x="6155244" y="2992327"/>
            <a:ext cx="1932300" cy="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64%</a:t>
            </a:r>
            <a:endParaRPr/>
          </a:p>
        </p:txBody>
      </p:sp>
      <p:grpSp>
        <p:nvGrpSpPr>
          <p:cNvPr id="562" name="Google Shape;562;p43"/>
          <p:cNvGrpSpPr/>
          <p:nvPr/>
        </p:nvGrpSpPr>
        <p:grpSpPr>
          <a:xfrm>
            <a:off x="1878763" y="2117265"/>
            <a:ext cx="359595" cy="803265"/>
            <a:chOff x="2749016" y="4291176"/>
            <a:chExt cx="150831" cy="336926"/>
          </a:xfrm>
        </p:grpSpPr>
        <p:sp>
          <p:nvSpPr>
            <p:cNvPr id="563" name="Google Shape;563;p43"/>
            <p:cNvSpPr/>
            <p:nvPr/>
          </p:nvSpPr>
          <p:spPr>
            <a:xfrm>
              <a:off x="2799399" y="4307472"/>
              <a:ext cx="51942" cy="114865"/>
            </a:xfrm>
            <a:custGeom>
              <a:avLst/>
              <a:gdLst/>
              <a:ahLst/>
              <a:cxnLst/>
              <a:rect l="l" t="t" r="r" b="b"/>
              <a:pathLst>
                <a:path w="1632" h="3609" extrusionOk="0">
                  <a:moveTo>
                    <a:pt x="810" y="1"/>
                  </a:moveTo>
                  <a:cubicBezTo>
                    <a:pt x="727" y="1"/>
                    <a:pt x="667" y="72"/>
                    <a:pt x="667" y="144"/>
                  </a:cubicBezTo>
                  <a:lnTo>
                    <a:pt x="667" y="489"/>
                  </a:lnTo>
                  <a:cubicBezTo>
                    <a:pt x="298" y="525"/>
                    <a:pt x="1" y="846"/>
                    <a:pt x="1" y="1215"/>
                  </a:cubicBezTo>
                  <a:cubicBezTo>
                    <a:pt x="1" y="1620"/>
                    <a:pt x="322" y="1942"/>
                    <a:pt x="727" y="1942"/>
                  </a:cubicBezTo>
                  <a:lnTo>
                    <a:pt x="894" y="1942"/>
                  </a:lnTo>
                  <a:cubicBezTo>
                    <a:pt x="1132" y="1942"/>
                    <a:pt x="1322" y="2144"/>
                    <a:pt x="1322" y="2382"/>
                  </a:cubicBezTo>
                  <a:cubicBezTo>
                    <a:pt x="1322" y="2620"/>
                    <a:pt x="1132" y="2811"/>
                    <a:pt x="894" y="2811"/>
                  </a:cubicBezTo>
                  <a:lnTo>
                    <a:pt x="632" y="2811"/>
                  </a:lnTo>
                  <a:cubicBezTo>
                    <a:pt x="441" y="2811"/>
                    <a:pt x="298" y="2656"/>
                    <a:pt x="298" y="2466"/>
                  </a:cubicBezTo>
                  <a:cubicBezTo>
                    <a:pt x="298" y="2382"/>
                    <a:pt x="215" y="2323"/>
                    <a:pt x="144" y="2323"/>
                  </a:cubicBezTo>
                  <a:cubicBezTo>
                    <a:pt x="48" y="2323"/>
                    <a:pt x="1" y="2394"/>
                    <a:pt x="1" y="2466"/>
                  </a:cubicBezTo>
                  <a:cubicBezTo>
                    <a:pt x="1" y="2823"/>
                    <a:pt x="298" y="3120"/>
                    <a:pt x="644" y="3120"/>
                  </a:cubicBezTo>
                  <a:lnTo>
                    <a:pt x="667" y="3120"/>
                  </a:lnTo>
                  <a:lnTo>
                    <a:pt x="667" y="3466"/>
                  </a:lnTo>
                  <a:cubicBezTo>
                    <a:pt x="667" y="3549"/>
                    <a:pt x="739" y="3609"/>
                    <a:pt x="810" y="3609"/>
                  </a:cubicBezTo>
                  <a:cubicBezTo>
                    <a:pt x="906" y="3609"/>
                    <a:pt x="965" y="3537"/>
                    <a:pt x="965" y="3466"/>
                  </a:cubicBezTo>
                  <a:lnTo>
                    <a:pt x="965" y="3120"/>
                  </a:lnTo>
                  <a:cubicBezTo>
                    <a:pt x="1334" y="3097"/>
                    <a:pt x="1632" y="2763"/>
                    <a:pt x="1632" y="2394"/>
                  </a:cubicBezTo>
                  <a:cubicBezTo>
                    <a:pt x="1632" y="1989"/>
                    <a:pt x="1298" y="1668"/>
                    <a:pt x="906" y="1668"/>
                  </a:cubicBezTo>
                  <a:lnTo>
                    <a:pt x="739" y="1668"/>
                  </a:lnTo>
                  <a:cubicBezTo>
                    <a:pt x="501" y="1668"/>
                    <a:pt x="310" y="1477"/>
                    <a:pt x="310" y="1239"/>
                  </a:cubicBezTo>
                  <a:cubicBezTo>
                    <a:pt x="310" y="1001"/>
                    <a:pt x="501" y="799"/>
                    <a:pt x="739" y="799"/>
                  </a:cubicBezTo>
                  <a:lnTo>
                    <a:pt x="989" y="799"/>
                  </a:lnTo>
                  <a:cubicBezTo>
                    <a:pt x="1191" y="799"/>
                    <a:pt x="1334" y="953"/>
                    <a:pt x="1334" y="1144"/>
                  </a:cubicBezTo>
                  <a:lnTo>
                    <a:pt x="1334" y="1311"/>
                  </a:lnTo>
                  <a:cubicBezTo>
                    <a:pt x="1322" y="1382"/>
                    <a:pt x="1394" y="1453"/>
                    <a:pt x="1489" y="1453"/>
                  </a:cubicBezTo>
                  <a:cubicBezTo>
                    <a:pt x="1572" y="1453"/>
                    <a:pt x="1632" y="1382"/>
                    <a:pt x="1632" y="1311"/>
                  </a:cubicBezTo>
                  <a:lnTo>
                    <a:pt x="1632" y="1144"/>
                  </a:lnTo>
                  <a:cubicBezTo>
                    <a:pt x="1632" y="787"/>
                    <a:pt x="1334" y="489"/>
                    <a:pt x="977" y="489"/>
                  </a:cubicBezTo>
                  <a:lnTo>
                    <a:pt x="965" y="489"/>
                  </a:lnTo>
                  <a:lnTo>
                    <a:pt x="965" y="144"/>
                  </a:lnTo>
                  <a:cubicBezTo>
                    <a:pt x="965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3"/>
            <p:cNvSpPr/>
            <p:nvPr/>
          </p:nvSpPr>
          <p:spPr>
            <a:xfrm>
              <a:off x="2750894" y="4291176"/>
              <a:ext cx="147075" cy="336926"/>
            </a:xfrm>
            <a:custGeom>
              <a:avLst/>
              <a:gdLst/>
              <a:ahLst/>
              <a:cxnLst/>
              <a:rect l="l" t="t" r="r" b="b"/>
              <a:pathLst>
                <a:path w="4621" h="10586" extrusionOk="0">
                  <a:moveTo>
                    <a:pt x="2310" y="299"/>
                  </a:moveTo>
                  <a:cubicBezTo>
                    <a:pt x="3406" y="299"/>
                    <a:pt x="4323" y="1192"/>
                    <a:pt x="4323" y="2311"/>
                  </a:cubicBezTo>
                  <a:cubicBezTo>
                    <a:pt x="4323" y="3418"/>
                    <a:pt x="3430" y="4323"/>
                    <a:pt x="2310" y="4323"/>
                  </a:cubicBezTo>
                  <a:cubicBezTo>
                    <a:pt x="1203" y="4311"/>
                    <a:pt x="298" y="3418"/>
                    <a:pt x="298" y="2311"/>
                  </a:cubicBezTo>
                  <a:cubicBezTo>
                    <a:pt x="298" y="1215"/>
                    <a:pt x="1191" y="299"/>
                    <a:pt x="2310" y="299"/>
                  </a:cubicBezTo>
                  <a:close/>
                  <a:moveTo>
                    <a:pt x="4299" y="7288"/>
                  </a:moveTo>
                  <a:lnTo>
                    <a:pt x="4299" y="7621"/>
                  </a:lnTo>
                  <a:lnTo>
                    <a:pt x="3620" y="7621"/>
                  </a:lnTo>
                  <a:cubicBezTo>
                    <a:pt x="3525" y="7621"/>
                    <a:pt x="3465" y="7704"/>
                    <a:pt x="3465" y="7776"/>
                  </a:cubicBezTo>
                  <a:cubicBezTo>
                    <a:pt x="3465" y="7859"/>
                    <a:pt x="3549" y="7919"/>
                    <a:pt x="3620" y="7919"/>
                  </a:cubicBezTo>
                  <a:lnTo>
                    <a:pt x="3787" y="7919"/>
                  </a:lnTo>
                  <a:lnTo>
                    <a:pt x="3727" y="8442"/>
                  </a:lnTo>
                  <a:lnTo>
                    <a:pt x="882" y="8442"/>
                  </a:lnTo>
                  <a:lnTo>
                    <a:pt x="822" y="7919"/>
                  </a:lnTo>
                  <a:lnTo>
                    <a:pt x="2894" y="7919"/>
                  </a:lnTo>
                  <a:cubicBezTo>
                    <a:pt x="2977" y="7919"/>
                    <a:pt x="3037" y="7847"/>
                    <a:pt x="3037" y="7776"/>
                  </a:cubicBezTo>
                  <a:cubicBezTo>
                    <a:pt x="3037" y="7680"/>
                    <a:pt x="2965" y="7621"/>
                    <a:pt x="2894" y="7621"/>
                  </a:cubicBezTo>
                  <a:lnTo>
                    <a:pt x="298" y="7621"/>
                  </a:lnTo>
                  <a:lnTo>
                    <a:pt x="298" y="7288"/>
                  </a:lnTo>
                  <a:close/>
                  <a:moveTo>
                    <a:pt x="3692" y="8776"/>
                  </a:moveTo>
                  <a:lnTo>
                    <a:pt x="3608" y="9455"/>
                  </a:lnTo>
                  <a:lnTo>
                    <a:pt x="1013" y="9455"/>
                  </a:lnTo>
                  <a:lnTo>
                    <a:pt x="929" y="8776"/>
                  </a:lnTo>
                  <a:close/>
                  <a:moveTo>
                    <a:pt x="3573" y="9764"/>
                  </a:moveTo>
                  <a:lnTo>
                    <a:pt x="3501" y="10288"/>
                  </a:lnTo>
                  <a:lnTo>
                    <a:pt x="1120" y="10288"/>
                  </a:lnTo>
                  <a:lnTo>
                    <a:pt x="1060" y="9764"/>
                  </a:lnTo>
                  <a:close/>
                  <a:moveTo>
                    <a:pt x="2310" y="1"/>
                  </a:moveTo>
                  <a:cubicBezTo>
                    <a:pt x="1048" y="1"/>
                    <a:pt x="1" y="1049"/>
                    <a:pt x="1" y="2311"/>
                  </a:cubicBezTo>
                  <a:cubicBezTo>
                    <a:pt x="1" y="3537"/>
                    <a:pt x="953" y="4549"/>
                    <a:pt x="2156" y="4621"/>
                  </a:cubicBezTo>
                  <a:lnTo>
                    <a:pt x="2156" y="6966"/>
                  </a:lnTo>
                  <a:lnTo>
                    <a:pt x="155" y="6966"/>
                  </a:lnTo>
                  <a:cubicBezTo>
                    <a:pt x="60" y="6966"/>
                    <a:pt x="1" y="7049"/>
                    <a:pt x="1" y="7121"/>
                  </a:cubicBezTo>
                  <a:lnTo>
                    <a:pt x="1" y="7788"/>
                  </a:lnTo>
                  <a:cubicBezTo>
                    <a:pt x="1" y="7883"/>
                    <a:pt x="72" y="7942"/>
                    <a:pt x="155" y="7942"/>
                  </a:cubicBezTo>
                  <a:lnTo>
                    <a:pt x="513" y="7942"/>
                  </a:lnTo>
                  <a:lnTo>
                    <a:pt x="822" y="10455"/>
                  </a:lnTo>
                  <a:cubicBezTo>
                    <a:pt x="834" y="10526"/>
                    <a:pt x="894" y="10586"/>
                    <a:pt x="965" y="10586"/>
                  </a:cubicBezTo>
                  <a:lnTo>
                    <a:pt x="3620" y="10586"/>
                  </a:lnTo>
                  <a:cubicBezTo>
                    <a:pt x="3692" y="10586"/>
                    <a:pt x="3763" y="10526"/>
                    <a:pt x="3763" y="10455"/>
                  </a:cubicBezTo>
                  <a:lnTo>
                    <a:pt x="4084" y="7942"/>
                  </a:lnTo>
                  <a:lnTo>
                    <a:pt x="4442" y="7942"/>
                  </a:lnTo>
                  <a:cubicBezTo>
                    <a:pt x="4525" y="7942"/>
                    <a:pt x="4585" y="7859"/>
                    <a:pt x="4585" y="7788"/>
                  </a:cubicBezTo>
                  <a:lnTo>
                    <a:pt x="4585" y="7121"/>
                  </a:lnTo>
                  <a:cubicBezTo>
                    <a:pt x="4620" y="7026"/>
                    <a:pt x="4549" y="6966"/>
                    <a:pt x="4465" y="6966"/>
                  </a:cubicBezTo>
                  <a:lnTo>
                    <a:pt x="2453" y="6966"/>
                  </a:lnTo>
                  <a:lnTo>
                    <a:pt x="2453" y="4621"/>
                  </a:lnTo>
                  <a:cubicBezTo>
                    <a:pt x="3668" y="4549"/>
                    <a:pt x="4620" y="3537"/>
                    <a:pt x="4620" y="2311"/>
                  </a:cubicBezTo>
                  <a:cubicBezTo>
                    <a:pt x="4620" y="1037"/>
                    <a:pt x="3573" y="1"/>
                    <a:pt x="23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3"/>
            <p:cNvSpPr/>
            <p:nvPr/>
          </p:nvSpPr>
          <p:spPr>
            <a:xfrm>
              <a:off x="2749016" y="4443917"/>
              <a:ext cx="69734" cy="52706"/>
            </a:xfrm>
            <a:custGeom>
              <a:avLst/>
              <a:gdLst/>
              <a:ahLst/>
              <a:cxnLst/>
              <a:rect l="l" t="t" r="r" b="b"/>
              <a:pathLst>
                <a:path w="2191" h="1656" extrusionOk="0">
                  <a:moveTo>
                    <a:pt x="1107" y="310"/>
                  </a:moveTo>
                  <a:cubicBezTo>
                    <a:pt x="1381" y="310"/>
                    <a:pt x="1643" y="441"/>
                    <a:pt x="1786" y="667"/>
                  </a:cubicBezTo>
                  <a:lnTo>
                    <a:pt x="417" y="667"/>
                  </a:lnTo>
                  <a:cubicBezTo>
                    <a:pt x="572" y="441"/>
                    <a:pt x="822" y="310"/>
                    <a:pt x="1107" y="310"/>
                  </a:cubicBezTo>
                  <a:close/>
                  <a:moveTo>
                    <a:pt x="1786" y="976"/>
                  </a:moveTo>
                  <a:cubicBezTo>
                    <a:pt x="1619" y="1203"/>
                    <a:pt x="1369" y="1334"/>
                    <a:pt x="1107" y="1334"/>
                  </a:cubicBezTo>
                  <a:cubicBezTo>
                    <a:pt x="822" y="1334"/>
                    <a:pt x="572" y="1203"/>
                    <a:pt x="417" y="976"/>
                  </a:cubicBezTo>
                  <a:close/>
                  <a:moveTo>
                    <a:pt x="1107" y="0"/>
                  </a:moveTo>
                  <a:cubicBezTo>
                    <a:pt x="607" y="0"/>
                    <a:pt x="179" y="310"/>
                    <a:pt x="12" y="774"/>
                  </a:cubicBezTo>
                  <a:cubicBezTo>
                    <a:pt x="0" y="798"/>
                    <a:pt x="0" y="846"/>
                    <a:pt x="12" y="881"/>
                  </a:cubicBezTo>
                  <a:cubicBezTo>
                    <a:pt x="179" y="1334"/>
                    <a:pt x="607" y="1655"/>
                    <a:pt x="1107" y="1655"/>
                  </a:cubicBezTo>
                  <a:cubicBezTo>
                    <a:pt x="1596" y="1655"/>
                    <a:pt x="2024" y="1334"/>
                    <a:pt x="2191" y="881"/>
                  </a:cubicBezTo>
                  <a:lnTo>
                    <a:pt x="2191" y="846"/>
                  </a:lnTo>
                  <a:lnTo>
                    <a:pt x="2191" y="822"/>
                  </a:lnTo>
                  <a:lnTo>
                    <a:pt x="2191" y="798"/>
                  </a:lnTo>
                  <a:lnTo>
                    <a:pt x="2191" y="774"/>
                  </a:lnTo>
                  <a:cubicBezTo>
                    <a:pt x="2024" y="310"/>
                    <a:pt x="1596" y="0"/>
                    <a:pt x="11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3"/>
            <p:cNvSpPr/>
            <p:nvPr/>
          </p:nvSpPr>
          <p:spPr>
            <a:xfrm>
              <a:off x="2829731" y="4443917"/>
              <a:ext cx="70116" cy="52706"/>
            </a:xfrm>
            <a:custGeom>
              <a:avLst/>
              <a:gdLst/>
              <a:ahLst/>
              <a:cxnLst/>
              <a:rect l="l" t="t" r="r" b="b"/>
              <a:pathLst>
                <a:path w="2203" h="1656" extrusionOk="0">
                  <a:moveTo>
                    <a:pt x="1096" y="310"/>
                  </a:moveTo>
                  <a:cubicBezTo>
                    <a:pt x="1381" y="310"/>
                    <a:pt x="1631" y="441"/>
                    <a:pt x="1786" y="667"/>
                  </a:cubicBezTo>
                  <a:lnTo>
                    <a:pt x="417" y="667"/>
                  </a:lnTo>
                  <a:cubicBezTo>
                    <a:pt x="560" y="441"/>
                    <a:pt x="810" y="310"/>
                    <a:pt x="1096" y="310"/>
                  </a:cubicBezTo>
                  <a:close/>
                  <a:moveTo>
                    <a:pt x="1786" y="976"/>
                  </a:moveTo>
                  <a:cubicBezTo>
                    <a:pt x="1631" y="1203"/>
                    <a:pt x="1381" y="1334"/>
                    <a:pt x="1096" y="1334"/>
                  </a:cubicBezTo>
                  <a:cubicBezTo>
                    <a:pt x="810" y="1334"/>
                    <a:pt x="560" y="1203"/>
                    <a:pt x="417" y="976"/>
                  </a:cubicBezTo>
                  <a:close/>
                  <a:moveTo>
                    <a:pt x="1096" y="0"/>
                  </a:moveTo>
                  <a:cubicBezTo>
                    <a:pt x="607" y="0"/>
                    <a:pt x="179" y="310"/>
                    <a:pt x="12" y="774"/>
                  </a:cubicBezTo>
                  <a:cubicBezTo>
                    <a:pt x="0" y="798"/>
                    <a:pt x="0" y="846"/>
                    <a:pt x="12" y="881"/>
                  </a:cubicBezTo>
                  <a:cubicBezTo>
                    <a:pt x="179" y="1334"/>
                    <a:pt x="607" y="1655"/>
                    <a:pt x="1096" y="1655"/>
                  </a:cubicBezTo>
                  <a:cubicBezTo>
                    <a:pt x="1584" y="1655"/>
                    <a:pt x="2024" y="1334"/>
                    <a:pt x="2179" y="881"/>
                  </a:cubicBezTo>
                  <a:cubicBezTo>
                    <a:pt x="2203" y="846"/>
                    <a:pt x="2203" y="822"/>
                    <a:pt x="2179" y="774"/>
                  </a:cubicBezTo>
                  <a:cubicBezTo>
                    <a:pt x="2024" y="310"/>
                    <a:pt x="1584" y="0"/>
                    <a:pt x="10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43"/>
          <p:cNvGrpSpPr/>
          <p:nvPr/>
        </p:nvGrpSpPr>
        <p:grpSpPr>
          <a:xfrm>
            <a:off x="4355878" y="1955042"/>
            <a:ext cx="432235" cy="965529"/>
            <a:chOff x="2749016" y="4291176"/>
            <a:chExt cx="150831" cy="336926"/>
          </a:xfrm>
        </p:grpSpPr>
        <p:sp>
          <p:nvSpPr>
            <p:cNvPr id="568" name="Google Shape;568;p43"/>
            <p:cNvSpPr/>
            <p:nvPr/>
          </p:nvSpPr>
          <p:spPr>
            <a:xfrm>
              <a:off x="2799399" y="4307472"/>
              <a:ext cx="51942" cy="114865"/>
            </a:xfrm>
            <a:custGeom>
              <a:avLst/>
              <a:gdLst/>
              <a:ahLst/>
              <a:cxnLst/>
              <a:rect l="l" t="t" r="r" b="b"/>
              <a:pathLst>
                <a:path w="1632" h="3609" extrusionOk="0">
                  <a:moveTo>
                    <a:pt x="810" y="1"/>
                  </a:moveTo>
                  <a:cubicBezTo>
                    <a:pt x="727" y="1"/>
                    <a:pt x="667" y="72"/>
                    <a:pt x="667" y="144"/>
                  </a:cubicBezTo>
                  <a:lnTo>
                    <a:pt x="667" y="489"/>
                  </a:lnTo>
                  <a:cubicBezTo>
                    <a:pt x="298" y="525"/>
                    <a:pt x="1" y="846"/>
                    <a:pt x="1" y="1215"/>
                  </a:cubicBezTo>
                  <a:cubicBezTo>
                    <a:pt x="1" y="1620"/>
                    <a:pt x="322" y="1942"/>
                    <a:pt x="727" y="1942"/>
                  </a:cubicBezTo>
                  <a:lnTo>
                    <a:pt x="894" y="1942"/>
                  </a:lnTo>
                  <a:cubicBezTo>
                    <a:pt x="1132" y="1942"/>
                    <a:pt x="1322" y="2144"/>
                    <a:pt x="1322" y="2382"/>
                  </a:cubicBezTo>
                  <a:cubicBezTo>
                    <a:pt x="1322" y="2620"/>
                    <a:pt x="1132" y="2811"/>
                    <a:pt x="894" y="2811"/>
                  </a:cubicBezTo>
                  <a:lnTo>
                    <a:pt x="632" y="2811"/>
                  </a:lnTo>
                  <a:cubicBezTo>
                    <a:pt x="441" y="2811"/>
                    <a:pt x="298" y="2656"/>
                    <a:pt x="298" y="2466"/>
                  </a:cubicBezTo>
                  <a:cubicBezTo>
                    <a:pt x="298" y="2382"/>
                    <a:pt x="215" y="2323"/>
                    <a:pt x="144" y="2323"/>
                  </a:cubicBezTo>
                  <a:cubicBezTo>
                    <a:pt x="48" y="2323"/>
                    <a:pt x="1" y="2394"/>
                    <a:pt x="1" y="2466"/>
                  </a:cubicBezTo>
                  <a:cubicBezTo>
                    <a:pt x="1" y="2823"/>
                    <a:pt x="298" y="3120"/>
                    <a:pt x="644" y="3120"/>
                  </a:cubicBezTo>
                  <a:lnTo>
                    <a:pt x="667" y="3120"/>
                  </a:lnTo>
                  <a:lnTo>
                    <a:pt x="667" y="3466"/>
                  </a:lnTo>
                  <a:cubicBezTo>
                    <a:pt x="667" y="3549"/>
                    <a:pt x="739" y="3609"/>
                    <a:pt x="810" y="3609"/>
                  </a:cubicBezTo>
                  <a:cubicBezTo>
                    <a:pt x="906" y="3609"/>
                    <a:pt x="965" y="3537"/>
                    <a:pt x="965" y="3466"/>
                  </a:cubicBezTo>
                  <a:lnTo>
                    <a:pt x="965" y="3120"/>
                  </a:lnTo>
                  <a:cubicBezTo>
                    <a:pt x="1334" y="3097"/>
                    <a:pt x="1632" y="2763"/>
                    <a:pt x="1632" y="2394"/>
                  </a:cubicBezTo>
                  <a:cubicBezTo>
                    <a:pt x="1632" y="1989"/>
                    <a:pt x="1298" y="1668"/>
                    <a:pt x="906" y="1668"/>
                  </a:cubicBezTo>
                  <a:lnTo>
                    <a:pt x="739" y="1668"/>
                  </a:lnTo>
                  <a:cubicBezTo>
                    <a:pt x="501" y="1668"/>
                    <a:pt x="310" y="1477"/>
                    <a:pt x="310" y="1239"/>
                  </a:cubicBezTo>
                  <a:cubicBezTo>
                    <a:pt x="310" y="1001"/>
                    <a:pt x="501" y="799"/>
                    <a:pt x="739" y="799"/>
                  </a:cubicBezTo>
                  <a:lnTo>
                    <a:pt x="989" y="799"/>
                  </a:lnTo>
                  <a:cubicBezTo>
                    <a:pt x="1191" y="799"/>
                    <a:pt x="1334" y="953"/>
                    <a:pt x="1334" y="1144"/>
                  </a:cubicBezTo>
                  <a:lnTo>
                    <a:pt x="1334" y="1311"/>
                  </a:lnTo>
                  <a:cubicBezTo>
                    <a:pt x="1322" y="1382"/>
                    <a:pt x="1394" y="1453"/>
                    <a:pt x="1489" y="1453"/>
                  </a:cubicBezTo>
                  <a:cubicBezTo>
                    <a:pt x="1572" y="1453"/>
                    <a:pt x="1632" y="1382"/>
                    <a:pt x="1632" y="1311"/>
                  </a:cubicBezTo>
                  <a:lnTo>
                    <a:pt x="1632" y="1144"/>
                  </a:lnTo>
                  <a:cubicBezTo>
                    <a:pt x="1632" y="787"/>
                    <a:pt x="1334" y="489"/>
                    <a:pt x="977" y="489"/>
                  </a:cubicBezTo>
                  <a:lnTo>
                    <a:pt x="965" y="489"/>
                  </a:lnTo>
                  <a:lnTo>
                    <a:pt x="965" y="144"/>
                  </a:lnTo>
                  <a:cubicBezTo>
                    <a:pt x="965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3"/>
            <p:cNvSpPr/>
            <p:nvPr/>
          </p:nvSpPr>
          <p:spPr>
            <a:xfrm>
              <a:off x="2750894" y="4291176"/>
              <a:ext cx="147075" cy="336926"/>
            </a:xfrm>
            <a:custGeom>
              <a:avLst/>
              <a:gdLst/>
              <a:ahLst/>
              <a:cxnLst/>
              <a:rect l="l" t="t" r="r" b="b"/>
              <a:pathLst>
                <a:path w="4621" h="10586" extrusionOk="0">
                  <a:moveTo>
                    <a:pt x="2310" y="299"/>
                  </a:moveTo>
                  <a:cubicBezTo>
                    <a:pt x="3406" y="299"/>
                    <a:pt x="4323" y="1192"/>
                    <a:pt x="4323" y="2311"/>
                  </a:cubicBezTo>
                  <a:cubicBezTo>
                    <a:pt x="4323" y="3418"/>
                    <a:pt x="3430" y="4323"/>
                    <a:pt x="2310" y="4323"/>
                  </a:cubicBezTo>
                  <a:cubicBezTo>
                    <a:pt x="1203" y="4311"/>
                    <a:pt x="298" y="3418"/>
                    <a:pt x="298" y="2311"/>
                  </a:cubicBezTo>
                  <a:cubicBezTo>
                    <a:pt x="298" y="1215"/>
                    <a:pt x="1191" y="299"/>
                    <a:pt x="2310" y="299"/>
                  </a:cubicBezTo>
                  <a:close/>
                  <a:moveTo>
                    <a:pt x="4299" y="7288"/>
                  </a:moveTo>
                  <a:lnTo>
                    <a:pt x="4299" y="7621"/>
                  </a:lnTo>
                  <a:lnTo>
                    <a:pt x="3620" y="7621"/>
                  </a:lnTo>
                  <a:cubicBezTo>
                    <a:pt x="3525" y="7621"/>
                    <a:pt x="3465" y="7704"/>
                    <a:pt x="3465" y="7776"/>
                  </a:cubicBezTo>
                  <a:cubicBezTo>
                    <a:pt x="3465" y="7859"/>
                    <a:pt x="3549" y="7919"/>
                    <a:pt x="3620" y="7919"/>
                  </a:cubicBezTo>
                  <a:lnTo>
                    <a:pt x="3787" y="7919"/>
                  </a:lnTo>
                  <a:lnTo>
                    <a:pt x="3727" y="8442"/>
                  </a:lnTo>
                  <a:lnTo>
                    <a:pt x="882" y="8442"/>
                  </a:lnTo>
                  <a:lnTo>
                    <a:pt x="822" y="7919"/>
                  </a:lnTo>
                  <a:lnTo>
                    <a:pt x="2894" y="7919"/>
                  </a:lnTo>
                  <a:cubicBezTo>
                    <a:pt x="2977" y="7919"/>
                    <a:pt x="3037" y="7847"/>
                    <a:pt x="3037" y="7776"/>
                  </a:cubicBezTo>
                  <a:cubicBezTo>
                    <a:pt x="3037" y="7680"/>
                    <a:pt x="2965" y="7621"/>
                    <a:pt x="2894" y="7621"/>
                  </a:cubicBezTo>
                  <a:lnTo>
                    <a:pt x="298" y="7621"/>
                  </a:lnTo>
                  <a:lnTo>
                    <a:pt x="298" y="7288"/>
                  </a:lnTo>
                  <a:close/>
                  <a:moveTo>
                    <a:pt x="3692" y="8776"/>
                  </a:moveTo>
                  <a:lnTo>
                    <a:pt x="3608" y="9455"/>
                  </a:lnTo>
                  <a:lnTo>
                    <a:pt x="1013" y="9455"/>
                  </a:lnTo>
                  <a:lnTo>
                    <a:pt x="929" y="8776"/>
                  </a:lnTo>
                  <a:close/>
                  <a:moveTo>
                    <a:pt x="3573" y="9764"/>
                  </a:moveTo>
                  <a:lnTo>
                    <a:pt x="3501" y="10288"/>
                  </a:lnTo>
                  <a:lnTo>
                    <a:pt x="1120" y="10288"/>
                  </a:lnTo>
                  <a:lnTo>
                    <a:pt x="1060" y="9764"/>
                  </a:lnTo>
                  <a:close/>
                  <a:moveTo>
                    <a:pt x="2310" y="1"/>
                  </a:moveTo>
                  <a:cubicBezTo>
                    <a:pt x="1048" y="1"/>
                    <a:pt x="1" y="1049"/>
                    <a:pt x="1" y="2311"/>
                  </a:cubicBezTo>
                  <a:cubicBezTo>
                    <a:pt x="1" y="3537"/>
                    <a:pt x="953" y="4549"/>
                    <a:pt x="2156" y="4621"/>
                  </a:cubicBezTo>
                  <a:lnTo>
                    <a:pt x="2156" y="6966"/>
                  </a:lnTo>
                  <a:lnTo>
                    <a:pt x="155" y="6966"/>
                  </a:lnTo>
                  <a:cubicBezTo>
                    <a:pt x="60" y="6966"/>
                    <a:pt x="1" y="7049"/>
                    <a:pt x="1" y="7121"/>
                  </a:cubicBezTo>
                  <a:lnTo>
                    <a:pt x="1" y="7788"/>
                  </a:lnTo>
                  <a:cubicBezTo>
                    <a:pt x="1" y="7883"/>
                    <a:pt x="72" y="7942"/>
                    <a:pt x="155" y="7942"/>
                  </a:cubicBezTo>
                  <a:lnTo>
                    <a:pt x="513" y="7942"/>
                  </a:lnTo>
                  <a:lnTo>
                    <a:pt x="822" y="10455"/>
                  </a:lnTo>
                  <a:cubicBezTo>
                    <a:pt x="834" y="10526"/>
                    <a:pt x="894" y="10586"/>
                    <a:pt x="965" y="10586"/>
                  </a:cubicBezTo>
                  <a:lnTo>
                    <a:pt x="3620" y="10586"/>
                  </a:lnTo>
                  <a:cubicBezTo>
                    <a:pt x="3692" y="10586"/>
                    <a:pt x="3763" y="10526"/>
                    <a:pt x="3763" y="10455"/>
                  </a:cubicBezTo>
                  <a:lnTo>
                    <a:pt x="4084" y="7942"/>
                  </a:lnTo>
                  <a:lnTo>
                    <a:pt x="4442" y="7942"/>
                  </a:lnTo>
                  <a:cubicBezTo>
                    <a:pt x="4525" y="7942"/>
                    <a:pt x="4585" y="7859"/>
                    <a:pt x="4585" y="7788"/>
                  </a:cubicBezTo>
                  <a:lnTo>
                    <a:pt x="4585" y="7121"/>
                  </a:lnTo>
                  <a:cubicBezTo>
                    <a:pt x="4620" y="7026"/>
                    <a:pt x="4549" y="6966"/>
                    <a:pt x="4465" y="6966"/>
                  </a:cubicBezTo>
                  <a:lnTo>
                    <a:pt x="2453" y="6966"/>
                  </a:lnTo>
                  <a:lnTo>
                    <a:pt x="2453" y="4621"/>
                  </a:lnTo>
                  <a:cubicBezTo>
                    <a:pt x="3668" y="4549"/>
                    <a:pt x="4620" y="3537"/>
                    <a:pt x="4620" y="2311"/>
                  </a:cubicBezTo>
                  <a:cubicBezTo>
                    <a:pt x="4620" y="1037"/>
                    <a:pt x="3573" y="1"/>
                    <a:pt x="23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3"/>
            <p:cNvSpPr/>
            <p:nvPr/>
          </p:nvSpPr>
          <p:spPr>
            <a:xfrm>
              <a:off x="2749016" y="4443917"/>
              <a:ext cx="69734" cy="52706"/>
            </a:xfrm>
            <a:custGeom>
              <a:avLst/>
              <a:gdLst/>
              <a:ahLst/>
              <a:cxnLst/>
              <a:rect l="l" t="t" r="r" b="b"/>
              <a:pathLst>
                <a:path w="2191" h="1656" extrusionOk="0">
                  <a:moveTo>
                    <a:pt x="1107" y="310"/>
                  </a:moveTo>
                  <a:cubicBezTo>
                    <a:pt x="1381" y="310"/>
                    <a:pt x="1643" y="441"/>
                    <a:pt x="1786" y="667"/>
                  </a:cubicBezTo>
                  <a:lnTo>
                    <a:pt x="417" y="667"/>
                  </a:lnTo>
                  <a:cubicBezTo>
                    <a:pt x="572" y="441"/>
                    <a:pt x="822" y="310"/>
                    <a:pt x="1107" y="310"/>
                  </a:cubicBezTo>
                  <a:close/>
                  <a:moveTo>
                    <a:pt x="1786" y="976"/>
                  </a:moveTo>
                  <a:cubicBezTo>
                    <a:pt x="1619" y="1203"/>
                    <a:pt x="1369" y="1334"/>
                    <a:pt x="1107" y="1334"/>
                  </a:cubicBezTo>
                  <a:cubicBezTo>
                    <a:pt x="822" y="1334"/>
                    <a:pt x="572" y="1203"/>
                    <a:pt x="417" y="976"/>
                  </a:cubicBezTo>
                  <a:close/>
                  <a:moveTo>
                    <a:pt x="1107" y="0"/>
                  </a:moveTo>
                  <a:cubicBezTo>
                    <a:pt x="607" y="0"/>
                    <a:pt x="179" y="310"/>
                    <a:pt x="12" y="774"/>
                  </a:cubicBezTo>
                  <a:cubicBezTo>
                    <a:pt x="0" y="798"/>
                    <a:pt x="0" y="846"/>
                    <a:pt x="12" y="881"/>
                  </a:cubicBezTo>
                  <a:cubicBezTo>
                    <a:pt x="179" y="1334"/>
                    <a:pt x="607" y="1655"/>
                    <a:pt x="1107" y="1655"/>
                  </a:cubicBezTo>
                  <a:cubicBezTo>
                    <a:pt x="1596" y="1655"/>
                    <a:pt x="2024" y="1334"/>
                    <a:pt x="2191" y="881"/>
                  </a:cubicBezTo>
                  <a:lnTo>
                    <a:pt x="2191" y="846"/>
                  </a:lnTo>
                  <a:lnTo>
                    <a:pt x="2191" y="822"/>
                  </a:lnTo>
                  <a:lnTo>
                    <a:pt x="2191" y="798"/>
                  </a:lnTo>
                  <a:lnTo>
                    <a:pt x="2191" y="774"/>
                  </a:lnTo>
                  <a:cubicBezTo>
                    <a:pt x="2024" y="310"/>
                    <a:pt x="1596" y="0"/>
                    <a:pt x="11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3"/>
            <p:cNvSpPr/>
            <p:nvPr/>
          </p:nvSpPr>
          <p:spPr>
            <a:xfrm>
              <a:off x="2829731" y="4443917"/>
              <a:ext cx="70116" cy="52706"/>
            </a:xfrm>
            <a:custGeom>
              <a:avLst/>
              <a:gdLst/>
              <a:ahLst/>
              <a:cxnLst/>
              <a:rect l="l" t="t" r="r" b="b"/>
              <a:pathLst>
                <a:path w="2203" h="1656" extrusionOk="0">
                  <a:moveTo>
                    <a:pt x="1096" y="310"/>
                  </a:moveTo>
                  <a:cubicBezTo>
                    <a:pt x="1381" y="310"/>
                    <a:pt x="1631" y="441"/>
                    <a:pt x="1786" y="667"/>
                  </a:cubicBezTo>
                  <a:lnTo>
                    <a:pt x="417" y="667"/>
                  </a:lnTo>
                  <a:cubicBezTo>
                    <a:pt x="560" y="441"/>
                    <a:pt x="810" y="310"/>
                    <a:pt x="1096" y="310"/>
                  </a:cubicBezTo>
                  <a:close/>
                  <a:moveTo>
                    <a:pt x="1786" y="976"/>
                  </a:moveTo>
                  <a:cubicBezTo>
                    <a:pt x="1631" y="1203"/>
                    <a:pt x="1381" y="1334"/>
                    <a:pt x="1096" y="1334"/>
                  </a:cubicBezTo>
                  <a:cubicBezTo>
                    <a:pt x="810" y="1334"/>
                    <a:pt x="560" y="1203"/>
                    <a:pt x="417" y="976"/>
                  </a:cubicBezTo>
                  <a:close/>
                  <a:moveTo>
                    <a:pt x="1096" y="0"/>
                  </a:moveTo>
                  <a:cubicBezTo>
                    <a:pt x="607" y="0"/>
                    <a:pt x="179" y="310"/>
                    <a:pt x="12" y="774"/>
                  </a:cubicBezTo>
                  <a:cubicBezTo>
                    <a:pt x="0" y="798"/>
                    <a:pt x="0" y="846"/>
                    <a:pt x="12" y="881"/>
                  </a:cubicBezTo>
                  <a:cubicBezTo>
                    <a:pt x="179" y="1334"/>
                    <a:pt x="607" y="1655"/>
                    <a:pt x="1096" y="1655"/>
                  </a:cubicBezTo>
                  <a:cubicBezTo>
                    <a:pt x="1584" y="1655"/>
                    <a:pt x="2024" y="1334"/>
                    <a:pt x="2179" y="881"/>
                  </a:cubicBezTo>
                  <a:cubicBezTo>
                    <a:pt x="2203" y="846"/>
                    <a:pt x="2203" y="822"/>
                    <a:pt x="2179" y="774"/>
                  </a:cubicBezTo>
                  <a:cubicBezTo>
                    <a:pt x="2024" y="310"/>
                    <a:pt x="1584" y="0"/>
                    <a:pt x="10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43"/>
          <p:cNvGrpSpPr/>
          <p:nvPr/>
        </p:nvGrpSpPr>
        <p:grpSpPr>
          <a:xfrm>
            <a:off x="6874897" y="1738740"/>
            <a:ext cx="529113" cy="1181936"/>
            <a:chOff x="2749016" y="4291176"/>
            <a:chExt cx="150831" cy="336926"/>
          </a:xfrm>
        </p:grpSpPr>
        <p:sp>
          <p:nvSpPr>
            <p:cNvPr id="573" name="Google Shape;573;p43"/>
            <p:cNvSpPr/>
            <p:nvPr/>
          </p:nvSpPr>
          <p:spPr>
            <a:xfrm>
              <a:off x="2799399" y="4307472"/>
              <a:ext cx="51942" cy="114865"/>
            </a:xfrm>
            <a:custGeom>
              <a:avLst/>
              <a:gdLst/>
              <a:ahLst/>
              <a:cxnLst/>
              <a:rect l="l" t="t" r="r" b="b"/>
              <a:pathLst>
                <a:path w="1632" h="3609" extrusionOk="0">
                  <a:moveTo>
                    <a:pt x="810" y="1"/>
                  </a:moveTo>
                  <a:cubicBezTo>
                    <a:pt x="727" y="1"/>
                    <a:pt x="667" y="72"/>
                    <a:pt x="667" y="144"/>
                  </a:cubicBezTo>
                  <a:lnTo>
                    <a:pt x="667" y="489"/>
                  </a:lnTo>
                  <a:cubicBezTo>
                    <a:pt x="298" y="525"/>
                    <a:pt x="1" y="846"/>
                    <a:pt x="1" y="1215"/>
                  </a:cubicBezTo>
                  <a:cubicBezTo>
                    <a:pt x="1" y="1620"/>
                    <a:pt x="322" y="1942"/>
                    <a:pt x="727" y="1942"/>
                  </a:cubicBezTo>
                  <a:lnTo>
                    <a:pt x="894" y="1942"/>
                  </a:lnTo>
                  <a:cubicBezTo>
                    <a:pt x="1132" y="1942"/>
                    <a:pt x="1322" y="2144"/>
                    <a:pt x="1322" y="2382"/>
                  </a:cubicBezTo>
                  <a:cubicBezTo>
                    <a:pt x="1322" y="2620"/>
                    <a:pt x="1132" y="2811"/>
                    <a:pt x="894" y="2811"/>
                  </a:cubicBezTo>
                  <a:lnTo>
                    <a:pt x="632" y="2811"/>
                  </a:lnTo>
                  <a:cubicBezTo>
                    <a:pt x="441" y="2811"/>
                    <a:pt x="298" y="2656"/>
                    <a:pt x="298" y="2466"/>
                  </a:cubicBezTo>
                  <a:cubicBezTo>
                    <a:pt x="298" y="2382"/>
                    <a:pt x="215" y="2323"/>
                    <a:pt x="144" y="2323"/>
                  </a:cubicBezTo>
                  <a:cubicBezTo>
                    <a:pt x="48" y="2323"/>
                    <a:pt x="1" y="2394"/>
                    <a:pt x="1" y="2466"/>
                  </a:cubicBezTo>
                  <a:cubicBezTo>
                    <a:pt x="1" y="2823"/>
                    <a:pt x="298" y="3120"/>
                    <a:pt x="644" y="3120"/>
                  </a:cubicBezTo>
                  <a:lnTo>
                    <a:pt x="667" y="3120"/>
                  </a:lnTo>
                  <a:lnTo>
                    <a:pt x="667" y="3466"/>
                  </a:lnTo>
                  <a:cubicBezTo>
                    <a:pt x="667" y="3549"/>
                    <a:pt x="739" y="3609"/>
                    <a:pt x="810" y="3609"/>
                  </a:cubicBezTo>
                  <a:cubicBezTo>
                    <a:pt x="906" y="3609"/>
                    <a:pt x="965" y="3537"/>
                    <a:pt x="965" y="3466"/>
                  </a:cubicBezTo>
                  <a:lnTo>
                    <a:pt x="965" y="3120"/>
                  </a:lnTo>
                  <a:cubicBezTo>
                    <a:pt x="1334" y="3097"/>
                    <a:pt x="1632" y="2763"/>
                    <a:pt x="1632" y="2394"/>
                  </a:cubicBezTo>
                  <a:cubicBezTo>
                    <a:pt x="1632" y="1989"/>
                    <a:pt x="1298" y="1668"/>
                    <a:pt x="906" y="1668"/>
                  </a:cubicBezTo>
                  <a:lnTo>
                    <a:pt x="739" y="1668"/>
                  </a:lnTo>
                  <a:cubicBezTo>
                    <a:pt x="501" y="1668"/>
                    <a:pt x="310" y="1477"/>
                    <a:pt x="310" y="1239"/>
                  </a:cubicBezTo>
                  <a:cubicBezTo>
                    <a:pt x="310" y="1001"/>
                    <a:pt x="501" y="799"/>
                    <a:pt x="739" y="799"/>
                  </a:cubicBezTo>
                  <a:lnTo>
                    <a:pt x="989" y="799"/>
                  </a:lnTo>
                  <a:cubicBezTo>
                    <a:pt x="1191" y="799"/>
                    <a:pt x="1334" y="953"/>
                    <a:pt x="1334" y="1144"/>
                  </a:cubicBezTo>
                  <a:lnTo>
                    <a:pt x="1334" y="1311"/>
                  </a:lnTo>
                  <a:cubicBezTo>
                    <a:pt x="1322" y="1382"/>
                    <a:pt x="1394" y="1453"/>
                    <a:pt x="1489" y="1453"/>
                  </a:cubicBezTo>
                  <a:cubicBezTo>
                    <a:pt x="1572" y="1453"/>
                    <a:pt x="1632" y="1382"/>
                    <a:pt x="1632" y="1311"/>
                  </a:cubicBezTo>
                  <a:lnTo>
                    <a:pt x="1632" y="1144"/>
                  </a:lnTo>
                  <a:cubicBezTo>
                    <a:pt x="1632" y="787"/>
                    <a:pt x="1334" y="489"/>
                    <a:pt x="977" y="489"/>
                  </a:cubicBezTo>
                  <a:lnTo>
                    <a:pt x="965" y="489"/>
                  </a:lnTo>
                  <a:lnTo>
                    <a:pt x="965" y="144"/>
                  </a:lnTo>
                  <a:cubicBezTo>
                    <a:pt x="965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3"/>
            <p:cNvSpPr/>
            <p:nvPr/>
          </p:nvSpPr>
          <p:spPr>
            <a:xfrm>
              <a:off x="2750894" y="4291176"/>
              <a:ext cx="147075" cy="336926"/>
            </a:xfrm>
            <a:custGeom>
              <a:avLst/>
              <a:gdLst/>
              <a:ahLst/>
              <a:cxnLst/>
              <a:rect l="l" t="t" r="r" b="b"/>
              <a:pathLst>
                <a:path w="4621" h="10586" extrusionOk="0">
                  <a:moveTo>
                    <a:pt x="2310" y="299"/>
                  </a:moveTo>
                  <a:cubicBezTo>
                    <a:pt x="3406" y="299"/>
                    <a:pt x="4323" y="1192"/>
                    <a:pt x="4323" y="2311"/>
                  </a:cubicBezTo>
                  <a:cubicBezTo>
                    <a:pt x="4323" y="3418"/>
                    <a:pt x="3430" y="4323"/>
                    <a:pt x="2310" y="4323"/>
                  </a:cubicBezTo>
                  <a:cubicBezTo>
                    <a:pt x="1203" y="4311"/>
                    <a:pt x="298" y="3418"/>
                    <a:pt x="298" y="2311"/>
                  </a:cubicBezTo>
                  <a:cubicBezTo>
                    <a:pt x="298" y="1215"/>
                    <a:pt x="1191" y="299"/>
                    <a:pt x="2310" y="299"/>
                  </a:cubicBezTo>
                  <a:close/>
                  <a:moveTo>
                    <a:pt x="4299" y="7288"/>
                  </a:moveTo>
                  <a:lnTo>
                    <a:pt x="4299" y="7621"/>
                  </a:lnTo>
                  <a:lnTo>
                    <a:pt x="3620" y="7621"/>
                  </a:lnTo>
                  <a:cubicBezTo>
                    <a:pt x="3525" y="7621"/>
                    <a:pt x="3465" y="7704"/>
                    <a:pt x="3465" y="7776"/>
                  </a:cubicBezTo>
                  <a:cubicBezTo>
                    <a:pt x="3465" y="7859"/>
                    <a:pt x="3549" y="7919"/>
                    <a:pt x="3620" y="7919"/>
                  </a:cubicBezTo>
                  <a:lnTo>
                    <a:pt x="3787" y="7919"/>
                  </a:lnTo>
                  <a:lnTo>
                    <a:pt x="3727" y="8442"/>
                  </a:lnTo>
                  <a:lnTo>
                    <a:pt x="882" y="8442"/>
                  </a:lnTo>
                  <a:lnTo>
                    <a:pt x="822" y="7919"/>
                  </a:lnTo>
                  <a:lnTo>
                    <a:pt x="2894" y="7919"/>
                  </a:lnTo>
                  <a:cubicBezTo>
                    <a:pt x="2977" y="7919"/>
                    <a:pt x="3037" y="7847"/>
                    <a:pt x="3037" y="7776"/>
                  </a:cubicBezTo>
                  <a:cubicBezTo>
                    <a:pt x="3037" y="7680"/>
                    <a:pt x="2965" y="7621"/>
                    <a:pt x="2894" y="7621"/>
                  </a:cubicBezTo>
                  <a:lnTo>
                    <a:pt x="298" y="7621"/>
                  </a:lnTo>
                  <a:lnTo>
                    <a:pt x="298" y="7288"/>
                  </a:lnTo>
                  <a:close/>
                  <a:moveTo>
                    <a:pt x="3692" y="8776"/>
                  </a:moveTo>
                  <a:lnTo>
                    <a:pt x="3608" y="9455"/>
                  </a:lnTo>
                  <a:lnTo>
                    <a:pt x="1013" y="9455"/>
                  </a:lnTo>
                  <a:lnTo>
                    <a:pt x="929" y="8776"/>
                  </a:lnTo>
                  <a:close/>
                  <a:moveTo>
                    <a:pt x="3573" y="9764"/>
                  </a:moveTo>
                  <a:lnTo>
                    <a:pt x="3501" y="10288"/>
                  </a:lnTo>
                  <a:lnTo>
                    <a:pt x="1120" y="10288"/>
                  </a:lnTo>
                  <a:lnTo>
                    <a:pt x="1060" y="9764"/>
                  </a:lnTo>
                  <a:close/>
                  <a:moveTo>
                    <a:pt x="2310" y="1"/>
                  </a:moveTo>
                  <a:cubicBezTo>
                    <a:pt x="1048" y="1"/>
                    <a:pt x="1" y="1049"/>
                    <a:pt x="1" y="2311"/>
                  </a:cubicBezTo>
                  <a:cubicBezTo>
                    <a:pt x="1" y="3537"/>
                    <a:pt x="953" y="4549"/>
                    <a:pt x="2156" y="4621"/>
                  </a:cubicBezTo>
                  <a:lnTo>
                    <a:pt x="2156" y="6966"/>
                  </a:lnTo>
                  <a:lnTo>
                    <a:pt x="155" y="6966"/>
                  </a:lnTo>
                  <a:cubicBezTo>
                    <a:pt x="60" y="6966"/>
                    <a:pt x="1" y="7049"/>
                    <a:pt x="1" y="7121"/>
                  </a:cubicBezTo>
                  <a:lnTo>
                    <a:pt x="1" y="7788"/>
                  </a:lnTo>
                  <a:cubicBezTo>
                    <a:pt x="1" y="7883"/>
                    <a:pt x="72" y="7942"/>
                    <a:pt x="155" y="7942"/>
                  </a:cubicBezTo>
                  <a:lnTo>
                    <a:pt x="513" y="7942"/>
                  </a:lnTo>
                  <a:lnTo>
                    <a:pt x="822" y="10455"/>
                  </a:lnTo>
                  <a:cubicBezTo>
                    <a:pt x="834" y="10526"/>
                    <a:pt x="894" y="10586"/>
                    <a:pt x="965" y="10586"/>
                  </a:cubicBezTo>
                  <a:lnTo>
                    <a:pt x="3620" y="10586"/>
                  </a:lnTo>
                  <a:cubicBezTo>
                    <a:pt x="3692" y="10586"/>
                    <a:pt x="3763" y="10526"/>
                    <a:pt x="3763" y="10455"/>
                  </a:cubicBezTo>
                  <a:lnTo>
                    <a:pt x="4084" y="7942"/>
                  </a:lnTo>
                  <a:lnTo>
                    <a:pt x="4442" y="7942"/>
                  </a:lnTo>
                  <a:cubicBezTo>
                    <a:pt x="4525" y="7942"/>
                    <a:pt x="4585" y="7859"/>
                    <a:pt x="4585" y="7788"/>
                  </a:cubicBezTo>
                  <a:lnTo>
                    <a:pt x="4585" y="7121"/>
                  </a:lnTo>
                  <a:cubicBezTo>
                    <a:pt x="4620" y="7026"/>
                    <a:pt x="4549" y="6966"/>
                    <a:pt x="4465" y="6966"/>
                  </a:cubicBezTo>
                  <a:lnTo>
                    <a:pt x="2453" y="6966"/>
                  </a:lnTo>
                  <a:lnTo>
                    <a:pt x="2453" y="4621"/>
                  </a:lnTo>
                  <a:cubicBezTo>
                    <a:pt x="3668" y="4549"/>
                    <a:pt x="4620" y="3537"/>
                    <a:pt x="4620" y="2311"/>
                  </a:cubicBezTo>
                  <a:cubicBezTo>
                    <a:pt x="4620" y="1037"/>
                    <a:pt x="3573" y="1"/>
                    <a:pt x="23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3"/>
            <p:cNvSpPr/>
            <p:nvPr/>
          </p:nvSpPr>
          <p:spPr>
            <a:xfrm>
              <a:off x="2749016" y="4443917"/>
              <a:ext cx="69734" cy="52706"/>
            </a:xfrm>
            <a:custGeom>
              <a:avLst/>
              <a:gdLst/>
              <a:ahLst/>
              <a:cxnLst/>
              <a:rect l="l" t="t" r="r" b="b"/>
              <a:pathLst>
                <a:path w="2191" h="1656" extrusionOk="0">
                  <a:moveTo>
                    <a:pt x="1107" y="310"/>
                  </a:moveTo>
                  <a:cubicBezTo>
                    <a:pt x="1381" y="310"/>
                    <a:pt x="1643" y="441"/>
                    <a:pt x="1786" y="667"/>
                  </a:cubicBezTo>
                  <a:lnTo>
                    <a:pt x="417" y="667"/>
                  </a:lnTo>
                  <a:cubicBezTo>
                    <a:pt x="572" y="441"/>
                    <a:pt x="822" y="310"/>
                    <a:pt x="1107" y="310"/>
                  </a:cubicBezTo>
                  <a:close/>
                  <a:moveTo>
                    <a:pt x="1786" y="976"/>
                  </a:moveTo>
                  <a:cubicBezTo>
                    <a:pt x="1619" y="1203"/>
                    <a:pt x="1369" y="1334"/>
                    <a:pt x="1107" y="1334"/>
                  </a:cubicBezTo>
                  <a:cubicBezTo>
                    <a:pt x="822" y="1334"/>
                    <a:pt x="572" y="1203"/>
                    <a:pt x="417" y="976"/>
                  </a:cubicBezTo>
                  <a:close/>
                  <a:moveTo>
                    <a:pt x="1107" y="0"/>
                  </a:moveTo>
                  <a:cubicBezTo>
                    <a:pt x="607" y="0"/>
                    <a:pt x="179" y="310"/>
                    <a:pt x="12" y="774"/>
                  </a:cubicBezTo>
                  <a:cubicBezTo>
                    <a:pt x="0" y="798"/>
                    <a:pt x="0" y="846"/>
                    <a:pt x="12" y="881"/>
                  </a:cubicBezTo>
                  <a:cubicBezTo>
                    <a:pt x="179" y="1334"/>
                    <a:pt x="607" y="1655"/>
                    <a:pt x="1107" y="1655"/>
                  </a:cubicBezTo>
                  <a:cubicBezTo>
                    <a:pt x="1596" y="1655"/>
                    <a:pt x="2024" y="1334"/>
                    <a:pt x="2191" y="881"/>
                  </a:cubicBezTo>
                  <a:lnTo>
                    <a:pt x="2191" y="846"/>
                  </a:lnTo>
                  <a:lnTo>
                    <a:pt x="2191" y="822"/>
                  </a:lnTo>
                  <a:lnTo>
                    <a:pt x="2191" y="798"/>
                  </a:lnTo>
                  <a:lnTo>
                    <a:pt x="2191" y="774"/>
                  </a:lnTo>
                  <a:cubicBezTo>
                    <a:pt x="2024" y="310"/>
                    <a:pt x="1596" y="0"/>
                    <a:pt x="11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3"/>
            <p:cNvSpPr/>
            <p:nvPr/>
          </p:nvSpPr>
          <p:spPr>
            <a:xfrm>
              <a:off x="2829731" y="4443917"/>
              <a:ext cx="70116" cy="52706"/>
            </a:xfrm>
            <a:custGeom>
              <a:avLst/>
              <a:gdLst/>
              <a:ahLst/>
              <a:cxnLst/>
              <a:rect l="l" t="t" r="r" b="b"/>
              <a:pathLst>
                <a:path w="2203" h="1656" extrusionOk="0">
                  <a:moveTo>
                    <a:pt x="1096" y="310"/>
                  </a:moveTo>
                  <a:cubicBezTo>
                    <a:pt x="1381" y="310"/>
                    <a:pt x="1631" y="441"/>
                    <a:pt x="1786" y="667"/>
                  </a:cubicBezTo>
                  <a:lnTo>
                    <a:pt x="417" y="667"/>
                  </a:lnTo>
                  <a:cubicBezTo>
                    <a:pt x="560" y="441"/>
                    <a:pt x="810" y="310"/>
                    <a:pt x="1096" y="310"/>
                  </a:cubicBezTo>
                  <a:close/>
                  <a:moveTo>
                    <a:pt x="1786" y="976"/>
                  </a:moveTo>
                  <a:cubicBezTo>
                    <a:pt x="1631" y="1203"/>
                    <a:pt x="1381" y="1334"/>
                    <a:pt x="1096" y="1334"/>
                  </a:cubicBezTo>
                  <a:cubicBezTo>
                    <a:pt x="810" y="1334"/>
                    <a:pt x="560" y="1203"/>
                    <a:pt x="417" y="976"/>
                  </a:cubicBezTo>
                  <a:close/>
                  <a:moveTo>
                    <a:pt x="1096" y="0"/>
                  </a:moveTo>
                  <a:cubicBezTo>
                    <a:pt x="607" y="0"/>
                    <a:pt x="179" y="310"/>
                    <a:pt x="12" y="774"/>
                  </a:cubicBezTo>
                  <a:cubicBezTo>
                    <a:pt x="0" y="798"/>
                    <a:pt x="0" y="846"/>
                    <a:pt x="12" y="881"/>
                  </a:cubicBezTo>
                  <a:cubicBezTo>
                    <a:pt x="179" y="1334"/>
                    <a:pt x="607" y="1655"/>
                    <a:pt x="1096" y="1655"/>
                  </a:cubicBezTo>
                  <a:cubicBezTo>
                    <a:pt x="1584" y="1655"/>
                    <a:pt x="2024" y="1334"/>
                    <a:pt x="2179" y="881"/>
                  </a:cubicBezTo>
                  <a:cubicBezTo>
                    <a:pt x="2203" y="846"/>
                    <a:pt x="2203" y="822"/>
                    <a:pt x="2179" y="774"/>
                  </a:cubicBezTo>
                  <a:cubicBezTo>
                    <a:pt x="2024" y="310"/>
                    <a:pt x="1584" y="0"/>
                    <a:pt x="10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7" name="Google Shape;577;p43"/>
          <p:cNvSpPr txBox="1"/>
          <p:nvPr/>
        </p:nvSpPr>
        <p:spPr>
          <a:xfrm>
            <a:off x="1409810" y="1027900"/>
            <a:ext cx="12975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AB40"/>
                </a:solidFill>
                <a:latin typeface="Barlow Medium"/>
                <a:ea typeface="Barlow Medium"/>
                <a:cs typeface="Barlow Medium"/>
                <a:sym typeface="Barlow Medium"/>
              </a:rPr>
              <a:t>YEAR 1</a:t>
            </a:r>
            <a:endParaRPr sz="2000">
              <a:solidFill>
                <a:srgbClr val="FFAB4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78" name="Google Shape;578;p43"/>
          <p:cNvSpPr txBox="1"/>
          <p:nvPr/>
        </p:nvSpPr>
        <p:spPr>
          <a:xfrm>
            <a:off x="3928640" y="1027875"/>
            <a:ext cx="12975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AB40"/>
                </a:solidFill>
                <a:latin typeface="Barlow Medium"/>
                <a:ea typeface="Barlow Medium"/>
                <a:cs typeface="Barlow Medium"/>
                <a:sym typeface="Barlow Medium"/>
              </a:rPr>
              <a:t>YEAR 2</a:t>
            </a:r>
            <a:endParaRPr sz="2000">
              <a:solidFill>
                <a:srgbClr val="FFAB4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79" name="Google Shape;579;p43"/>
          <p:cNvSpPr txBox="1"/>
          <p:nvPr/>
        </p:nvSpPr>
        <p:spPr>
          <a:xfrm>
            <a:off x="6450890" y="1028150"/>
            <a:ext cx="12975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AB40"/>
                </a:solidFill>
                <a:latin typeface="Barlow Medium"/>
                <a:ea typeface="Barlow Medium"/>
                <a:cs typeface="Barlow Medium"/>
                <a:sym typeface="Barlow Medium"/>
              </a:rPr>
              <a:t>YEAR 3</a:t>
            </a:r>
            <a:endParaRPr sz="2000">
              <a:solidFill>
                <a:srgbClr val="FFAB4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4"/>
          <p:cNvSpPr txBox="1">
            <a:spLocks noGrp="1"/>
          </p:cNvSpPr>
          <p:nvPr>
            <p:ph type="title"/>
          </p:nvPr>
        </p:nvSpPr>
        <p:spPr>
          <a:xfrm>
            <a:off x="0" y="358032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TABLE</a:t>
            </a:r>
            <a:endParaRPr/>
          </a:p>
        </p:txBody>
      </p:sp>
      <p:graphicFrame>
        <p:nvGraphicFramePr>
          <p:cNvPr id="585" name="Google Shape;585;p44"/>
          <p:cNvGraphicFramePr/>
          <p:nvPr/>
        </p:nvGraphicFramePr>
        <p:xfrm>
          <a:off x="1054900" y="1724025"/>
          <a:ext cx="7034200" cy="2234820"/>
        </p:xfrm>
        <a:graphic>
          <a:graphicData uri="http://schemas.openxmlformats.org/drawingml/2006/table">
            <a:tbl>
              <a:tblPr>
                <a:noFill/>
                <a:tableStyleId>{F88B2CA7-63DD-46B5-AC67-7A7CC8F88C96}</a:tableStyleId>
              </a:tblPr>
              <a:tblGrid>
                <a:gridCol w="175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Barlow SemiBold"/>
                        <a:ea typeface="Barlow SemiBold"/>
                        <a:cs typeface="Barlow SemiBold"/>
                        <a:sym typeface="Barlow Semi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MASS</a:t>
                      </a:r>
                      <a:endParaRPr>
                        <a:solidFill>
                          <a:srgbClr val="FFFFFF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(earths)</a:t>
                      </a:r>
                      <a:endParaRPr>
                        <a:solidFill>
                          <a:srgbClr val="FFFFFF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DIAMETER</a:t>
                      </a:r>
                      <a:endParaRPr>
                        <a:solidFill>
                          <a:srgbClr val="FFFFFF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(earths)</a:t>
                      </a:r>
                      <a:endParaRPr>
                        <a:solidFill>
                          <a:srgbClr val="FFFFFF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SURFACE GRAVITY</a:t>
                      </a:r>
                      <a:endParaRPr>
                        <a:solidFill>
                          <a:srgbClr val="FFFFFF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(earths)</a:t>
                      </a:r>
                      <a:endParaRPr>
                        <a:solidFill>
                          <a:srgbClr val="FFFFFF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MERCURY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0.06</a:t>
                      </a:r>
                      <a:endParaRPr sz="16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1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</a:t>
                      </a: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06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1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</a:t>
                      </a: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06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1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MARS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</a:t>
                      </a: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06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1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</a:t>
                      </a: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06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1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</a:t>
                      </a: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06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1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Barlow SemiBold"/>
                          <a:ea typeface="Barlow SemiBold"/>
                          <a:cs typeface="Barlow SemiBold"/>
                          <a:sym typeface="Barlow SemiBold"/>
                        </a:rPr>
                        <a:t>SATURN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</a:t>
                      </a: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06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1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</a:t>
                      </a: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06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1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</a:t>
                      </a:r>
                      <a:r>
                        <a:rPr lang="en" sz="1600"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06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7A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11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5"/>
          <p:cNvSpPr txBox="1">
            <a:spLocks noGrp="1"/>
          </p:cNvSpPr>
          <p:nvPr>
            <p:ph type="title"/>
          </p:nvPr>
        </p:nvSpPr>
        <p:spPr>
          <a:xfrm>
            <a:off x="0" y="358032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INFOGRAPHICS MAKE YOUR IDEA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UNDERSTANDABLE</a:t>
            </a:r>
            <a:endParaRPr/>
          </a:p>
        </p:txBody>
      </p:sp>
      <p:sp>
        <p:nvSpPr>
          <p:cNvPr id="591" name="Google Shape;591;p45"/>
          <p:cNvSpPr txBox="1">
            <a:spLocks noGrp="1"/>
          </p:cNvSpPr>
          <p:nvPr>
            <p:ph type="subTitle" idx="4294967295"/>
          </p:nvPr>
        </p:nvSpPr>
        <p:spPr>
          <a:xfrm>
            <a:off x="933363" y="3315150"/>
            <a:ext cx="1888800" cy="6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Despite being red, Mars is a cold place</a:t>
            </a:r>
            <a:endParaRPr/>
          </a:p>
        </p:txBody>
      </p:sp>
      <p:sp>
        <p:nvSpPr>
          <p:cNvPr id="592" name="Google Shape;592;p45"/>
          <p:cNvSpPr txBox="1">
            <a:spLocks noGrp="1"/>
          </p:cNvSpPr>
          <p:nvPr>
            <p:ph type="subTitle" idx="4294967295"/>
          </p:nvPr>
        </p:nvSpPr>
        <p:spPr>
          <a:xfrm>
            <a:off x="2928875" y="3315150"/>
            <a:ext cx="1620300" cy="6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Mercury is the smallest planet</a:t>
            </a:r>
            <a:endParaRPr/>
          </a:p>
        </p:txBody>
      </p:sp>
      <p:sp>
        <p:nvSpPr>
          <p:cNvPr id="593" name="Google Shape;593;p45"/>
          <p:cNvSpPr txBox="1">
            <a:spLocks noGrp="1"/>
          </p:cNvSpPr>
          <p:nvPr>
            <p:ph type="subTitle" idx="4294967295"/>
          </p:nvPr>
        </p:nvSpPr>
        <p:spPr>
          <a:xfrm>
            <a:off x="4724013" y="3315150"/>
            <a:ext cx="1683300" cy="6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Jupiter is the biggest planet </a:t>
            </a:r>
            <a:endParaRPr/>
          </a:p>
        </p:txBody>
      </p:sp>
      <p:sp>
        <p:nvSpPr>
          <p:cNvPr id="594" name="Google Shape;594;p45"/>
          <p:cNvSpPr txBox="1">
            <a:spLocks noGrp="1"/>
          </p:cNvSpPr>
          <p:nvPr>
            <p:ph type="subTitle" idx="4294967295"/>
          </p:nvPr>
        </p:nvSpPr>
        <p:spPr>
          <a:xfrm>
            <a:off x="6539488" y="3315150"/>
            <a:ext cx="1736100" cy="6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Venus has a beautiful name</a:t>
            </a:r>
            <a:endParaRPr/>
          </a:p>
        </p:txBody>
      </p:sp>
      <p:sp>
        <p:nvSpPr>
          <p:cNvPr id="595" name="Google Shape;595;p45"/>
          <p:cNvSpPr/>
          <p:nvPr/>
        </p:nvSpPr>
        <p:spPr>
          <a:xfrm>
            <a:off x="1208118" y="2068097"/>
            <a:ext cx="1270299" cy="1143342"/>
          </a:xfrm>
          <a:custGeom>
            <a:avLst/>
            <a:gdLst/>
            <a:ahLst/>
            <a:cxnLst/>
            <a:rect l="l" t="t" r="r" b="b"/>
            <a:pathLst>
              <a:path w="59821" h="53779" extrusionOk="0">
                <a:moveTo>
                  <a:pt x="31537" y="0"/>
                </a:moveTo>
                <a:cubicBezTo>
                  <a:pt x="25165" y="0"/>
                  <a:pt x="18983" y="2264"/>
                  <a:pt x="14133" y="6391"/>
                </a:cubicBezTo>
                <a:lnTo>
                  <a:pt x="15046" y="7475"/>
                </a:lnTo>
                <a:cubicBezTo>
                  <a:pt x="19756" y="3489"/>
                  <a:pt x="25625" y="1425"/>
                  <a:pt x="31546" y="1425"/>
                </a:cubicBezTo>
                <a:cubicBezTo>
                  <a:pt x="35428" y="1425"/>
                  <a:pt x="39333" y="2312"/>
                  <a:pt x="42949" y="4128"/>
                </a:cubicBezTo>
                <a:cubicBezTo>
                  <a:pt x="52079" y="8693"/>
                  <a:pt x="57595" y="18298"/>
                  <a:pt x="56949" y="28493"/>
                </a:cubicBezTo>
                <a:cubicBezTo>
                  <a:pt x="56321" y="38688"/>
                  <a:pt x="49645" y="47514"/>
                  <a:pt x="40020" y="50900"/>
                </a:cubicBezTo>
                <a:cubicBezTo>
                  <a:pt x="37242" y="51881"/>
                  <a:pt x="34373" y="52356"/>
                  <a:pt x="31532" y="52356"/>
                </a:cubicBezTo>
                <a:cubicBezTo>
                  <a:pt x="24514" y="52356"/>
                  <a:pt x="17665" y="49452"/>
                  <a:pt x="12763" y="44090"/>
                </a:cubicBezTo>
                <a:lnTo>
                  <a:pt x="1427" y="44090"/>
                </a:lnTo>
                <a:lnTo>
                  <a:pt x="1427" y="38099"/>
                </a:lnTo>
                <a:lnTo>
                  <a:pt x="8750" y="38099"/>
                </a:lnTo>
                <a:lnTo>
                  <a:pt x="8750" y="19021"/>
                </a:lnTo>
                <a:lnTo>
                  <a:pt x="2283" y="19021"/>
                </a:lnTo>
                <a:lnTo>
                  <a:pt x="2283" y="14608"/>
                </a:lnTo>
                <a:cubicBezTo>
                  <a:pt x="5745" y="13904"/>
                  <a:pt x="8160" y="12972"/>
                  <a:pt x="10709" y="11394"/>
                </a:cubicBezTo>
                <a:lnTo>
                  <a:pt x="16567" y="11394"/>
                </a:lnTo>
                <a:lnTo>
                  <a:pt x="16567" y="38099"/>
                </a:lnTo>
                <a:lnTo>
                  <a:pt x="23415" y="38099"/>
                </a:lnTo>
                <a:lnTo>
                  <a:pt x="23415" y="36672"/>
                </a:lnTo>
                <a:lnTo>
                  <a:pt x="17994" y="36672"/>
                </a:lnTo>
                <a:lnTo>
                  <a:pt x="17994" y="9967"/>
                </a:lnTo>
                <a:lnTo>
                  <a:pt x="10291" y="9967"/>
                </a:lnTo>
                <a:lnTo>
                  <a:pt x="10119" y="10081"/>
                </a:lnTo>
                <a:cubicBezTo>
                  <a:pt x="7532" y="11698"/>
                  <a:pt x="5098" y="12611"/>
                  <a:pt x="1427" y="13334"/>
                </a:cubicBezTo>
                <a:lnTo>
                  <a:pt x="856" y="13429"/>
                </a:lnTo>
                <a:lnTo>
                  <a:pt x="856" y="20447"/>
                </a:lnTo>
                <a:lnTo>
                  <a:pt x="7323" y="20447"/>
                </a:lnTo>
                <a:lnTo>
                  <a:pt x="7323" y="36672"/>
                </a:lnTo>
                <a:lnTo>
                  <a:pt x="0" y="36672"/>
                </a:lnTo>
                <a:lnTo>
                  <a:pt x="0" y="45517"/>
                </a:lnTo>
                <a:lnTo>
                  <a:pt x="12136" y="45517"/>
                </a:lnTo>
                <a:cubicBezTo>
                  <a:pt x="17254" y="50837"/>
                  <a:pt x="24280" y="53778"/>
                  <a:pt x="31529" y="53778"/>
                </a:cubicBezTo>
                <a:cubicBezTo>
                  <a:pt x="33144" y="53778"/>
                  <a:pt x="34769" y="53632"/>
                  <a:pt x="36387" y="53334"/>
                </a:cubicBezTo>
                <a:cubicBezTo>
                  <a:pt x="45270" y="51718"/>
                  <a:pt x="52745" y="45745"/>
                  <a:pt x="56283" y="37433"/>
                </a:cubicBezTo>
                <a:cubicBezTo>
                  <a:pt x="59821" y="29121"/>
                  <a:pt x="58946" y="19592"/>
                  <a:pt x="53981" y="12059"/>
                </a:cubicBezTo>
                <a:cubicBezTo>
                  <a:pt x="48998" y="4527"/>
                  <a:pt x="40572" y="0"/>
                  <a:pt x="315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45"/>
          <p:cNvSpPr/>
          <p:nvPr/>
        </p:nvSpPr>
        <p:spPr>
          <a:xfrm>
            <a:off x="1511030" y="2271874"/>
            <a:ext cx="729889" cy="730749"/>
          </a:xfrm>
          <a:custGeom>
            <a:avLst/>
            <a:gdLst/>
            <a:ahLst/>
            <a:cxnLst/>
            <a:rect l="l" t="t" r="r" b="b"/>
            <a:pathLst>
              <a:path w="34372" h="34372" extrusionOk="0">
                <a:moveTo>
                  <a:pt x="17196" y="1"/>
                </a:moveTo>
                <a:cubicBezTo>
                  <a:pt x="7704" y="1"/>
                  <a:pt x="1" y="7704"/>
                  <a:pt x="1" y="17195"/>
                </a:cubicBezTo>
                <a:cubicBezTo>
                  <a:pt x="1" y="26687"/>
                  <a:pt x="7704" y="34371"/>
                  <a:pt x="17196" y="34371"/>
                </a:cubicBezTo>
                <a:cubicBezTo>
                  <a:pt x="26687" y="34371"/>
                  <a:pt x="34372" y="26687"/>
                  <a:pt x="34372" y="17195"/>
                </a:cubicBezTo>
                <a:cubicBezTo>
                  <a:pt x="34372" y="7704"/>
                  <a:pt x="26687" y="1"/>
                  <a:pt x="17196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FFAB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7" name="Google Shape;597;p45"/>
          <p:cNvGrpSpPr/>
          <p:nvPr/>
        </p:nvGrpSpPr>
        <p:grpSpPr>
          <a:xfrm>
            <a:off x="1630649" y="2381611"/>
            <a:ext cx="489988" cy="487845"/>
            <a:chOff x="3541011" y="1508594"/>
            <a:chExt cx="350166" cy="349434"/>
          </a:xfrm>
        </p:grpSpPr>
        <p:sp>
          <p:nvSpPr>
            <p:cNvPr id="598" name="Google Shape;598;p45"/>
            <p:cNvSpPr/>
            <p:nvPr/>
          </p:nvSpPr>
          <p:spPr>
            <a:xfrm>
              <a:off x="3600879" y="1568270"/>
              <a:ext cx="230049" cy="289758"/>
            </a:xfrm>
            <a:custGeom>
              <a:avLst/>
              <a:gdLst/>
              <a:ahLst/>
              <a:cxnLst/>
              <a:rect l="l" t="t" r="r" b="b"/>
              <a:pathLst>
                <a:path w="7228" h="9104" extrusionOk="0">
                  <a:moveTo>
                    <a:pt x="3810" y="3781"/>
                  </a:moveTo>
                  <a:cubicBezTo>
                    <a:pt x="4001" y="3781"/>
                    <a:pt x="4156" y="3936"/>
                    <a:pt x="4156" y="4138"/>
                  </a:cubicBezTo>
                  <a:lnTo>
                    <a:pt x="4156" y="4472"/>
                  </a:lnTo>
                  <a:cubicBezTo>
                    <a:pt x="4144" y="4757"/>
                    <a:pt x="3906" y="4995"/>
                    <a:pt x="3632" y="4995"/>
                  </a:cubicBezTo>
                  <a:cubicBezTo>
                    <a:pt x="3334" y="4995"/>
                    <a:pt x="3108" y="4757"/>
                    <a:pt x="3108" y="4472"/>
                  </a:cubicBezTo>
                  <a:lnTo>
                    <a:pt x="3108" y="4138"/>
                  </a:lnTo>
                  <a:cubicBezTo>
                    <a:pt x="3108" y="3936"/>
                    <a:pt x="3275" y="3781"/>
                    <a:pt x="3465" y="3781"/>
                  </a:cubicBezTo>
                  <a:close/>
                  <a:moveTo>
                    <a:pt x="3787" y="5329"/>
                  </a:moveTo>
                  <a:lnTo>
                    <a:pt x="3787" y="5400"/>
                  </a:lnTo>
                  <a:cubicBezTo>
                    <a:pt x="3810" y="5460"/>
                    <a:pt x="3822" y="5519"/>
                    <a:pt x="3846" y="5567"/>
                  </a:cubicBezTo>
                  <a:lnTo>
                    <a:pt x="3632" y="5781"/>
                  </a:lnTo>
                  <a:lnTo>
                    <a:pt x="3596" y="5781"/>
                  </a:lnTo>
                  <a:lnTo>
                    <a:pt x="3370" y="5567"/>
                  </a:lnTo>
                  <a:cubicBezTo>
                    <a:pt x="3406" y="5519"/>
                    <a:pt x="3417" y="5460"/>
                    <a:pt x="3417" y="5400"/>
                  </a:cubicBezTo>
                  <a:lnTo>
                    <a:pt x="3417" y="5329"/>
                  </a:lnTo>
                  <a:close/>
                  <a:moveTo>
                    <a:pt x="3617" y="361"/>
                  </a:moveTo>
                  <a:cubicBezTo>
                    <a:pt x="4471" y="361"/>
                    <a:pt x="5286" y="670"/>
                    <a:pt x="5918" y="1257"/>
                  </a:cubicBezTo>
                  <a:cubicBezTo>
                    <a:pt x="6573" y="1888"/>
                    <a:pt x="6942" y="2733"/>
                    <a:pt x="6942" y="3638"/>
                  </a:cubicBezTo>
                  <a:cubicBezTo>
                    <a:pt x="6906" y="4281"/>
                    <a:pt x="6692" y="4936"/>
                    <a:pt x="6323" y="5484"/>
                  </a:cubicBezTo>
                  <a:cubicBezTo>
                    <a:pt x="5953" y="6019"/>
                    <a:pt x="5430" y="6436"/>
                    <a:pt x="4822" y="6674"/>
                  </a:cubicBezTo>
                  <a:cubicBezTo>
                    <a:pt x="4620" y="6758"/>
                    <a:pt x="4501" y="6948"/>
                    <a:pt x="4501" y="7139"/>
                  </a:cubicBezTo>
                  <a:lnTo>
                    <a:pt x="4501" y="7591"/>
                  </a:lnTo>
                  <a:cubicBezTo>
                    <a:pt x="4501" y="7662"/>
                    <a:pt x="4489" y="7722"/>
                    <a:pt x="4441" y="7781"/>
                  </a:cubicBezTo>
                  <a:lnTo>
                    <a:pt x="4287" y="8032"/>
                  </a:lnTo>
                  <a:cubicBezTo>
                    <a:pt x="4263" y="8043"/>
                    <a:pt x="4251" y="8079"/>
                    <a:pt x="4251" y="8091"/>
                  </a:cubicBezTo>
                  <a:lnTo>
                    <a:pt x="3025" y="8091"/>
                  </a:lnTo>
                  <a:cubicBezTo>
                    <a:pt x="3013" y="8079"/>
                    <a:pt x="3013" y="8043"/>
                    <a:pt x="3001" y="8032"/>
                  </a:cubicBezTo>
                  <a:lnTo>
                    <a:pt x="2834" y="7781"/>
                  </a:lnTo>
                  <a:cubicBezTo>
                    <a:pt x="2786" y="7722"/>
                    <a:pt x="2775" y="7651"/>
                    <a:pt x="2775" y="7591"/>
                  </a:cubicBezTo>
                  <a:lnTo>
                    <a:pt x="2775" y="6067"/>
                  </a:lnTo>
                  <a:cubicBezTo>
                    <a:pt x="2775" y="5996"/>
                    <a:pt x="2822" y="5936"/>
                    <a:pt x="2882" y="5900"/>
                  </a:cubicBezTo>
                  <a:lnTo>
                    <a:pt x="3167" y="5769"/>
                  </a:lnTo>
                  <a:lnTo>
                    <a:pt x="3417" y="6019"/>
                  </a:lnTo>
                  <a:cubicBezTo>
                    <a:pt x="3477" y="6079"/>
                    <a:pt x="3560" y="6127"/>
                    <a:pt x="3656" y="6127"/>
                  </a:cubicBezTo>
                  <a:cubicBezTo>
                    <a:pt x="3751" y="6127"/>
                    <a:pt x="3834" y="6103"/>
                    <a:pt x="3894" y="6019"/>
                  </a:cubicBezTo>
                  <a:lnTo>
                    <a:pt x="4144" y="5769"/>
                  </a:lnTo>
                  <a:lnTo>
                    <a:pt x="4429" y="5900"/>
                  </a:lnTo>
                  <a:cubicBezTo>
                    <a:pt x="4489" y="5936"/>
                    <a:pt x="4537" y="5996"/>
                    <a:pt x="4537" y="6067"/>
                  </a:cubicBezTo>
                  <a:lnTo>
                    <a:pt x="4537" y="6198"/>
                  </a:lnTo>
                  <a:cubicBezTo>
                    <a:pt x="4537" y="6293"/>
                    <a:pt x="4608" y="6365"/>
                    <a:pt x="4703" y="6365"/>
                  </a:cubicBezTo>
                  <a:cubicBezTo>
                    <a:pt x="4787" y="6365"/>
                    <a:pt x="4858" y="6293"/>
                    <a:pt x="4858" y="6198"/>
                  </a:cubicBezTo>
                  <a:lnTo>
                    <a:pt x="4858" y="6067"/>
                  </a:lnTo>
                  <a:cubicBezTo>
                    <a:pt x="4858" y="5877"/>
                    <a:pt x="4763" y="5698"/>
                    <a:pt x="4584" y="5626"/>
                  </a:cubicBezTo>
                  <a:lnTo>
                    <a:pt x="4179" y="5412"/>
                  </a:lnTo>
                  <a:lnTo>
                    <a:pt x="4179" y="5400"/>
                  </a:lnTo>
                  <a:lnTo>
                    <a:pt x="4179" y="5162"/>
                  </a:lnTo>
                  <a:cubicBezTo>
                    <a:pt x="4382" y="5007"/>
                    <a:pt x="4525" y="4757"/>
                    <a:pt x="4525" y="4472"/>
                  </a:cubicBezTo>
                  <a:lnTo>
                    <a:pt x="4525" y="4138"/>
                  </a:lnTo>
                  <a:cubicBezTo>
                    <a:pt x="4525" y="3757"/>
                    <a:pt x="4227" y="3448"/>
                    <a:pt x="3834" y="3448"/>
                  </a:cubicBezTo>
                  <a:lnTo>
                    <a:pt x="3489" y="3448"/>
                  </a:lnTo>
                  <a:cubicBezTo>
                    <a:pt x="3120" y="3448"/>
                    <a:pt x="2810" y="3745"/>
                    <a:pt x="2810" y="4138"/>
                  </a:cubicBezTo>
                  <a:lnTo>
                    <a:pt x="2810" y="4472"/>
                  </a:lnTo>
                  <a:cubicBezTo>
                    <a:pt x="2810" y="4757"/>
                    <a:pt x="2941" y="4995"/>
                    <a:pt x="3156" y="5162"/>
                  </a:cubicBezTo>
                  <a:lnTo>
                    <a:pt x="3156" y="5400"/>
                  </a:lnTo>
                  <a:lnTo>
                    <a:pt x="3156" y="5412"/>
                  </a:lnTo>
                  <a:lnTo>
                    <a:pt x="2751" y="5626"/>
                  </a:lnTo>
                  <a:cubicBezTo>
                    <a:pt x="2572" y="5710"/>
                    <a:pt x="2465" y="5877"/>
                    <a:pt x="2465" y="6067"/>
                  </a:cubicBezTo>
                  <a:lnTo>
                    <a:pt x="2465" y="6674"/>
                  </a:lnTo>
                  <a:cubicBezTo>
                    <a:pt x="1882" y="6460"/>
                    <a:pt x="1381" y="6055"/>
                    <a:pt x="1012" y="5567"/>
                  </a:cubicBezTo>
                  <a:cubicBezTo>
                    <a:pt x="572" y="4984"/>
                    <a:pt x="369" y="4281"/>
                    <a:pt x="381" y="3567"/>
                  </a:cubicBezTo>
                  <a:cubicBezTo>
                    <a:pt x="393" y="2745"/>
                    <a:pt x="727" y="1959"/>
                    <a:pt x="1310" y="1364"/>
                  </a:cubicBezTo>
                  <a:cubicBezTo>
                    <a:pt x="1882" y="769"/>
                    <a:pt x="2655" y="412"/>
                    <a:pt x="3477" y="364"/>
                  </a:cubicBezTo>
                  <a:cubicBezTo>
                    <a:pt x="3524" y="362"/>
                    <a:pt x="3571" y="361"/>
                    <a:pt x="3617" y="361"/>
                  </a:cubicBezTo>
                  <a:close/>
                  <a:moveTo>
                    <a:pt x="4144" y="8424"/>
                  </a:moveTo>
                  <a:lnTo>
                    <a:pt x="4144" y="8782"/>
                  </a:lnTo>
                  <a:lnTo>
                    <a:pt x="3108" y="8794"/>
                  </a:lnTo>
                  <a:cubicBezTo>
                    <a:pt x="3108" y="8794"/>
                    <a:pt x="3096" y="8794"/>
                    <a:pt x="3096" y="8782"/>
                  </a:cubicBezTo>
                  <a:lnTo>
                    <a:pt x="3096" y="8424"/>
                  </a:lnTo>
                  <a:close/>
                  <a:moveTo>
                    <a:pt x="3635" y="0"/>
                  </a:moveTo>
                  <a:cubicBezTo>
                    <a:pt x="3563" y="0"/>
                    <a:pt x="3490" y="2"/>
                    <a:pt x="3417" y="7"/>
                  </a:cubicBezTo>
                  <a:cubicBezTo>
                    <a:pt x="2513" y="54"/>
                    <a:pt x="1667" y="435"/>
                    <a:pt x="1024" y="1114"/>
                  </a:cubicBezTo>
                  <a:cubicBezTo>
                    <a:pt x="381" y="1769"/>
                    <a:pt x="24" y="2626"/>
                    <a:pt x="12" y="3531"/>
                  </a:cubicBezTo>
                  <a:cubicBezTo>
                    <a:pt x="0" y="4341"/>
                    <a:pt x="238" y="5103"/>
                    <a:pt x="691" y="5734"/>
                  </a:cubicBezTo>
                  <a:cubicBezTo>
                    <a:pt x="1131" y="6317"/>
                    <a:pt x="1739" y="6781"/>
                    <a:pt x="2405" y="7019"/>
                  </a:cubicBezTo>
                  <a:lnTo>
                    <a:pt x="2405" y="7603"/>
                  </a:lnTo>
                  <a:cubicBezTo>
                    <a:pt x="2405" y="7734"/>
                    <a:pt x="2453" y="7865"/>
                    <a:pt x="2524" y="7972"/>
                  </a:cubicBezTo>
                  <a:lnTo>
                    <a:pt x="2691" y="8222"/>
                  </a:lnTo>
                  <a:cubicBezTo>
                    <a:pt x="2739" y="8282"/>
                    <a:pt x="2751" y="8353"/>
                    <a:pt x="2751" y="8413"/>
                  </a:cubicBezTo>
                  <a:lnTo>
                    <a:pt x="2751" y="8770"/>
                  </a:lnTo>
                  <a:cubicBezTo>
                    <a:pt x="2751" y="8948"/>
                    <a:pt x="2894" y="9103"/>
                    <a:pt x="3072" y="9103"/>
                  </a:cubicBezTo>
                  <a:lnTo>
                    <a:pt x="4108" y="9103"/>
                  </a:lnTo>
                  <a:cubicBezTo>
                    <a:pt x="4287" y="9103"/>
                    <a:pt x="4429" y="8948"/>
                    <a:pt x="4429" y="8770"/>
                  </a:cubicBezTo>
                  <a:lnTo>
                    <a:pt x="4429" y="8413"/>
                  </a:lnTo>
                  <a:cubicBezTo>
                    <a:pt x="4429" y="8341"/>
                    <a:pt x="4441" y="8282"/>
                    <a:pt x="4489" y="8222"/>
                  </a:cubicBezTo>
                  <a:lnTo>
                    <a:pt x="4656" y="7972"/>
                  </a:lnTo>
                  <a:cubicBezTo>
                    <a:pt x="4727" y="7865"/>
                    <a:pt x="4775" y="7734"/>
                    <a:pt x="4775" y="7603"/>
                  </a:cubicBezTo>
                  <a:lnTo>
                    <a:pt x="4775" y="7150"/>
                  </a:lnTo>
                  <a:cubicBezTo>
                    <a:pt x="4775" y="7079"/>
                    <a:pt x="4822" y="7008"/>
                    <a:pt x="4894" y="6984"/>
                  </a:cubicBezTo>
                  <a:cubicBezTo>
                    <a:pt x="5561" y="6734"/>
                    <a:pt x="6132" y="6269"/>
                    <a:pt x="6549" y="5698"/>
                  </a:cubicBezTo>
                  <a:cubicBezTo>
                    <a:pt x="6966" y="5079"/>
                    <a:pt x="7180" y="4388"/>
                    <a:pt x="7180" y="3638"/>
                  </a:cubicBezTo>
                  <a:cubicBezTo>
                    <a:pt x="7227" y="2614"/>
                    <a:pt x="6823" y="1674"/>
                    <a:pt x="6096" y="995"/>
                  </a:cubicBezTo>
                  <a:cubicBezTo>
                    <a:pt x="5422" y="354"/>
                    <a:pt x="4564" y="0"/>
                    <a:pt x="3635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5"/>
            <p:cNvSpPr/>
            <p:nvPr/>
          </p:nvSpPr>
          <p:spPr>
            <a:xfrm>
              <a:off x="3541011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1369" y="334"/>
                  </a:lnTo>
                  <a:cubicBezTo>
                    <a:pt x="1465" y="334"/>
                    <a:pt x="1536" y="251"/>
                    <a:pt x="1536" y="167"/>
                  </a:cubicBezTo>
                  <a:cubicBezTo>
                    <a:pt x="1536" y="72"/>
                    <a:pt x="1465" y="1"/>
                    <a:pt x="1369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5"/>
            <p:cNvSpPr/>
            <p:nvPr/>
          </p:nvSpPr>
          <p:spPr>
            <a:xfrm>
              <a:off x="3842259" y="1677980"/>
              <a:ext cx="48919" cy="10630"/>
            </a:xfrm>
            <a:custGeom>
              <a:avLst/>
              <a:gdLst/>
              <a:ahLst/>
              <a:cxnLst/>
              <a:rect l="l" t="t" r="r" b="b"/>
              <a:pathLst>
                <a:path w="1537" h="334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1370" y="334"/>
                  </a:lnTo>
                  <a:cubicBezTo>
                    <a:pt x="1465" y="334"/>
                    <a:pt x="1537" y="251"/>
                    <a:pt x="1537" y="167"/>
                  </a:cubicBezTo>
                  <a:cubicBezTo>
                    <a:pt x="1537" y="72"/>
                    <a:pt x="1465" y="1"/>
                    <a:pt x="1370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5"/>
            <p:cNvSpPr/>
            <p:nvPr/>
          </p:nvSpPr>
          <p:spPr>
            <a:xfrm>
              <a:off x="3711161" y="1508594"/>
              <a:ext cx="10248" cy="48537"/>
            </a:xfrm>
            <a:custGeom>
              <a:avLst/>
              <a:gdLst/>
              <a:ahLst/>
              <a:cxnLst/>
              <a:rect l="l" t="t" r="r" b="b"/>
              <a:pathLst>
                <a:path w="322" h="1525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1370"/>
                  </a:lnTo>
                  <a:cubicBezTo>
                    <a:pt x="0" y="1453"/>
                    <a:pt x="72" y="1525"/>
                    <a:pt x="167" y="1525"/>
                  </a:cubicBezTo>
                  <a:cubicBezTo>
                    <a:pt x="250" y="1525"/>
                    <a:pt x="322" y="1453"/>
                    <a:pt x="322" y="1370"/>
                  </a:cubicBezTo>
                  <a:lnTo>
                    <a:pt x="322" y="155"/>
                  </a:lnTo>
                  <a:cubicBezTo>
                    <a:pt x="310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5"/>
            <p:cNvSpPr/>
            <p:nvPr/>
          </p:nvSpPr>
          <p:spPr>
            <a:xfrm>
              <a:off x="3633470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525" y="1"/>
                  </a:moveTo>
                  <a:cubicBezTo>
                    <a:pt x="470" y="1"/>
                    <a:pt x="413" y="30"/>
                    <a:pt x="381" y="85"/>
                  </a:cubicBezTo>
                  <a:lnTo>
                    <a:pt x="48" y="680"/>
                  </a:lnTo>
                  <a:cubicBezTo>
                    <a:pt x="0" y="751"/>
                    <a:pt x="24" y="859"/>
                    <a:pt x="107" y="894"/>
                  </a:cubicBezTo>
                  <a:cubicBezTo>
                    <a:pt x="131" y="918"/>
                    <a:pt x="167" y="918"/>
                    <a:pt x="179" y="918"/>
                  </a:cubicBezTo>
                  <a:cubicBezTo>
                    <a:pt x="238" y="918"/>
                    <a:pt x="286" y="882"/>
                    <a:pt x="310" y="835"/>
                  </a:cubicBezTo>
                  <a:lnTo>
                    <a:pt x="655" y="240"/>
                  </a:lnTo>
                  <a:cubicBezTo>
                    <a:pt x="715" y="156"/>
                    <a:pt x="679" y="61"/>
                    <a:pt x="608" y="25"/>
                  </a:cubicBezTo>
                  <a:cubicBezTo>
                    <a:pt x="583" y="9"/>
                    <a:pt x="554" y="1"/>
                    <a:pt x="525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5"/>
            <p:cNvSpPr/>
            <p:nvPr/>
          </p:nvSpPr>
          <p:spPr>
            <a:xfrm>
              <a:off x="3775962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534" y="1"/>
                  </a:moveTo>
                  <a:cubicBezTo>
                    <a:pt x="476" y="1"/>
                    <a:pt x="418" y="28"/>
                    <a:pt x="393" y="77"/>
                  </a:cubicBezTo>
                  <a:lnTo>
                    <a:pt x="48" y="672"/>
                  </a:lnTo>
                  <a:cubicBezTo>
                    <a:pt x="0" y="744"/>
                    <a:pt x="36" y="851"/>
                    <a:pt x="107" y="898"/>
                  </a:cubicBezTo>
                  <a:cubicBezTo>
                    <a:pt x="131" y="910"/>
                    <a:pt x="167" y="910"/>
                    <a:pt x="179" y="910"/>
                  </a:cubicBezTo>
                  <a:cubicBezTo>
                    <a:pt x="238" y="910"/>
                    <a:pt x="286" y="887"/>
                    <a:pt x="310" y="839"/>
                  </a:cubicBezTo>
                  <a:lnTo>
                    <a:pt x="655" y="244"/>
                  </a:lnTo>
                  <a:cubicBezTo>
                    <a:pt x="714" y="172"/>
                    <a:pt x="691" y="65"/>
                    <a:pt x="607" y="17"/>
                  </a:cubicBezTo>
                  <a:cubicBezTo>
                    <a:pt x="585" y="6"/>
                    <a:pt x="560" y="1"/>
                    <a:pt x="534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5"/>
            <p:cNvSpPr/>
            <p:nvPr/>
          </p:nvSpPr>
          <p:spPr>
            <a:xfrm>
              <a:off x="3577390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0" y="33"/>
                    <a:pt x="48" y="82"/>
                  </a:cubicBezTo>
                  <a:cubicBezTo>
                    <a:pt x="0" y="153"/>
                    <a:pt x="36" y="261"/>
                    <a:pt x="107" y="308"/>
                  </a:cubicBezTo>
                  <a:lnTo>
                    <a:pt x="703" y="642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30"/>
                    <a:pt x="917" y="594"/>
                  </a:cubicBezTo>
                  <a:cubicBezTo>
                    <a:pt x="976" y="499"/>
                    <a:pt x="941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5"/>
            <p:cNvSpPr/>
            <p:nvPr/>
          </p:nvSpPr>
          <p:spPr>
            <a:xfrm>
              <a:off x="3823703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199" y="1"/>
                  </a:moveTo>
                  <a:cubicBezTo>
                    <a:pt x="141" y="1"/>
                    <a:pt x="81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lnTo>
                    <a:pt x="703" y="641"/>
                  </a:lnTo>
                  <a:cubicBezTo>
                    <a:pt x="738" y="665"/>
                    <a:pt x="762" y="665"/>
                    <a:pt x="774" y="665"/>
                  </a:cubicBezTo>
                  <a:cubicBezTo>
                    <a:pt x="834" y="665"/>
                    <a:pt x="881" y="629"/>
                    <a:pt x="917" y="594"/>
                  </a:cubicBezTo>
                  <a:cubicBezTo>
                    <a:pt x="977" y="510"/>
                    <a:pt x="953" y="415"/>
                    <a:pt x="869" y="368"/>
                  </a:cubicBezTo>
                  <a:lnTo>
                    <a:pt x="274" y="22"/>
                  </a:lnTo>
                  <a:cubicBezTo>
                    <a:pt x="252" y="7"/>
                    <a:pt x="226" y="1"/>
                    <a:pt x="199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5"/>
            <p:cNvSpPr/>
            <p:nvPr/>
          </p:nvSpPr>
          <p:spPr>
            <a:xfrm>
              <a:off x="3775962" y="1792018"/>
              <a:ext cx="22757" cy="29249"/>
            </a:xfrm>
            <a:custGeom>
              <a:avLst/>
              <a:gdLst/>
              <a:ahLst/>
              <a:cxnLst/>
              <a:rect l="l" t="t" r="r" b="b"/>
              <a:pathLst>
                <a:path w="715" h="919" extrusionOk="0">
                  <a:moveTo>
                    <a:pt x="190" y="1"/>
                  </a:moveTo>
                  <a:cubicBezTo>
                    <a:pt x="160" y="1"/>
                    <a:pt x="132" y="9"/>
                    <a:pt x="107" y="25"/>
                  </a:cubicBezTo>
                  <a:cubicBezTo>
                    <a:pt x="36" y="61"/>
                    <a:pt x="0" y="168"/>
                    <a:pt x="48" y="240"/>
                  </a:cubicBezTo>
                  <a:lnTo>
                    <a:pt x="393" y="835"/>
                  </a:lnTo>
                  <a:cubicBezTo>
                    <a:pt x="417" y="882"/>
                    <a:pt x="476" y="918"/>
                    <a:pt x="524" y="918"/>
                  </a:cubicBezTo>
                  <a:cubicBezTo>
                    <a:pt x="548" y="918"/>
                    <a:pt x="583" y="918"/>
                    <a:pt x="595" y="894"/>
                  </a:cubicBezTo>
                  <a:cubicBezTo>
                    <a:pt x="691" y="859"/>
                    <a:pt x="714" y="751"/>
                    <a:pt x="667" y="680"/>
                  </a:cubicBezTo>
                  <a:lnTo>
                    <a:pt x="333" y="85"/>
                  </a:lnTo>
                  <a:cubicBezTo>
                    <a:pt x="302" y="30"/>
                    <a:pt x="245" y="1"/>
                    <a:pt x="190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5"/>
            <p:cNvSpPr/>
            <p:nvPr/>
          </p:nvSpPr>
          <p:spPr>
            <a:xfrm>
              <a:off x="3633470" y="1545195"/>
              <a:ext cx="22757" cy="28995"/>
            </a:xfrm>
            <a:custGeom>
              <a:avLst/>
              <a:gdLst/>
              <a:ahLst/>
              <a:cxnLst/>
              <a:rect l="l" t="t" r="r" b="b"/>
              <a:pathLst>
                <a:path w="715" h="911" extrusionOk="0">
                  <a:moveTo>
                    <a:pt x="181" y="1"/>
                  </a:moveTo>
                  <a:cubicBezTo>
                    <a:pt x="155" y="1"/>
                    <a:pt x="130" y="6"/>
                    <a:pt x="107" y="17"/>
                  </a:cubicBezTo>
                  <a:cubicBezTo>
                    <a:pt x="24" y="65"/>
                    <a:pt x="0" y="172"/>
                    <a:pt x="48" y="244"/>
                  </a:cubicBezTo>
                  <a:lnTo>
                    <a:pt x="381" y="839"/>
                  </a:lnTo>
                  <a:cubicBezTo>
                    <a:pt x="417" y="887"/>
                    <a:pt x="477" y="910"/>
                    <a:pt x="524" y="910"/>
                  </a:cubicBezTo>
                  <a:cubicBezTo>
                    <a:pt x="548" y="910"/>
                    <a:pt x="584" y="910"/>
                    <a:pt x="596" y="898"/>
                  </a:cubicBezTo>
                  <a:cubicBezTo>
                    <a:pt x="679" y="851"/>
                    <a:pt x="715" y="744"/>
                    <a:pt x="667" y="672"/>
                  </a:cubicBezTo>
                  <a:lnTo>
                    <a:pt x="322" y="77"/>
                  </a:lnTo>
                  <a:cubicBezTo>
                    <a:pt x="297" y="28"/>
                    <a:pt x="238" y="1"/>
                    <a:pt x="181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5"/>
            <p:cNvSpPr/>
            <p:nvPr/>
          </p:nvSpPr>
          <p:spPr>
            <a:xfrm>
              <a:off x="3823703" y="160149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1"/>
                    <a:pt x="48" y="594"/>
                  </a:cubicBezTo>
                  <a:cubicBezTo>
                    <a:pt x="84" y="630"/>
                    <a:pt x="143" y="665"/>
                    <a:pt x="179" y="665"/>
                  </a:cubicBezTo>
                  <a:cubicBezTo>
                    <a:pt x="215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53" y="249"/>
                    <a:pt x="977" y="153"/>
                    <a:pt x="929" y="82"/>
                  </a:cubicBezTo>
                  <a:cubicBezTo>
                    <a:pt x="896" y="33"/>
                    <a:pt x="836" y="1"/>
                    <a:pt x="778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5"/>
            <p:cNvSpPr/>
            <p:nvPr/>
          </p:nvSpPr>
          <p:spPr>
            <a:xfrm>
              <a:off x="3577390" y="1743608"/>
              <a:ext cx="31095" cy="21197"/>
            </a:xfrm>
            <a:custGeom>
              <a:avLst/>
              <a:gdLst/>
              <a:ahLst/>
              <a:cxnLst/>
              <a:rect l="l" t="t" r="r" b="b"/>
              <a:pathLst>
                <a:path w="977" h="666" extrusionOk="0">
                  <a:moveTo>
                    <a:pt x="778" y="1"/>
                  </a:moveTo>
                  <a:cubicBezTo>
                    <a:pt x="751" y="1"/>
                    <a:pt x="725" y="7"/>
                    <a:pt x="703" y="22"/>
                  </a:cubicBezTo>
                  <a:lnTo>
                    <a:pt x="107" y="368"/>
                  </a:lnTo>
                  <a:cubicBezTo>
                    <a:pt x="36" y="415"/>
                    <a:pt x="0" y="510"/>
                    <a:pt x="48" y="594"/>
                  </a:cubicBezTo>
                  <a:cubicBezTo>
                    <a:pt x="84" y="629"/>
                    <a:pt x="143" y="665"/>
                    <a:pt x="179" y="665"/>
                  </a:cubicBezTo>
                  <a:cubicBezTo>
                    <a:pt x="214" y="665"/>
                    <a:pt x="238" y="665"/>
                    <a:pt x="262" y="653"/>
                  </a:cubicBezTo>
                  <a:lnTo>
                    <a:pt x="857" y="308"/>
                  </a:lnTo>
                  <a:cubicBezTo>
                    <a:pt x="941" y="260"/>
                    <a:pt x="976" y="153"/>
                    <a:pt x="929" y="82"/>
                  </a:cubicBezTo>
                  <a:cubicBezTo>
                    <a:pt x="896" y="33"/>
                    <a:pt x="835" y="1"/>
                    <a:pt x="778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5"/>
            <p:cNvSpPr/>
            <p:nvPr/>
          </p:nvSpPr>
          <p:spPr>
            <a:xfrm>
              <a:off x="3732358" y="1593032"/>
              <a:ext cx="71294" cy="62255"/>
            </a:xfrm>
            <a:custGeom>
              <a:avLst/>
              <a:gdLst/>
              <a:ahLst/>
              <a:cxnLst/>
              <a:rect l="l" t="t" r="r" b="b"/>
              <a:pathLst>
                <a:path w="2240" h="1956" extrusionOk="0">
                  <a:moveTo>
                    <a:pt x="186" y="1"/>
                  </a:moveTo>
                  <a:cubicBezTo>
                    <a:pt x="103" y="1"/>
                    <a:pt x="34" y="47"/>
                    <a:pt x="13" y="122"/>
                  </a:cubicBezTo>
                  <a:cubicBezTo>
                    <a:pt x="1" y="217"/>
                    <a:pt x="48" y="300"/>
                    <a:pt x="132" y="324"/>
                  </a:cubicBezTo>
                  <a:cubicBezTo>
                    <a:pt x="930" y="527"/>
                    <a:pt x="1584" y="1098"/>
                    <a:pt x="1894" y="1848"/>
                  </a:cubicBezTo>
                  <a:cubicBezTo>
                    <a:pt x="1918" y="1908"/>
                    <a:pt x="1977" y="1955"/>
                    <a:pt x="2037" y="1955"/>
                  </a:cubicBezTo>
                  <a:cubicBezTo>
                    <a:pt x="2061" y="1955"/>
                    <a:pt x="2084" y="1955"/>
                    <a:pt x="2096" y="1943"/>
                  </a:cubicBezTo>
                  <a:cubicBezTo>
                    <a:pt x="2192" y="1908"/>
                    <a:pt x="2239" y="1824"/>
                    <a:pt x="2192" y="1729"/>
                  </a:cubicBezTo>
                  <a:cubicBezTo>
                    <a:pt x="1846" y="884"/>
                    <a:pt x="1108" y="229"/>
                    <a:pt x="215" y="3"/>
                  </a:cubicBezTo>
                  <a:cubicBezTo>
                    <a:pt x="205" y="1"/>
                    <a:pt x="196" y="1"/>
                    <a:pt x="186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1" name="Google Shape;611;p45"/>
          <p:cNvSpPr/>
          <p:nvPr/>
        </p:nvSpPr>
        <p:spPr>
          <a:xfrm>
            <a:off x="3047060" y="2068130"/>
            <a:ext cx="1301128" cy="1143363"/>
          </a:xfrm>
          <a:custGeom>
            <a:avLst/>
            <a:gdLst/>
            <a:ahLst/>
            <a:cxnLst/>
            <a:rect l="l" t="t" r="r" b="b"/>
            <a:pathLst>
              <a:path w="61172" h="53780" extrusionOk="0">
                <a:moveTo>
                  <a:pt x="32738" y="1"/>
                </a:moveTo>
                <a:cubicBezTo>
                  <a:pt x="26882" y="1"/>
                  <a:pt x="21184" y="1957"/>
                  <a:pt x="16549" y="5536"/>
                </a:cubicBezTo>
                <a:lnTo>
                  <a:pt x="17424" y="6658"/>
                </a:lnTo>
                <a:cubicBezTo>
                  <a:pt x="21833" y="3271"/>
                  <a:pt x="27240" y="1428"/>
                  <a:pt x="32821" y="1428"/>
                </a:cubicBezTo>
                <a:cubicBezTo>
                  <a:pt x="32850" y="1428"/>
                  <a:pt x="32878" y="1428"/>
                  <a:pt x="32907" y="1428"/>
                </a:cubicBezTo>
                <a:cubicBezTo>
                  <a:pt x="46963" y="1428"/>
                  <a:pt x="58376" y="12821"/>
                  <a:pt x="58376" y="26897"/>
                </a:cubicBezTo>
                <a:cubicBezTo>
                  <a:pt x="58376" y="40953"/>
                  <a:pt x="46963" y="52365"/>
                  <a:pt x="32907" y="52365"/>
                </a:cubicBezTo>
                <a:cubicBezTo>
                  <a:pt x="25869" y="52365"/>
                  <a:pt x="18908" y="49227"/>
                  <a:pt x="14095" y="44091"/>
                </a:cubicBezTo>
                <a:lnTo>
                  <a:pt x="2169" y="44091"/>
                </a:lnTo>
                <a:lnTo>
                  <a:pt x="2169" y="39850"/>
                </a:lnTo>
                <a:cubicBezTo>
                  <a:pt x="10481" y="32203"/>
                  <a:pt x="16473" y="26668"/>
                  <a:pt x="16473" y="21780"/>
                </a:cubicBezTo>
                <a:cubicBezTo>
                  <a:pt x="16473" y="18489"/>
                  <a:pt x="14647" y="16549"/>
                  <a:pt x="11566" y="16549"/>
                </a:cubicBezTo>
                <a:cubicBezTo>
                  <a:pt x="9207" y="16549"/>
                  <a:pt x="7362" y="18109"/>
                  <a:pt x="5973" y="19478"/>
                </a:cubicBezTo>
                <a:lnTo>
                  <a:pt x="2017" y="15522"/>
                </a:lnTo>
                <a:cubicBezTo>
                  <a:pt x="5441" y="12060"/>
                  <a:pt x="8446" y="10767"/>
                  <a:pt x="12859" y="10767"/>
                </a:cubicBezTo>
                <a:cubicBezTo>
                  <a:pt x="19440" y="10767"/>
                  <a:pt x="23872" y="14990"/>
                  <a:pt x="23872" y="21247"/>
                </a:cubicBezTo>
                <a:cubicBezTo>
                  <a:pt x="23872" y="26516"/>
                  <a:pt x="18755" y="32432"/>
                  <a:pt x="14286" y="36997"/>
                </a:cubicBezTo>
                <a:lnTo>
                  <a:pt x="12859" y="38461"/>
                </a:lnTo>
                <a:lnTo>
                  <a:pt x="14875" y="38214"/>
                </a:lnTo>
                <a:cubicBezTo>
                  <a:pt x="16739" y="37967"/>
                  <a:pt x="18603" y="37814"/>
                  <a:pt x="20486" y="37776"/>
                </a:cubicBezTo>
                <a:lnTo>
                  <a:pt x="25489" y="37776"/>
                </a:lnTo>
                <a:lnTo>
                  <a:pt x="25489" y="44795"/>
                </a:lnTo>
                <a:lnTo>
                  <a:pt x="26915" y="44795"/>
                </a:lnTo>
                <a:lnTo>
                  <a:pt x="26915" y="36350"/>
                </a:lnTo>
                <a:lnTo>
                  <a:pt x="20486" y="36350"/>
                </a:lnTo>
                <a:cubicBezTo>
                  <a:pt x="19440" y="36350"/>
                  <a:pt x="17995" y="36445"/>
                  <a:pt x="16663" y="36559"/>
                </a:cubicBezTo>
                <a:cubicBezTo>
                  <a:pt x="20943" y="32032"/>
                  <a:pt x="25299" y="26459"/>
                  <a:pt x="25299" y="21228"/>
                </a:cubicBezTo>
                <a:cubicBezTo>
                  <a:pt x="25299" y="17729"/>
                  <a:pt x="24081" y="14742"/>
                  <a:pt x="21780" y="12574"/>
                </a:cubicBezTo>
                <a:cubicBezTo>
                  <a:pt x="19535" y="10444"/>
                  <a:pt x="16435" y="9321"/>
                  <a:pt x="12840" y="9321"/>
                </a:cubicBezTo>
                <a:cubicBezTo>
                  <a:pt x="7837" y="9321"/>
                  <a:pt x="4357" y="10938"/>
                  <a:pt x="476" y="15028"/>
                </a:cubicBezTo>
                <a:lnTo>
                  <a:pt x="1" y="15541"/>
                </a:lnTo>
                <a:lnTo>
                  <a:pt x="5954" y="21476"/>
                </a:lnTo>
                <a:lnTo>
                  <a:pt x="6449" y="20981"/>
                </a:lnTo>
                <a:cubicBezTo>
                  <a:pt x="8104" y="19326"/>
                  <a:pt x="9625" y="17957"/>
                  <a:pt x="11547" y="17957"/>
                </a:cubicBezTo>
                <a:cubicBezTo>
                  <a:pt x="13829" y="17957"/>
                  <a:pt x="15027" y="19269"/>
                  <a:pt x="15027" y="21761"/>
                </a:cubicBezTo>
                <a:cubicBezTo>
                  <a:pt x="15027" y="26041"/>
                  <a:pt x="8903" y="31671"/>
                  <a:pt x="1142" y="38804"/>
                </a:cubicBezTo>
                <a:lnTo>
                  <a:pt x="724" y="39203"/>
                </a:lnTo>
                <a:lnTo>
                  <a:pt x="724" y="45518"/>
                </a:lnTo>
                <a:lnTo>
                  <a:pt x="13487" y="45518"/>
                </a:lnTo>
                <a:cubicBezTo>
                  <a:pt x="18605" y="50838"/>
                  <a:pt x="25618" y="53779"/>
                  <a:pt x="32863" y="53779"/>
                </a:cubicBezTo>
                <a:cubicBezTo>
                  <a:pt x="34476" y="53779"/>
                  <a:pt x="36101" y="53633"/>
                  <a:pt x="37719" y="53335"/>
                </a:cubicBezTo>
                <a:cubicBezTo>
                  <a:pt x="46602" y="51719"/>
                  <a:pt x="54077" y="45746"/>
                  <a:pt x="57634" y="37434"/>
                </a:cubicBezTo>
                <a:cubicBezTo>
                  <a:pt x="61172" y="29141"/>
                  <a:pt x="60316" y="19612"/>
                  <a:pt x="55332" y="12060"/>
                </a:cubicBezTo>
                <a:cubicBezTo>
                  <a:pt x="50368" y="4528"/>
                  <a:pt x="41942" y="1"/>
                  <a:pt x="32907" y="1"/>
                </a:cubicBezTo>
                <a:cubicBezTo>
                  <a:pt x="32851" y="1"/>
                  <a:pt x="32794" y="1"/>
                  <a:pt x="327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5"/>
          <p:cNvSpPr/>
          <p:nvPr/>
        </p:nvSpPr>
        <p:spPr>
          <a:xfrm>
            <a:off x="3381635" y="2271941"/>
            <a:ext cx="730667" cy="730749"/>
          </a:xfrm>
          <a:custGeom>
            <a:avLst/>
            <a:gdLst/>
            <a:ahLst/>
            <a:cxnLst/>
            <a:rect l="l" t="t" r="r" b="b"/>
            <a:pathLst>
              <a:path w="34352" h="34372" extrusionOk="0">
                <a:moveTo>
                  <a:pt x="17176" y="1"/>
                </a:moveTo>
                <a:cubicBezTo>
                  <a:pt x="7685" y="1"/>
                  <a:pt x="0" y="7704"/>
                  <a:pt x="0" y="17195"/>
                </a:cubicBezTo>
                <a:cubicBezTo>
                  <a:pt x="0" y="26687"/>
                  <a:pt x="7685" y="34371"/>
                  <a:pt x="17176" y="34371"/>
                </a:cubicBezTo>
                <a:cubicBezTo>
                  <a:pt x="26667" y="34371"/>
                  <a:pt x="34352" y="26687"/>
                  <a:pt x="34352" y="17195"/>
                </a:cubicBezTo>
                <a:cubicBezTo>
                  <a:pt x="34352" y="7704"/>
                  <a:pt x="26667" y="1"/>
                  <a:pt x="17176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FFAB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3" name="Google Shape;613;p45"/>
          <p:cNvGrpSpPr/>
          <p:nvPr/>
        </p:nvGrpSpPr>
        <p:grpSpPr>
          <a:xfrm>
            <a:off x="3542726" y="2467569"/>
            <a:ext cx="404199" cy="339378"/>
            <a:chOff x="2661459" y="2015001"/>
            <a:chExt cx="322508" cy="273494"/>
          </a:xfrm>
        </p:grpSpPr>
        <p:sp>
          <p:nvSpPr>
            <p:cNvPr id="614" name="Google Shape;614;p45"/>
            <p:cNvSpPr/>
            <p:nvPr/>
          </p:nvSpPr>
          <p:spPr>
            <a:xfrm>
              <a:off x="2661459" y="2028878"/>
              <a:ext cx="322508" cy="259617"/>
            </a:xfrm>
            <a:custGeom>
              <a:avLst/>
              <a:gdLst/>
              <a:ahLst/>
              <a:cxnLst/>
              <a:rect l="l" t="t" r="r" b="b"/>
              <a:pathLst>
                <a:path w="10133" h="8157" extrusionOk="0">
                  <a:moveTo>
                    <a:pt x="6156" y="2227"/>
                  </a:moveTo>
                  <a:lnTo>
                    <a:pt x="6966" y="2489"/>
                  </a:lnTo>
                  <a:cubicBezTo>
                    <a:pt x="6975" y="2492"/>
                    <a:pt x="6987" y="2494"/>
                    <a:pt x="6999" y="2494"/>
                  </a:cubicBezTo>
                  <a:cubicBezTo>
                    <a:pt x="7032" y="2494"/>
                    <a:pt x="7071" y="2483"/>
                    <a:pt x="7097" y="2465"/>
                  </a:cubicBezTo>
                  <a:lnTo>
                    <a:pt x="7347" y="2263"/>
                  </a:lnTo>
                  <a:lnTo>
                    <a:pt x="9121" y="4585"/>
                  </a:lnTo>
                  <a:lnTo>
                    <a:pt x="8847" y="4799"/>
                  </a:lnTo>
                  <a:cubicBezTo>
                    <a:pt x="8835" y="4787"/>
                    <a:pt x="8811" y="4763"/>
                    <a:pt x="8799" y="4763"/>
                  </a:cubicBezTo>
                  <a:lnTo>
                    <a:pt x="5728" y="3096"/>
                  </a:lnTo>
                  <a:lnTo>
                    <a:pt x="5847" y="2918"/>
                  </a:lnTo>
                  <a:cubicBezTo>
                    <a:pt x="5894" y="2846"/>
                    <a:pt x="5859" y="2763"/>
                    <a:pt x="5799" y="2715"/>
                  </a:cubicBezTo>
                  <a:cubicBezTo>
                    <a:pt x="5776" y="2700"/>
                    <a:pt x="5750" y="2693"/>
                    <a:pt x="5725" y="2693"/>
                  </a:cubicBezTo>
                  <a:cubicBezTo>
                    <a:pt x="5672" y="2693"/>
                    <a:pt x="5621" y="2723"/>
                    <a:pt x="5597" y="2763"/>
                  </a:cubicBezTo>
                  <a:lnTo>
                    <a:pt x="5263" y="3263"/>
                  </a:lnTo>
                  <a:cubicBezTo>
                    <a:pt x="5251" y="3299"/>
                    <a:pt x="5240" y="3311"/>
                    <a:pt x="5240" y="3335"/>
                  </a:cubicBezTo>
                  <a:lnTo>
                    <a:pt x="5240" y="4609"/>
                  </a:lnTo>
                  <a:cubicBezTo>
                    <a:pt x="5240" y="4870"/>
                    <a:pt x="5013" y="5085"/>
                    <a:pt x="4763" y="5085"/>
                  </a:cubicBezTo>
                  <a:cubicBezTo>
                    <a:pt x="4489" y="5085"/>
                    <a:pt x="4287" y="4859"/>
                    <a:pt x="4287" y="4609"/>
                  </a:cubicBezTo>
                  <a:lnTo>
                    <a:pt x="4287" y="3358"/>
                  </a:lnTo>
                  <a:lnTo>
                    <a:pt x="4561" y="2227"/>
                  </a:lnTo>
                  <a:close/>
                  <a:moveTo>
                    <a:pt x="2620" y="1727"/>
                  </a:moveTo>
                  <a:lnTo>
                    <a:pt x="2858" y="1870"/>
                  </a:lnTo>
                  <a:lnTo>
                    <a:pt x="906" y="5228"/>
                  </a:lnTo>
                  <a:lnTo>
                    <a:pt x="668" y="5097"/>
                  </a:lnTo>
                  <a:lnTo>
                    <a:pt x="2620" y="1727"/>
                  </a:lnTo>
                  <a:close/>
                  <a:moveTo>
                    <a:pt x="3108" y="4656"/>
                  </a:moveTo>
                  <a:cubicBezTo>
                    <a:pt x="3215" y="4656"/>
                    <a:pt x="3299" y="4704"/>
                    <a:pt x="3358" y="4799"/>
                  </a:cubicBezTo>
                  <a:cubicBezTo>
                    <a:pt x="3465" y="4942"/>
                    <a:pt x="3442" y="5156"/>
                    <a:pt x="3287" y="5251"/>
                  </a:cubicBezTo>
                  <a:lnTo>
                    <a:pt x="2263" y="6013"/>
                  </a:lnTo>
                  <a:cubicBezTo>
                    <a:pt x="2200" y="6057"/>
                    <a:pt x="2130" y="6079"/>
                    <a:pt x="2062" y="6079"/>
                  </a:cubicBezTo>
                  <a:cubicBezTo>
                    <a:pt x="1964" y="6079"/>
                    <a:pt x="1869" y="6033"/>
                    <a:pt x="1799" y="5942"/>
                  </a:cubicBezTo>
                  <a:cubicBezTo>
                    <a:pt x="1691" y="5799"/>
                    <a:pt x="1727" y="5597"/>
                    <a:pt x="1870" y="5478"/>
                  </a:cubicBezTo>
                  <a:lnTo>
                    <a:pt x="2918" y="4716"/>
                  </a:lnTo>
                  <a:cubicBezTo>
                    <a:pt x="2977" y="4680"/>
                    <a:pt x="3037" y="4656"/>
                    <a:pt x="3108" y="4656"/>
                  </a:cubicBezTo>
                  <a:close/>
                  <a:moveTo>
                    <a:pt x="3739" y="5418"/>
                  </a:moveTo>
                  <a:cubicBezTo>
                    <a:pt x="3823" y="5418"/>
                    <a:pt x="3918" y="5478"/>
                    <a:pt x="3977" y="5549"/>
                  </a:cubicBezTo>
                  <a:cubicBezTo>
                    <a:pt x="4073" y="5704"/>
                    <a:pt x="4049" y="5906"/>
                    <a:pt x="3894" y="6013"/>
                  </a:cubicBezTo>
                  <a:lnTo>
                    <a:pt x="3084" y="6609"/>
                  </a:lnTo>
                  <a:cubicBezTo>
                    <a:pt x="3021" y="6653"/>
                    <a:pt x="2952" y="6675"/>
                    <a:pt x="2885" y="6675"/>
                  </a:cubicBezTo>
                  <a:cubicBezTo>
                    <a:pt x="2788" y="6675"/>
                    <a:pt x="2695" y="6629"/>
                    <a:pt x="2632" y="6537"/>
                  </a:cubicBezTo>
                  <a:cubicBezTo>
                    <a:pt x="2525" y="6394"/>
                    <a:pt x="2561" y="6180"/>
                    <a:pt x="2703" y="6073"/>
                  </a:cubicBezTo>
                  <a:lnTo>
                    <a:pt x="3489" y="5513"/>
                  </a:lnTo>
                  <a:cubicBezTo>
                    <a:pt x="3525" y="5490"/>
                    <a:pt x="3549" y="5466"/>
                    <a:pt x="3585" y="5454"/>
                  </a:cubicBezTo>
                  <a:cubicBezTo>
                    <a:pt x="3632" y="5430"/>
                    <a:pt x="3680" y="5418"/>
                    <a:pt x="3739" y="5418"/>
                  </a:cubicBezTo>
                  <a:close/>
                  <a:moveTo>
                    <a:pt x="4269" y="6177"/>
                  </a:moveTo>
                  <a:cubicBezTo>
                    <a:pt x="4367" y="6177"/>
                    <a:pt x="4461" y="6221"/>
                    <a:pt x="4525" y="6299"/>
                  </a:cubicBezTo>
                  <a:cubicBezTo>
                    <a:pt x="4632" y="6442"/>
                    <a:pt x="4597" y="6656"/>
                    <a:pt x="4454" y="6764"/>
                  </a:cubicBezTo>
                  <a:lnTo>
                    <a:pt x="3882" y="7192"/>
                  </a:lnTo>
                  <a:cubicBezTo>
                    <a:pt x="3823" y="7232"/>
                    <a:pt x="3747" y="7255"/>
                    <a:pt x="3683" y="7255"/>
                  </a:cubicBezTo>
                  <a:cubicBezTo>
                    <a:pt x="3669" y="7255"/>
                    <a:pt x="3656" y="7254"/>
                    <a:pt x="3644" y="7252"/>
                  </a:cubicBezTo>
                  <a:cubicBezTo>
                    <a:pt x="3549" y="7240"/>
                    <a:pt x="3477" y="7192"/>
                    <a:pt x="3442" y="7121"/>
                  </a:cubicBezTo>
                  <a:cubicBezTo>
                    <a:pt x="3335" y="6966"/>
                    <a:pt x="3358" y="6775"/>
                    <a:pt x="3513" y="6656"/>
                  </a:cubicBezTo>
                  <a:lnTo>
                    <a:pt x="4061" y="6252"/>
                  </a:lnTo>
                  <a:lnTo>
                    <a:pt x="4073" y="6240"/>
                  </a:lnTo>
                  <a:cubicBezTo>
                    <a:pt x="4135" y="6197"/>
                    <a:pt x="4203" y="6177"/>
                    <a:pt x="4269" y="6177"/>
                  </a:cubicBezTo>
                  <a:close/>
                  <a:moveTo>
                    <a:pt x="2799" y="2549"/>
                  </a:moveTo>
                  <a:lnTo>
                    <a:pt x="3061" y="2715"/>
                  </a:lnTo>
                  <a:cubicBezTo>
                    <a:pt x="3086" y="2724"/>
                    <a:pt x="3105" y="2732"/>
                    <a:pt x="3127" y="2732"/>
                  </a:cubicBezTo>
                  <a:cubicBezTo>
                    <a:pt x="3136" y="2732"/>
                    <a:pt x="3145" y="2731"/>
                    <a:pt x="3156" y="2727"/>
                  </a:cubicBezTo>
                  <a:lnTo>
                    <a:pt x="3858" y="2656"/>
                  </a:lnTo>
                  <a:lnTo>
                    <a:pt x="4108" y="2751"/>
                  </a:lnTo>
                  <a:lnTo>
                    <a:pt x="3954" y="3335"/>
                  </a:lnTo>
                  <a:lnTo>
                    <a:pt x="3954" y="3370"/>
                  </a:lnTo>
                  <a:lnTo>
                    <a:pt x="3954" y="4632"/>
                  </a:lnTo>
                  <a:cubicBezTo>
                    <a:pt x="3954" y="5061"/>
                    <a:pt x="4299" y="5406"/>
                    <a:pt x="4728" y="5406"/>
                  </a:cubicBezTo>
                  <a:cubicBezTo>
                    <a:pt x="5168" y="5406"/>
                    <a:pt x="5501" y="5061"/>
                    <a:pt x="5501" y="4632"/>
                  </a:cubicBezTo>
                  <a:lnTo>
                    <a:pt x="5501" y="3406"/>
                  </a:lnTo>
                  <a:lnTo>
                    <a:pt x="5537" y="3370"/>
                  </a:lnTo>
                  <a:lnTo>
                    <a:pt x="8621" y="5049"/>
                  </a:lnTo>
                  <a:cubicBezTo>
                    <a:pt x="8811" y="5109"/>
                    <a:pt x="8871" y="5299"/>
                    <a:pt x="8776" y="5466"/>
                  </a:cubicBezTo>
                  <a:cubicBezTo>
                    <a:pt x="8718" y="5573"/>
                    <a:pt x="8609" y="5634"/>
                    <a:pt x="8492" y="5634"/>
                  </a:cubicBezTo>
                  <a:cubicBezTo>
                    <a:pt x="8440" y="5634"/>
                    <a:pt x="8386" y="5622"/>
                    <a:pt x="8335" y="5597"/>
                  </a:cubicBezTo>
                  <a:lnTo>
                    <a:pt x="6621" y="4656"/>
                  </a:lnTo>
                  <a:cubicBezTo>
                    <a:pt x="6599" y="4645"/>
                    <a:pt x="6574" y="4640"/>
                    <a:pt x="6550" y="4640"/>
                  </a:cubicBezTo>
                  <a:cubicBezTo>
                    <a:pt x="6497" y="4640"/>
                    <a:pt x="6447" y="4666"/>
                    <a:pt x="6430" y="4716"/>
                  </a:cubicBezTo>
                  <a:cubicBezTo>
                    <a:pt x="6383" y="4799"/>
                    <a:pt x="6418" y="4882"/>
                    <a:pt x="6490" y="4918"/>
                  </a:cubicBezTo>
                  <a:lnTo>
                    <a:pt x="7918" y="5692"/>
                  </a:lnTo>
                  <a:cubicBezTo>
                    <a:pt x="8085" y="5775"/>
                    <a:pt x="8145" y="5966"/>
                    <a:pt x="8049" y="6133"/>
                  </a:cubicBezTo>
                  <a:cubicBezTo>
                    <a:pt x="7985" y="6245"/>
                    <a:pt x="7877" y="6309"/>
                    <a:pt x="7766" y="6309"/>
                  </a:cubicBezTo>
                  <a:cubicBezTo>
                    <a:pt x="7713" y="6309"/>
                    <a:pt x="7659" y="6294"/>
                    <a:pt x="7609" y="6263"/>
                  </a:cubicBezTo>
                  <a:lnTo>
                    <a:pt x="6144" y="5478"/>
                  </a:lnTo>
                  <a:cubicBezTo>
                    <a:pt x="6122" y="5463"/>
                    <a:pt x="6097" y="5456"/>
                    <a:pt x="6073" y="5456"/>
                  </a:cubicBezTo>
                  <a:cubicBezTo>
                    <a:pt x="6020" y="5456"/>
                    <a:pt x="5970" y="5488"/>
                    <a:pt x="5954" y="5537"/>
                  </a:cubicBezTo>
                  <a:cubicBezTo>
                    <a:pt x="5906" y="5609"/>
                    <a:pt x="5942" y="5704"/>
                    <a:pt x="6013" y="5728"/>
                  </a:cubicBezTo>
                  <a:lnTo>
                    <a:pt x="7192" y="6371"/>
                  </a:lnTo>
                  <a:cubicBezTo>
                    <a:pt x="7347" y="6466"/>
                    <a:pt x="7395" y="6656"/>
                    <a:pt x="7323" y="6823"/>
                  </a:cubicBezTo>
                  <a:cubicBezTo>
                    <a:pt x="7255" y="6925"/>
                    <a:pt x="7139" y="6984"/>
                    <a:pt x="7018" y="6984"/>
                  </a:cubicBezTo>
                  <a:cubicBezTo>
                    <a:pt x="6969" y="6984"/>
                    <a:pt x="6919" y="6975"/>
                    <a:pt x="6871" y="6954"/>
                  </a:cubicBezTo>
                  <a:lnTo>
                    <a:pt x="5644" y="6287"/>
                  </a:lnTo>
                  <a:cubicBezTo>
                    <a:pt x="5616" y="6271"/>
                    <a:pt x="5587" y="6263"/>
                    <a:pt x="5560" y="6263"/>
                  </a:cubicBezTo>
                  <a:cubicBezTo>
                    <a:pt x="5509" y="6263"/>
                    <a:pt x="5465" y="6292"/>
                    <a:pt x="5442" y="6347"/>
                  </a:cubicBezTo>
                  <a:cubicBezTo>
                    <a:pt x="5406" y="6418"/>
                    <a:pt x="5430" y="6502"/>
                    <a:pt x="5501" y="6537"/>
                  </a:cubicBezTo>
                  <a:lnTo>
                    <a:pt x="6454" y="7061"/>
                  </a:lnTo>
                  <a:cubicBezTo>
                    <a:pt x="6609" y="7145"/>
                    <a:pt x="6668" y="7335"/>
                    <a:pt x="6597" y="7502"/>
                  </a:cubicBezTo>
                  <a:cubicBezTo>
                    <a:pt x="6531" y="7609"/>
                    <a:pt x="6419" y="7670"/>
                    <a:pt x="6301" y="7670"/>
                  </a:cubicBezTo>
                  <a:cubicBezTo>
                    <a:pt x="6249" y="7670"/>
                    <a:pt x="6196" y="7658"/>
                    <a:pt x="6144" y="7633"/>
                  </a:cubicBezTo>
                  <a:lnTo>
                    <a:pt x="5478" y="7264"/>
                  </a:lnTo>
                  <a:cubicBezTo>
                    <a:pt x="5478" y="7133"/>
                    <a:pt x="5430" y="7002"/>
                    <a:pt x="5347" y="6883"/>
                  </a:cubicBezTo>
                  <a:cubicBezTo>
                    <a:pt x="5228" y="6728"/>
                    <a:pt x="5061" y="6644"/>
                    <a:pt x="4882" y="6644"/>
                  </a:cubicBezTo>
                  <a:lnTo>
                    <a:pt x="4882" y="6597"/>
                  </a:lnTo>
                  <a:cubicBezTo>
                    <a:pt x="4906" y="6430"/>
                    <a:pt x="4870" y="6263"/>
                    <a:pt x="4763" y="6133"/>
                  </a:cubicBezTo>
                  <a:cubicBezTo>
                    <a:pt x="4644" y="5990"/>
                    <a:pt x="4478" y="5894"/>
                    <a:pt x="4299" y="5894"/>
                  </a:cubicBezTo>
                  <a:lnTo>
                    <a:pt x="4299" y="5847"/>
                  </a:lnTo>
                  <a:cubicBezTo>
                    <a:pt x="4335" y="5692"/>
                    <a:pt x="4287" y="5525"/>
                    <a:pt x="4180" y="5394"/>
                  </a:cubicBezTo>
                  <a:cubicBezTo>
                    <a:pt x="4061" y="5240"/>
                    <a:pt x="3894" y="5156"/>
                    <a:pt x="3716" y="5156"/>
                  </a:cubicBezTo>
                  <a:lnTo>
                    <a:pt x="3716" y="5109"/>
                  </a:lnTo>
                  <a:cubicBezTo>
                    <a:pt x="3751" y="4942"/>
                    <a:pt x="3704" y="4775"/>
                    <a:pt x="3596" y="4644"/>
                  </a:cubicBezTo>
                  <a:cubicBezTo>
                    <a:pt x="3476" y="4488"/>
                    <a:pt x="3297" y="4404"/>
                    <a:pt x="3111" y="4404"/>
                  </a:cubicBezTo>
                  <a:cubicBezTo>
                    <a:pt x="2984" y="4404"/>
                    <a:pt x="2855" y="4443"/>
                    <a:pt x="2739" y="4525"/>
                  </a:cubicBezTo>
                  <a:lnTo>
                    <a:pt x="1715" y="5275"/>
                  </a:lnTo>
                  <a:lnTo>
                    <a:pt x="1334" y="5073"/>
                  </a:lnTo>
                  <a:lnTo>
                    <a:pt x="2799" y="2549"/>
                  </a:lnTo>
                  <a:close/>
                  <a:moveTo>
                    <a:pt x="4855" y="6920"/>
                  </a:moveTo>
                  <a:cubicBezTo>
                    <a:pt x="4953" y="6920"/>
                    <a:pt x="5045" y="6960"/>
                    <a:pt x="5109" y="7037"/>
                  </a:cubicBezTo>
                  <a:cubicBezTo>
                    <a:pt x="5168" y="7133"/>
                    <a:pt x="5192" y="7228"/>
                    <a:pt x="5180" y="7299"/>
                  </a:cubicBezTo>
                  <a:cubicBezTo>
                    <a:pt x="5168" y="7383"/>
                    <a:pt x="5120" y="7466"/>
                    <a:pt x="5049" y="7526"/>
                  </a:cubicBezTo>
                  <a:lnTo>
                    <a:pt x="4704" y="7776"/>
                  </a:lnTo>
                  <a:cubicBezTo>
                    <a:pt x="4643" y="7818"/>
                    <a:pt x="4574" y="7838"/>
                    <a:pt x="4507" y="7838"/>
                  </a:cubicBezTo>
                  <a:cubicBezTo>
                    <a:pt x="4404" y="7838"/>
                    <a:pt x="4304" y="7791"/>
                    <a:pt x="4239" y="7704"/>
                  </a:cubicBezTo>
                  <a:cubicBezTo>
                    <a:pt x="4132" y="7549"/>
                    <a:pt x="4168" y="7347"/>
                    <a:pt x="4311" y="7240"/>
                  </a:cubicBezTo>
                  <a:lnTo>
                    <a:pt x="4644" y="7002"/>
                  </a:lnTo>
                  <a:lnTo>
                    <a:pt x="4656" y="6978"/>
                  </a:lnTo>
                  <a:cubicBezTo>
                    <a:pt x="4719" y="6939"/>
                    <a:pt x="4788" y="6920"/>
                    <a:pt x="4855" y="6920"/>
                  </a:cubicBezTo>
                  <a:close/>
                  <a:moveTo>
                    <a:pt x="172" y="0"/>
                  </a:moveTo>
                  <a:cubicBezTo>
                    <a:pt x="121" y="0"/>
                    <a:pt x="72" y="29"/>
                    <a:pt x="48" y="84"/>
                  </a:cubicBezTo>
                  <a:cubicBezTo>
                    <a:pt x="1" y="156"/>
                    <a:pt x="25" y="239"/>
                    <a:pt x="108" y="287"/>
                  </a:cubicBezTo>
                  <a:lnTo>
                    <a:pt x="2346" y="1584"/>
                  </a:lnTo>
                  <a:lnTo>
                    <a:pt x="406" y="4942"/>
                  </a:lnTo>
                  <a:lnTo>
                    <a:pt x="251" y="4847"/>
                  </a:lnTo>
                  <a:cubicBezTo>
                    <a:pt x="226" y="4830"/>
                    <a:pt x="199" y="4822"/>
                    <a:pt x="172" y="4822"/>
                  </a:cubicBezTo>
                  <a:cubicBezTo>
                    <a:pt x="121" y="4822"/>
                    <a:pt x="72" y="4851"/>
                    <a:pt x="48" y="4906"/>
                  </a:cubicBezTo>
                  <a:cubicBezTo>
                    <a:pt x="1" y="4978"/>
                    <a:pt x="25" y="5061"/>
                    <a:pt x="108" y="5109"/>
                  </a:cubicBezTo>
                  <a:lnTo>
                    <a:pt x="894" y="5549"/>
                  </a:lnTo>
                  <a:cubicBezTo>
                    <a:pt x="919" y="5566"/>
                    <a:pt x="947" y="5574"/>
                    <a:pt x="975" y="5574"/>
                  </a:cubicBezTo>
                  <a:cubicBezTo>
                    <a:pt x="1025" y="5574"/>
                    <a:pt x="1073" y="5548"/>
                    <a:pt x="1096" y="5501"/>
                  </a:cubicBezTo>
                  <a:lnTo>
                    <a:pt x="1215" y="5299"/>
                  </a:lnTo>
                  <a:lnTo>
                    <a:pt x="1525" y="5466"/>
                  </a:lnTo>
                  <a:cubicBezTo>
                    <a:pt x="1430" y="5680"/>
                    <a:pt x="1441" y="5918"/>
                    <a:pt x="1572" y="6121"/>
                  </a:cubicBezTo>
                  <a:cubicBezTo>
                    <a:pt x="1691" y="6287"/>
                    <a:pt x="1882" y="6371"/>
                    <a:pt x="2084" y="6371"/>
                  </a:cubicBezTo>
                  <a:cubicBezTo>
                    <a:pt x="2144" y="6371"/>
                    <a:pt x="2215" y="6359"/>
                    <a:pt x="2275" y="6347"/>
                  </a:cubicBezTo>
                  <a:cubicBezTo>
                    <a:pt x="2275" y="6478"/>
                    <a:pt x="2322" y="6597"/>
                    <a:pt x="2394" y="6716"/>
                  </a:cubicBezTo>
                  <a:cubicBezTo>
                    <a:pt x="2513" y="6883"/>
                    <a:pt x="2703" y="6966"/>
                    <a:pt x="2882" y="6966"/>
                  </a:cubicBezTo>
                  <a:cubicBezTo>
                    <a:pt x="2942" y="6966"/>
                    <a:pt x="3013" y="6954"/>
                    <a:pt x="3073" y="6942"/>
                  </a:cubicBezTo>
                  <a:cubicBezTo>
                    <a:pt x="3073" y="7061"/>
                    <a:pt x="3120" y="7192"/>
                    <a:pt x="3192" y="7299"/>
                  </a:cubicBezTo>
                  <a:cubicBezTo>
                    <a:pt x="3299" y="7430"/>
                    <a:pt x="3430" y="7514"/>
                    <a:pt x="3596" y="7549"/>
                  </a:cubicBezTo>
                  <a:cubicBezTo>
                    <a:pt x="3632" y="7549"/>
                    <a:pt x="3656" y="7561"/>
                    <a:pt x="3704" y="7561"/>
                  </a:cubicBezTo>
                  <a:cubicBezTo>
                    <a:pt x="3763" y="7561"/>
                    <a:pt x="3835" y="7549"/>
                    <a:pt x="3894" y="7537"/>
                  </a:cubicBezTo>
                  <a:cubicBezTo>
                    <a:pt x="3894" y="7668"/>
                    <a:pt x="3942" y="7787"/>
                    <a:pt x="4013" y="7895"/>
                  </a:cubicBezTo>
                  <a:cubicBezTo>
                    <a:pt x="4120" y="8026"/>
                    <a:pt x="4251" y="8109"/>
                    <a:pt x="4418" y="8145"/>
                  </a:cubicBezTo>
                  <a:cubicBezTo>
                    <a:pt x="4442" y="8145"/>
                    <a:pt x="4478" y="8157"/>
                    <a:pt x="4525" y="8157"/>
                  </a:cubicBezTo>
                  <a:cubicBezTo>
                    <a:pt x="4656" y="8157"/>
                    <a:pt x="4775" y="8109"/>
                    <a:pt x="4882" y="8037"/>
                  </a:cubicBezTo>
                  <a:lnTo>
                    <a:pt x="5216" y="7787"/>
                  </a:lnTo>
                  <a:cubicBezTo>
                    <a:pt x="5299" y="7728"/>
                    <a:pt x="5359" y="7668"/>
                    <a:pt x="5394" y="7597"/>
                  </a:cubicBezTo>
                  <a:lnTo>
                    <a:pt x="6013" y="7918"/>
                  </a:lnTo>
                  <a:cubicBezTo>
                    <a:pt x="6097" y="7966"/>
                    <a:pt x="6204" y="7990"/>
                    <a:pt x="6311" y="7990"/>
                  </a:cubicBezTo>
                  <a:cubicBezTo>
                    <a:pt x="6371" y="7990"/>
                    <a:pt x="6430" y="7978"/>
                    <a:pt x="6490" y="7966"/>
                  </a:cubicBezTo>
                  <a:cubicBezTo>
                    <a:pt x="6644" y="7918"/>
                    <a:pt x="6787" y="7811"/>
                    <a:pt x="6859" y="7668"/>
                  </a:cubicBezTo>
                  <a:cubicBezTo>
                    <a:pt x="6918" y="7549"/>
                    <a:pt x="6942" y="7430"/>
                    <a:pt x="6930" y="7299"/>
                  </a:cubicBezTo>
                  <a:cubicBezTo>
                    <a:pt x="6966" y="7299"/>
                    <a:pt x="7002" y="7311"/>
                    <a:pt x="7049" y="7311"/>
                  </a:cubicBezTo>
                  <a:cubicBezTo>
                    <a:pt x="7275" y="7311"/>
                    <a:pt x="7478" y="7192"/>
                    <a:pt x="7597" y="6990"/>
                  </a:cubicBezTo>
                  <a:cubicBezTo>
                    <a:pt x="7656" y="6871"/>
                    <a:pt x="7692" y="6740"/>
                    <a:pt x="7680" y="6609"/>
                  </a:cubicBezTo>
                  <a:cubicBezTo>
                    <a:pt x="7716" y="6609"/>
                    <a:pt x="7752" y="6633"/>
                    <a:pt x="7799" y="6633"/>
                  </a:cubicBezTo>
                  <a:cubicBezTo>
                    <a:pt x="8014" y="6633"/>
                    <a:pt x="8228" y="6514"/>
                    <a:pt x="8347" y="6299"/>
                  </a:cubicBezTo>
                  <a:cubicBezTo>
                    <a:pt x="8407" y="6180"/>
                    <a:pt x="8430" y="6061"/>
                    <a:pt x="8418" y="5930"/>
                  </a:cubicBezTo>
                  <a:cubicBezTo>
                    <a:pt x="8454" y="5930"/>
                    <a:pt x="8490" y="5942"/>
                    <a:pt x="8538" y="5942"/>
                  </a:cubicBezTo>
                  <a:cubicBezTo>
                    <a:pt x="8597" y="5942"/>
                    <a:pt x="8657" y="5930"/>
                    <a:pt x="8716" y="5918"/>
                  </a:cubicBezTo>
                  <a:cubicBezTo>
                    <a:pt x="8883" y="5871"/>
                    <a:pt x="9014" y="5763"/>
                    <a:pt x="9085" y="5621"/>
                  </a:cubicBezTo>
                  <a:cubicBezTo>
                    <a:pt x="9169" y="5466"/>
                    <a:pt x="9192" y="5299"/>
                    <a:pt x="9133" y="5144"/>
                  </a:cubicBezTo>
                  <a:cubicBezTo>
                    <a:pt x="9121" y="5097"/>
                    <a:pt x="9109" y="5061"/>
                    <a:pt x="9085" y="5037"/>
                  </a:cubicBezTo>
                  <a:lnTo>
                    <a:pt x="9347" y="4859"/>
                  </a:lnTo>
                  <a:lnTo>
                    <a:pt x="9478" y="5037"/>
                  </a:lnTo>
                  <a:cubicBezTo>
                    <a:pt x="9506" y="5072"/>
                    <a:pt x="9550" y="5090"/>
                    <a:pt x="9593" y="5090"/>
                  </a:cubicBezTo>
                  <a:cubicBezTo>
                    <a:pt x="9625" y="5090"/>
                    <a:pt x="9656" y="5081"/>
                    <a:pt x="9681" y="5061"/>
                  </a:cubicBezTo>
                  <a:lnTo>
                    <a:pt x="10085" y="4739"/>
                  </a:lnTo>
                  <a:cubicBezTo>
                    <a:pt x="10121" y="4668"/>
                    <a:pt x="10133" y="4573"/>
                    <a:pt x="10085" y="4513"/>
                  </a:cubicBezTo>
                  <a:cubicBezTo>
                    <a:pt x="10065" y="4479"/>
                    <a:pt x="10019" y="4460"/>
                    <a:pt x="9974" y="4460"/>
                  </a:cubicBezTo>
                  <a:cubicBezTo>
                    <a:pt x="9941" y="4460"/>
                    <a:pt x="9908" y="4470"/>
                    <a:pt x="9883" y="4489"/>
                  </a:cubicBezTo>
                  <a:lnTo>
                    <a:pt x="9585" y="4704"/>
                  </a:lnTo>
                  <a:lnTo>
                    <a:pt x="7252" y="1644"/>
                  </a:lnTo>
                  <a:lnTo>
                    <a:pt x="8585" y="775"/>
                  </a:lnTo>
                  <a:cubicBezTo>
                    <a:pt x="8657" y="739"/>
                    <a:pt x="8680" y="644"/>
                    <a:pt x="8633" y="572"/>
                  </a:cubicBezTo>
                  <a:cubicBezTo>
                    <a:pt x="8602" y="526"/>
                    <a:pt x="8556" y="500"/>
                    <a:pt x="8505" y="500"/>
                  </a:cubicBezTo>
                  <a:cubicBezTo>
                    <a:pt x="8478" y="500"/>
                    <a:pt x="8448" y="508"/>
                    <a:pt x="8418" y="525"/>
                  </a:cubicBezTo>
                  <a:lnTo>
                    <a:pt x="6954" y="1477"/>
                  </a:lnTo>
                  <a:cubicBezTo>
                    <a:pt x="6871" y="1525"/>
                    <a:pt x="6859" y="1632"/>
                    <a:pt x="6906" y="1680"/>
                  </a:cubicBezTo>
                  <a:lnTo>
                    <a:pt x="7168" y="2037"/>
                  </a:lnTo>
                  <a:lnTo>
                    <a:pt x="6978" y="2192"/>
                  </a:lnTo>
                  <a:lnTo>
                    <a:pt x="6216" y="1942"/>
                  </a:lnTo>
                  <a:cubicBezTo>
                    <a:pt x="6204" y="1942"/>
                    <a:pt x="6192" y="1918"/>
                    <a:pt x="6180" y="1918"/>
                  </a:cubicBezTo>
                  <a:lnTo>
                    <a:pt x="4430" y="1918"/>
                  </a:lnTo>
                  <a:cubicBezTo>
                    <a:pt x="4358" y="1918"/>
                    <a:pt x="4299" y="1965"/>
                    <a:pt x="4287" y="2037"/>
                  </a:cubicBezTo>
                  <a:lnTo>
                    <a:pt x="4180" y="2430"/>
                  </a:lnTo>
                  <a:lnTo>
                    <a:pt x="3930" y="2323"/>
                  </a:lnTo>
                  <a:cubicBezTo>
                    <a:pt x="3894" y="2311"/>
                    <a:pt x="3882" y="2311"/>
                    <a:pt x="3846" y="2311"/>
                  </a:cubicBezTo>
                  <a:lnTo>
                    <a:pt x="3168" y="2382"/>
                  </a:lnTo>
                  <a:lnTo>
                    <a:pt x="2930" y="2251"/>
                  </a:lnTo>
                  <a:lnTo>
                    <a:pt x="3156" y="1858"/>
                  </a:lnTo>
                  <a:cubicBezTo>
                    <a:pt x="3192" y="1787"/>
                    <a:pt x="3168" y="1703"/>
                    <a:pt x="3096" y="1656"/>
                  </a:cubicBezTo>
                  <a:lnTo>
                    <a:pt x="251" y="25"/>
                  </a:lnTo>
                  <a:cubicBezTo>
                    <a:pt x="226" y="8"/>
                    <a:pt x="199" y="0"/>
                    <a:pt x="172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5"/>
            <p:cNvSpPr/>
            <p:nvPr/>
          </p:nvSpPr>
          <p:spPr>
            <a:xfrm>
              <a:off x="2946442" y="2015001"/>
              <a:ext cx="37525" cy="26799"/>
            </a:xfrm>
            <a:custGeom>
              <a:avLst/>
              <a:gdLst/>
              <a:ahLst/>
              <a:cxnLst/>
              <a:rect l="l" t="t" r="r" b="b"/>
              <a:pathLst>
                <a:path w="1179" h="842" extrusionOk="0">
                  <a:moveTo>
                    <a:pt x="1011" y="1"/>
                  </a:moveTo>
                  <a:cubicBezTo>
                    <a:pt x="983" y="1"/>
                    <a:pt x="955" y="7"/>
                    <a:pt x="929" y="20"/>
                  </a:cubicBezTo>
                  <a:lnTo>
                    <a:pt x="96" y="556"/>
                  </a:lnTo>
                  <a:cubicBezTo>
                    <a:pt x="24" y="603"/>
                    <a:pt x="0" y="699"/>
                    <a:pt x="48" y="770"/>
                  </a:cubicBezTo>
                  <a:cubicBezTo>
                    <a:pt x="84" y="818"/>
                    <a:pt x="119" y="842"/>
                    <a:pt x="167" y="842"/>
                  </a:cubicBezTo>
                  <a:cubicBezTo>
                    <a:pt x="203" y="842"/>
                    <a:pt x="226" y="830"/>
                    <a:pt x="238" y="818"/>
                  </a:cubicBezTo>
                  <a:lnTo>
                    <a:pt x="1072" y="282"/>
                  </a:lnTo>
                  <a:cubicBezTo>
                    <a:pt x="1167" y="234"/>
                    <a:pt x="1179" y="127"/>
                    <a:pt x="1131" y="68"/>
                  </a:cubicBezTo>
                  <a:cubicBezTo>
                    <a:pt x="1108" y="22"/>
                    <a:pt x="1061" y="1"/>
                    <a:pt x="1011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6" name="Google Shape;616;p45"/>
          <p:cNvSpPr/>
          <p:nvPr/>
        </p:nvSpPr>
        <p:spPr>
          <a:xfrm>
            <a:off x="4888558" y="2067635"/>
            <a:ext cx="1285231" cy="1143321"/>
          </a:xfrm>
          <a:custGeom>
            <a:avLst/>
            <a:gdLst/>
            <a:ahLst/>
            <a:cxnLst/>
            <a:rect l="l" t="t" r="r" b="b"/>
            <a:pathLst>
              <a:path w="60297" h="53797" extrusionOk="0">
                <a:moveTo>
                  <a:pt x="31994" y="0"/>
                </a:moveTo>
                <a:lnTo>
                  <a:pt x="32013" y="19"/>
                </a:lnTo>
                <a:cubicBezTo>
                  <a:pt x="31956" y="19"/>
                  <a:pt x="31900" y="19"/>
                  <a:pt x="31843" y="19"/>
                </a:cubicBezTo>
                <a:cubicBezTo>
                  <a:pt x="25987" y="19"/>
                  <a:pt x="20289" y="1975"/>
                  <a:pt x="15655" y="5554"/>
                </a:cubicBezTo>
                <a:lnTo>
                  <a:pt x="16530" y="6695"/>
                </a:lnTo>
                <a:cubicBezTo>
                  <a:pt x="20939" y="3289"/>
                  <a:pt x="26346" y="1446"/>
                  <a:pt x="31927" y="1446"/>
                </a:cubicBezTo>
                <a:cubicBezTo>
                  <a:pt x="31955" y="1446"/>
                  <a:pt x="31984" y="1446"/>
                  <a:pt x="32013" y="1446"/>
                </a:cubicBezTo>
                <a:cubicBezTo>
                  <a:pt x="45974" y="1579"/>
                  <a:pt x="57234" y="12934"/>
                  <a:pt x="57234" y="26915"/>
                </a:cubicBezTo>
                <a:cubicBezTo>
                  <a:pt x="57234" y="40876"/>
                  <a:pt x="45974" y="52250"/>
                  <a:pt x="32013" y="52383"/>
                </a:cubicBezTo>
                <a:cubicBezTo>
                  <a:pt x="25279" y="52383"/>
                  <a:pt x="18660" y="49492"/>
                  <a:pt x="13867" y="44756"/>
                </a:cubicBezTo>
                <a:lnTo>
                  <a:pt x="13087" y="44756"/>
                </a:lnTo>
                <a:cubicBezTo>
                  <a:pt x="8294" y="44756"/>
                  <a:pt x="4432" y="43310"/>
                  <a:pt x="1845" y="40571"/>
                </a:cubicBezTo>
                <a:lnTo>
                  <a:pt x="5231" y="35873"/>
                </a:lnTo>
                <a:cubicBezTo>
                  <a:pt x="7476" y="37737"/>
                  <a:pt x="9891" y="38745"/>
                  <a:pt x="12117" y="38745"/>
                </a:cubicBezTo>
                <a:cubicBezTo>
                  <a:pt x="15655" y="38745"/>
                  <a:pt x="17785" y="37281"/>
                  <a:pt x="17785" y="34808"/>
                </a:cubicBezTo>
                <a:cubicBezTo>
                  <a:pt x="17785" y="31441"/>
                  <a:pt x="15464" y="30110"/>
                  <a:pt x="9283" y="30015"/>
                </a:cubicBezTo>
                <a:lnTo>
                  <a:pt x="9283" y="24974"/>
                </a:lnTo>
                <a:cubicBezTo>
                  <a:pt x="12649" y="24898"/>
                  <a:pt x="16701" y="24233"/>
                  <a:pt x="16701" y="20390"/>
                </a:cubicBezTo>
                <a:cubicBezTo>
                  <a:pt x="16701" y="17956"/>
                  <a:pt x="15141" y="16567"/>
                  <a:pt x="12440" y="16567"/>
                </a:cubicBezTo>
                <a:cubicBezTo>
                  <a:pt x="10139" y="16567"/>
                  <a:pt x="8465" y="17461"/>
                  <a:pt x="6487" y="19059"/>
                </a:cubicBezTo>
                <a:lnTo>
                  <a:pt x="2778" y="14570"/>
                </a:lnTo>
                <a:cubicBezTo>
                  <a:pt x="6049" y="11983"/>
                  <a:pt x="9264" y="10766"/>
                  <a:pt x="12859" y="10766"/>
                </a:cubicBezTo>
                <a:cubicBezTo>
                  <a:pt x="20163" y="10766"/>
                  <a:pt x="24518" y="14095"/>
                  <a:pt x="24518" y="19687"/>
                </a:cubicBezTo>
                <a:cubicBezTo>
                  <a:pt x="24518" y="22711"/>
                  <a:pt x="22844" y="24898"/>
                  <a:pt x="19459" y="26401"/>
                </a:cubicBezTo>
                <a:lnTo>
                  <a:pt x="19021" y="26591"/>
                </a:lnTo>
                <a:lnTo>
                  <a:pt x="19021" y="27809"/>
                </a:lnTo>
                <a:lnTo>
                  <a:pt x="19535" y="27961"/>
                </a:lnTo>
                <a:cubicBezTo>
                  <a:pt x="23434" y="29140"/>
                  <a:pt x="25603" y="31803"/>
                  <a:pt x="25603" y="35455"/>
                </a:cubicBezTo>
                <a:lnTo>
                  <a:pt x="27029" y="35455"/>
                </a:lnTo>
                <a:cubicBezTo>
                  <a:pt x="27029" y="31575"/>
                  <a:pt x="24994" y="28645"/>
                  <a:pt x="21304" y="27086"/>
                </a:cubicBezTo>
                <a:cubicBezTo>
                  <a:pt x="24385" y="25355"/>
                  <a:pt x="25945" y="22863"/>
                  <a:pt x="25945" y="19687"/>
                </a:cubicBezTo>
                <a:cubicBezTo>
                  <a:pt x="25945" y="16453"/>
                  <a:pt x="24690" y="13790"/>
                  <a:pt x="22293" y="11983"/>
                </a:cubicBezTo>
                <a:cubicBezTo>
                  <a:pt x="20029" y="10252"/>
                  <a:pt x="16758" y="9339"/>
                  <a:pt x="12859" y="9339"/>
                </a:cubicBezTo>
                <a:cubicBezTo>
                  <a:pt x="8769" y="9339"/>
                  <a:pt x="4984" y="10842"/>
                  <a:pt x="1313" y="13923"/>
                </a:cubicBezTo>
                <a:lnTo>
                  <a:pt x="761" y="14380"/>
                </a:lnTo>
                <a:lnTo>
                  <a:pt x="6315" y="21075"/>
                </a:lnTo>
                <a:lnTo>
                  <a:pt x="6867" y="20600"/>
                </a:lnTo>
                <a:cubicBezTo>
                  <a:pt x="8864" y="18907"/>
                  <a:pt x="10348" y="17975"/>
                  <a:pt x="12421" y="17975"/>
                </a:cubicBezTo>
                <a:cubicBezTo>
                  <a:pt x="13638" y="17975"/>
                  <a:pt x="15255" y="18203"/>
                  <a:pt x="15255" y="20390"/>
                </a:cubicBezTo>
                <a:cubicBezTo>
                  <a:pt x="15255" y="21950"/>
                  <a:pt x="14475" y="23548"/>
                  <a:pt x="8560" y="23548"/>
                </a:cubicBezTo>
                <a:lnTo>
                  <a:pt x="7837" y="23548"/>
                </a:lnTo>
                <a:lnTo>
                  <a:pt x="7837" y="31422"/>
                </a:lnTo>
                <a:lnTo>
                  <a:pt x="8560" y="31422"/>
                </a:lnTo>
                <a:cubicBezTo>
                  <a:pt x="16339" y="31422"/>
                  <a:pt x="16339" y="33306"/>
                  <a:pt x="16339" y="34808"/>
                </a:cubicBezTo>
                <a:cubicBezTo>
                  <a:pt x="16339" y="36996"/>
                  <a:pt x="13695" y="37319"/>
                  <a:pt x="12098" y="37319"/>
                </a:cubicBezTo>
                <a:cubicBezTo>
                  <a:pt x="10024" y="37319"/>
                  <a:pt x="7723" y="36235"/>
                  <a:pt x="5593" y="34276"/>
                </a:cubicBezTo>
                <a:lnTo>
                  <a:pt x="5003" y="33743"/>
                </a:lnTo>
                <a:lnTo>
                  <a:pt x="0" y="40648"/>
                </a:lnTo>
                <a:lnTo>
                  <a:pt x="381" y="41085"/>
                </a:lnTo>
                <a:cubicBezTo>
                  <a:pt x="3234" y="44414"/>
                  <a:pt x="7628" y="46164"/>
                  <a:pt x="13068" y="46164"/>
                </a:cubicBezTo>
                <a:lnTo>
                  <a:pt x="13239" y="46164"/>
                </a:lnTo>
                <a:cubicBezTo>
                  <a:pt x="18304" y="51109"/>
                  <a:pt x="25056" y="53797"/>
                  <a:pt x="31983" y="53797"/>
                </a:cubicBezTo>
                <a:cubicBezTo>
                  <a:pt x="33822" y="53797"/>
                  <a:pt x="35674" y="53607"/>
                  <a:pt x="37510" y="53220"/>
                </a:cubicBezTo>
                <a:cubicBezTo>
                  <a:pt x="46278" y="51394"/>
                  <a:pt x="53544" y="45308"/>
                  <a:pt x="56911" y="37034"/>
                </a:cubicBezTo>
                <a:cubicBezTo>
                  <a:pt x="60297" y="28741"/>
                  <a:pt x="59307" y="19306"/>
                  <a:pt x="54305" y="11888"/>
                </a:cubicBezTo>
                <a:cubicBezTo>
                  <a:pt x="49322" y="4451"/>
                  <a:pt x="40952" y="0"/>
                  <a:pt x="319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5"/>
          <p:cNvSpPr/>
          <p:nvPr/>
        </p:nvSpPr>
        <p:spPr>
          <a:xfrm>
            <a:off x="5204765" y="2271761"/>
            <a:ext cx="732639" cy="730491"/>
          </a:xfrm>
          <a:custGeom>
            <a:avLst/>
            <a:gdLst/>
            <a:ahLst/>
            <a:cxnLst/>
            <a:rect l="l" t="t" r="r" b="b"/>
            <a:pathLst>
              <a:path w="34372" h="34372" extrusionOk="0">
                <a:moveTo>
                  <a:pt x="17196" y="1"/>
                </a:moveTo>
                <a:cubicBezTo>
                  <a:pt x="7704" y="1"/>
                  <a:pt x="1" y="7704"/>
                  <a:pt x="1" y="17195"/>
                </a:cubicBezTo>
                <a:cubicBezTo>
                  <a:pt x="1" y="26687"/>
                  <a:pt x="7704" y="34371"/>
                  <a:pt x="17196" y="34371"/>
                </a:cubicBezTo>
                <a:cubicBezTo>
                  <a:pt x="26668" y="34371"/>
                  <a:pt x="34371" y="26687"/>
                  <a:pt x="34371" y="17195"/>
                </a:cubicBezTo>
                <a:cubicBezTo>
                  <a:pt x="34371" y="7704"/>
                  <a:pt x="26668" y="1"/>
                  <a:pt x="17196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FFAB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8" name="Google Shape;618;p45"/>
          <p:cNvGrpSpPr/>
          <p:nvPr/>
        </p:nvGrpSpPr>
        <p:grpSpPr>
          <a:xfrm>
            <a:off x="5369041" y="2438434"/>
            <a:ext cx="404190" cy="396718"/>
            <a:chOff x="1754279" y="4286593"/>
            <a:chExt cx="351439" cy="345965"/>
          </a:xfrm>
        </p:grpSpPr>
        <p:sp>
          <p:nvSpPr>
            <p:cNvPr id="619" name="Google Shape;619;p45"/>
            <p:cNvSpPr/>
            <p:nvPr/>
          </p:nvSpPr>
          <p:spPr>
            <a:xfrm>
              <a:off x="1799379" y="4550857"/>
              <a:ext cx="28422" cy="27117"/>
            </a:xfrm>
            <a:custGeom>
              <a:avLst/>
              <a:gdLst/>
              <a:ahLst/>
              <a:cxnLst/>
              <a:rect l="l" t="t" r="r" b="b"/>
              <a:pathLst>
                <a:path w="893" h="852" extrusionOk="0">
                  <a:moveTo>
                    <a:pt x="708" y="1"/>
                  </a:moveTo>
                  <a:cubicBezTo>
                    <a:pt x="667" y="1"/>
                    <a:pt x="625" y="16"/>
                    <a:pt x="595" y="45"/>
                  </a:cubicBezTo>
                  <a:lnTo>
                    <a:pt x="60" y="581"/>
                  </a:lnTo>
                  <a:cubicBezTo>
                    <a:pt x="0" y="641"/>
                    <a:pt x="0" y="748"/>
                    <a:pt x="60" y="807"/>
                  </a:cubicBezTo>
                  <a:cubicBezTo>
                    <a:pt x="89" y="837"/>
                    <a:pt x="131" y="852"/>
                    <a:pt x="173" y="852"/>
                  </a:cubicBezTo>
                  <a:cubicBezTo>
                    <a:pt x="214" y="852"/>
                    <a:pt x="256" y="837"/>
                    <a:pt x="286" y="807"/>
                  </a:cubicBezTo>
                  <a:lnTo>
                    <a:pt x="822" y="272"/>
                  </a:lnTo>
                  <a:cubicBezTo>
                    <a:pt x="893" y="212"/>
                    <a:pt x="893" y="117"/>
                    <a:pt x="822" y="45"/>
                  </a:cubicBezTo>
                  <a:cubicBezTo>
                    <a:pt x="792" y="16"/>
                    <a:pt x="750" y="1"/>
                    <a:pt x="708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5"/>
            <p:cNvSpPr/>
            <p:nvPr/>
          </p:nvSpPr>
          <p:spPr>
            <a:xfrm>
              <a:off x="1833084" y="4584594"/>
              <a:ext cx="27690" cy="27117"/>
            </a:xfrm>
            <a:custGeom>
              <a:avLst/>
              <a:gdLst/>
              <a:ahLst/>
              <a:cxnLst/>
              <a:rect l="l" t="t" r="r" b="b"/>
              <a:pathLst>
                <a:path w="870" h="852" extrusionOk="0">
                  <a:moveTo>
                    <a:pt x="699" y="0"/>
                  </a:moveTo>
                  <a:cubicBezTo>
                    <a:pt x="659" y="0"/>
                    <a:pt x="620" y="15"/>
                    <a:pt x="596" y="45"/>
                  </a:cubicBezTo>
                  <a:lnTo>
                    <a:pt x="48" y="581"/>
                  </a:lnTo>
                  <a:cubicBezTo>
                    <a:pt x="1" y="640"/>
                    <a:pt x="1" y="747"/>
                    <a:pt x="48" y="807"/>
                  </a:cubicBezTo>
                  <a:cubicBezTo>
                    <a:pt x="78" y="837"/>
                    <a:pt x="120" y="852"/>
                    <a:pt x="161" y="852"/>
                  </a:cubicBezTo>
                  <a:cubicBezTo>
                    <a:pt x="203" y="852"/>
                    <a:pt x="245" y="837"/>
                    <a:pt x="275" y="807"/>
                  </a:cubicBezTo>
                  <a:lnTo>
                    <a:pt x="810" y="271"/>
                  </a:lnTo>
                  <a:cubicBezTo>
                    <a:pt x="870" y="212"/>
                    <a:pt x="870" y="105"/>
                    <a:pt x="810" y="45"/>
                  </a:cubicBezTo>
                  <a:cubicBezTo>
                    <a:pt x="781" y="15"/>
                    <a:pt x="739" y="0"/>
                    <a:pt x="699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5"/>
            <p:cNvSpPr/>
            <p:nvPr/>
          </p:nvSpPr>
          <p:spPr>
            <a:xfrm>
              <a:off x="1816407" y="4567917"/>
              <a:ext cx="28072" cy="27117"/>
            </a:xfrm>
            <a:custGeom>
              <a:avLst/>
              <a:gdLst/>
              <a:ahLst/>
              <a:cxnLst/>
              <a:rect l="l" t="t" r="r" b="b"/>
              <a:pathLst>
                <a:path w="882" h="852" extrusionOk="0">
                  <a:moveTo>
                    <a:pt x="709" y="0"/>
                  </a:moveTo>
                  <a:cubicBezTo>
                    <a:pt x="668" y="0"/>
                    <a:pt x="626" y="15"/>
                    <a:pt x="596" y="45"/>
                  </a:cubicBezTo>
                  <a:lnTo>
                    <a:pt x="60" y="581"/>
                  </a:lnTo>
                  <a:cubicBezTo>
                    <a:pt x="1" y="640"/>
                    <a:pt x="1" y="748"/>
                    <a:pt x="60" y="807"/>
                  </a:cubicBezTo>
                  <a:cubicBezTo>
                    <a:pt x="90" y="837"/>
                    <a:pt x="132" y="852"/>
                    <a:pt x="172" y="852"/>
                  </a:cubicBezTo>
                  <a:cubicBezTo>
                    <a:pt x="212" y="852"/>
                    <a:pt x="251" y="837"/>
                    <a:pt x="275" y="807"/>
                  </a:cubicBezTo>
                  <a:lnTo>
                    <a:pt x="822" y="271"/>
                  </a:lnTo>
                  <a:cubicBezTo>
                    <a:pt x="882" y="212"/>
                    <a:pt x="882" y="105"/>
                    <a:pt x="822" y="45"/>
                  </a:cubicBezTo>
                  <a:cubicBezTo>
                    <a:pt x="793" y="15"/>
                    <a:pt x="751" y="0"/>
                    <a:pt x="709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5"/>
            <p:cNvSpPr/>
            <p:nvPr/>
          </p:nvSpPr>
          <p:spPr>
            <a:xfrm>
              <a:off x="1754279" y="4286593"/>
              <a:ext cx="351439" cy="345965"/>
            </a:xfrm>
            <a:custGeom>
              <a:avLst/>
              <a:gdLst/>
              <a:ahLst/>
              <a:cxnLst/>
              <a:rect l="l" t="t" r="r" b="b"/>
              <a:pathLst>
                <a:path w="11042" h="10870" extrusionOk="0">
                  <a:moveTo>
                    <a:pt x="10656" y="324"/>
                  </a:moveTo>
                  <a:lnTo>
                    <a:pt x="10216" y="1871"/>
                  </a:lnTo>
                  <a:lnTo>
                    <a:pt x="9108" y="776"/>
                  </a:lnTo>
                  <a:lnTo>
                    <a:pt x="10656" y="324"/>
                  </a:lnTo>
                  <a:close/>
                  <a:moveTo>
                    <a:pt x="4632" y="3586"/>
                  </a:moveTo>
                  <a:lnTo>
                    <a:pt x="2679" y="5538"/>
                  </a:lnTo>
                  <a:lnTo>
                    <a:pt x="465" y="5360"/>
                  </a:lnTo>
                  <a:cubicBezTo>
                    <a:pt x="429" y="5360"/>
                    <a:pt x="417" y="5324"/>
                    <a:pt x="441" y="5300"/>
                  </a:cubicBezTo>
                  <a:cubicBezTo>
                    <a:pt x="1393" y="4348"/>
                    <a:pt x="2667" y="3764"/>
                    <a:pt x="4001" y="3645"/>
                  </a:cubicBezTo>
                  <a:lnTo>
                    <a:pt x="4632" y="3586"/>
                  </a:lnTo>
                  <a:close/>
                  <a:moveTo>
                    <a:pt x="2727" y="5955"/>
                  </a:moveTo>
                  <a:lnTo>
                    <a:pt x="3584" y="6812"/>
                  </a:lnTo>
                  <a:lnTo>
                    <a:pt x="3263" y="7146"/>
                  </a:lnTo>
                  <a:lnTo>
                    <a:pt x="2393" y="6277"/>
                  </a:lnTo>
                  <a:lnTo>
                    <a:pt x="2727" y="5955"/>
                  </a:lnTo>
                  <a:close/>
                  <a:moveTo>
                    <a:pt x="2572" y="6920"/>
                  </a:moveTo>
                  <a:lnTo>
                    <a:pt x="3024" y="7360"/>
                  </a:lnTo>
                  <a:lnTo>
                    <a:pt x="2655" y="7753"/>
                  </a:lnTo>
                  <a:lnTo>
                    <a:pt x="2596" y="7813"/>
                  </a:lnTo>
                  <a:lnTo>
                    <a:pt x="2191" y="7408"/>
                  </a:lnTo>
                  <a:cubicBezTo>
                    <a:pt x="2155" y="7384"/>
                    <a:pt x="2155" y="7336"/>
                    <a:pt x="2191" y="7313"/>
                  </a:cubicBezTo>
                  <a:lnTo>
                    <a:pt x="2572" y="6920"/>
                  </a:lnTo>
                  <a:close/>
                  <a:moveTo>
                    <a:pt x="8775" y="895"/>
                  </a:moveTo>
                  <a:lnTo>
                    <a:pt x="10121" y="2229"/>
                  </a:lnTo>
                  <a:lnTo>
                    <a:pt x="9704" y="3598"/>
                  </a:lnTo>
                  <a:lnTo>
                    <a:pt x="5275" y="8039"/>
                  </a:lnTo>
                  <a:lnTo>
                    <a:pt x="4406" y="7170"/>
                  </a:lnTo>
                  <a:lnTo>
                    <a:pt x="6430" y="5146"/>
                  </a:lnTo>
                  <a:cubicBezTo>
                    <a:pt x="6584" y="5003"/>
                    <a:pt x="6608" y="4741"/>
                    <a:pt x="6418" y="4574"/>
                  </a:cubicBezTo>
                  <a:cubicBezTo>
                    <a:pt x="6334" y="4491"/>
                    <a:pt x="6230" y="4449"/>
                    <a:pt x="6127" y="4449"/>
                  </a:cubicBezTo>
                  <a:cubicBezTo>
                    <a:pt x="6025" y="4449"/>
                    <a:pt x="5924" y="4491"/>
                    <a:pt x="5846" y="4574"/>
                  </a:cubicBezTo>
                  <a:lnTo>
                    <a:pt x="3822" y="6598"/>
                  </a:lnTo>
                  <a:lnTo>
                    <a:pt x="2965" y="5729"/>
                  </a:lnTo>
                  <a:lnTo>
                    <a:pt x="7394" y="1300"/>
                  </a:lnTo>
                  <a:lnTo>
                    <a:pt x="8775" y="895"/>
                  </a:lnTo>
                  <a:close/>
                  <a:moveTo>
                    <a:pt x="6126" y="4785"/>
                  </a:moveTo>
                  <a:cubicBezTo>
                    <a:pt x="6153" y="4785"/>
                    <a:pt x="6180" y="4794"/>
                    <a:pt x="6191" y="4812"/>
                  </a:cubicBezTo>
                  <a:cubicBezTo>
                    <a:pt x="6227" y="4836"/>
                    <a:pt x="6239" y="4907"/>
                    <a:pt x="6191" y="4943"/>
                  </a:cubicBezTo>
                  <a:lnTo>
                    <a:pt x="4060" y="7074"/>
                  </a:lnTo>
                  <a:cubicBezTo>
                    <a:pt x="3941" y="7170"/>
                    <a:pt x="3108" y="8003"/>
                    <a:pt x="3024" y="8110"/>
                  </a:cubicBezTo>
                  <a:cubicBezTo>
                    <a:pt x="3005" y="8129"/>
                    <a:pt x="2976" y="8142"/>
                    <a:pt x="2949" y="8142"/>
                  </a:cubicBezTo>
                  <a:cubicBezTo>
                    <a:pt x="2926" y="8142"/>
                    <a:pt x="2904" y="8132"/>
                    <a:pt x="2893" y="8110"/>
                  </a:cubicBezTo>
                  <a:cubicBezTo>
                    <a:pt x="2858" y="8086"/>
                    <a:pt x="2858" y="8003"/>
                    <a:pt x="2893" y="7979"/>
                  </a:cubicBezTo>
                  <a:lnTo>
                    <a:pt x="6060" y="4812"/>
                  </a:lnTo>
                  <a:cubicBezTo>
                    <a:pt x="6072" y="4794"/>
                    <a:pt x="6099" y="4785"/>
                    <a:pt x="6126" y="4785"/>
                  </a:cubicBezTo>
                  <a:close/>
                  <a:moveTo>
                    <a:pt x="4179" y="7396"/>
                  </a:moveTo>
                  <a:lnTo>
                    <a:pt x="5048" y="8253"/>
                  </a:lnTo>
                  <a:lnTo>
                    <a:pt x="4739" y="8586"/>
                  </a:lnTo>
                  <a:lnTo>
                    <a:pt x="4715" y="8586"/>
                  </a:lnTo>
                  <a:lnTo>
                    <a:pt x="3858" y="7729"/>
                  </a:lnTo>
                  <a:lnTo>
                    <a:pt x="4179" y="7396"/>
                  </a:lnTo>
                  <a:close/>
                  <a:moveTo>
                    <a:pt x="3608" y="7944"/>
                  </a:moveTo>
                  <a:lnTo>
                    <a:pt x="4048" y="8396"/>
                  </a:lnTo>
                  <a:lnTo>
                    <a:pt x="3679" y="8801"/>
                  </a:lnTo>
                  <a:cubicBezTo>
                    <a:pt x="3667" y="8813"/>
                    <a:pt x="3632" y="8813"/>
                    <a:pt x="3620" y="8813"/>
                  </a:cubicBezTo>
                  <a:cubicBezTo>
                    <a:pt x="3608" y="8813"/>
                    <a:pt x="3584" y="8813"/>
                    <a:pt x="3560" y="8801"/>
                  </a:cubicBezTo>
                  <a:lnTo>
                    <a:pt x="3155" y="8396"/>
                  </a:lnTo>
                  <a:cubicBezTo>
                    <a:pt x="3191" y="8384"/>
                    <a:pt x="3203" y="8360"/>
                    <a:pt x="3215" y="8336"/>
                  </a:cubicBezTo>
                  <a:lnTo>
                    <a:pt x="3608" y="7944"/>
                  </a:lnTo>
                  <a:close/>
                  <a:moveTo>
                    <a:pt x="10687" y="1"/>
                  </a:moveTo>
                  <a:cubicBezTo>
                    <a:pt x="10658" y="1"/>
                    <a:pt x="10627" y="5"/>
                    <a:pt x="10597" y="14"/>
                  </a:cubicBezTo>
                  <a:cubicBezTo>
                    <a:pt x="9894" y="228"/>
                    <a:pt x="7918" y="800"/>
                    <a:pt x="7263" y="1002"/>
                  </a:cubicBezTo>
                  <a:cubicBezTo>
                    <a:pt x="7239" y="1014"/>
                    <a:pt x="7215" y="1014"/>
                    <a:pt x="7192" y="1038"/>
                  </a:cubicBezTo>
                  <a:lnTo>
                    <a:pt x="4953" y="3276"/>
                  </a:lnTo>
                  <a:lnTo>
                    <a:pt x="3965" y="3360"/>
                  </a:lnTo>
                  <a:cubicBezTo>
                    <a:pt x="2548" y="3479"/>
                    <a:pt x="1203" y="4110"/>
                    <a:pt x="215" y="5110"/>
                  </a:cubicBezTo>
                  <a:cubicBezTo>
                    <a:pt x="0" y="5312"/>
                    <a:pt x="131" y="5681"/>
                    <a:pt x="429" y="5705"/>
                  </a:cubicBezTo>
                  <a:lnTo>
                    <a:pt x="2370" y="5860"/>
                  </a:lnTo>
                  <a:lnTo>
                    <a:pt x="2179" y="6062"/>
                  </a:lnTo>
                  <a:cubicBezTo>
                    <a:pt x="2060" y="6181"/>
                    <a:pt x="2060" y="6384"/>
                    <a:pt x="2179" y="6503"/>
                  </a:cubicBezTo>
                  <a:lnTo>
                    <a:pt x="2370" y="6693"/>
                  </a:lnTo>
                  <a:lnTo>
                    <a:pt x="1977" y="7086"/>
                  </a:lnTo>
                  <a:cubicBezTo>
                    <a:pt x="1834" y="7229"/>
                    <a:pt x="1834" y="7491"/>
                    <a:pt x="1977" y="7634"/>
                  </a:cubicBezTo>
                  <a:lnTo>
                    <a:pt x="3370" y="9015"/>
                  </a:lnTo>
                  <a:cubicBezTo>
                    <a:pt x="3441" y="9092"/>
                    <a:pt x="3539" y="9131"/>
                    <a:pt x="3639" y="9131"/>
                  </a:cubicBezTo>
                  <a:cubicBezTo>
                    <a:pt x="3739" y="9131"/>
                    <a:pt x="3840" y="9092"/>
                    <a:pt x="3917" y="9015"/>
                  </a:cubicBezTo>
                  <a:lnTo>
                    <a:pt x="4298" y="8634"/>
                  </a:lnTo>
                  <a:lnTo>
                    <a:pt x="4477" y="8813"/>
                  </a:lnTo>
                  <a:cubicBezTo>
                    <a:pt x="4548" y="8878"/>
                    <a:pt x="4635" y="8911"/>
                    <a:pt x="4720" y="8911"/>
                  </a:cubicBezTo>
                  <a:cubicBezTo>
                    <a:pt x="4804" y="8911"/>
                    <a:pt x="4888" y="8878"/>
                    <a:pt x="4953" y="8813"/>
                  </a:cubicBezTo>
                  <a:lnTo>
                    <a:pt x="5156" y="8622"/>
                  </a:lnTo>
                  <a:lnTo>
                    <a:pt x="5310" y="10551"/>
                  </a:lnTo>
                  <a:cubicBezTo>
                    <a:pt x="5334" y="10682"/>
                    <a:pt x="5418" y="10801"/>
                    <a:pt x="5537" y="10849"/>
                  </a:cubicBezTo>
                  <a:cubicBezTo>
                    <a:pt x="5577" y="10863"/>
                    <a:pt x="5618" y="10870"/>
                    <a:pt x="5658" y="10870"/>
                  </a:cubicBezTo>
                  <a:cubicBezTo>
                    <a:pt x="5750" y="10870"/>
                    <a:pt x="5840" y="10835"/>
                    <a:pt x="5906" y="10777"/>
                  </a:cubicBezTo>
                  <a:cubicBezTo>
                    <a:pt x="6537" y="10146"/>
                    <a:pt x="7001" y="9420"/>
                    <a:pt x="7299" y="8598"/>
                  </a:cubicBezTo>
                  <a:cubicBezTo>
                    <a:pt x="7323" y="8515"/>
                    <a:pt x="7275" y="8420"/>
                    <a:pt x="7203" y="8396"/>
                  </a:cubicBezTo>
                  <a:cubicBezTo>
                    <a:pt x="7184" y="8388"/>
                    <a:pt x="7164" y="8384"/>
                    <a:pt x="7144" y="8384"/>
                  </a:cubicBezTo>
                  <a:cubicBezTo>
                    <a:pt x="7079" y="8384"/>
                    <a:pt x="7019" y="8425"/>
                    <a:pt x="7001" y="8479"/>
                  </a:cubicBezTo>
                  <a:cubicBezTo>
                    <a:pt x="6715" y="9253"/>
                    <a:pt x="6263" y="9956"/>
                    <a:pt x="5691" y="10539"/>
                  </a:cubicBezTo>
                  <a:cubicBezTo>
                    <a:pt x="5682" y="10544"/>
                    <a:pt x="5670" y="10547"/>
                    <a:pt x="5659" y="10547"/>
                  </a:cubicBezTo>
                  <a:cubicBezTo>
                    <a:pt x="5644" y="10547"/>
                    <a:pt x="5632" y="10541"/>
                    <a:pt x="5632" y="10527"/>
                  </a:cubicBezTo>
                  <a:lnTo>
                    <a:pt x="5429" y="8325"/>
                  </a:lnTo>
                  <a:lnTo>
                    <a:pt x="7382" y="6372"/>
                  </a:lnTo>
                  <a:lnTo>
                    <a:pt x="7382" y="6372"/>
                  </a:lnTo>
                  <a:cubicBezTo>
                    <a:pt x="7323" y="7158"/>
                    <a:pt x="7299" y="7372"/>
                    <a:pt x="7203" y="7765"/>
                  </a:cubicBezTo>
                  <a:cubicBezTo>
                    <a:pt x="7192" y="7860"/>
                    <a:pt x="7239" y="7944"/>
                    <a:pt x="7323" y="7967"/>
                  </a:cubicBezTo>
                  <a:cubicBezTo>
                    <a:pt x="7332" y="7969"/>
                    <a:pt x="7342" y="7969"/>
                    <a:pt x="7351" y="7969"/>
                  </a:cubicBezTo>
                  <a:cubicBezTo>
                    <a:pt x="7434" y="7969"/>
                    <a:pt x="7502" y="7923"/>
                    <a:pt x="7513" y="7848"/>
                  </a:cubicBezTo>
                  <a:cubicBezTo>
                    <a:pt x="7620" y="7348"/>
                    <a:pt x="7632" y="7134"/>
                    <a:pt x="7727" y="6027"/>
                  </a:cubicBezTo>
                  <a:lnTo>
                    <a:pt x="9954" y="3800"/>
                  </a:lnTo>
                  <a:cubicBezTo>
                    <a:pt x="9978" y="3776"/>
                    <a:pt x="9990" y="3753"/>
                    <a:pt x="10001" y="3717"/>
                  </a:cubicBezTo>
                  <a:lnTo>
                    <a:pt x="10454" y="2205"/>
                  </a:lnTo>
                  <a:lnTo>
                    <a:pt x="10990" y="383"/>
                  </a:lnTo>
                  <a:cubicBezTo>
                    <a:pt x="11042" y="196"/>
                    <a:pt x="10885" y="1"/>
                    <a:pt x="10687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5"/>
            <p:cNvSpPr/>
            <p:nvPr/>
          </p:nvSpPr>
          <p:spPr>
            <a:xfrm>
              <a:off x="1951705" y="4367117"/>
              <a:ext cx="86062" cy="65437"/>
            </a:xfrm>
            <a:custGeom>
              <a:avLst/>
              <a:gdLst/>
              <a:ahLst/>
              <a:cxnLst/>
              <a:rect l="l" t="t" r="r" b="b"/>
              <a:pathLst>
                <a:path w="2704" h="2056" extrusionOk="0">
                  <a:moveTo>
                    <a:pt x="905" y="1"/>
                  </a:moveTo>
                  <a:cubicBezTo>
                    <a:pt x="881" y="1"/>
                    <a:pt x="857" y="7"/>
                    <a:pt x="834" y="20"/>
                  </a:cubicBezTo>
                  <a:cubicBezTo>
                    <a:pt x="167" y="330"/>
                    <a:pt x="0" y="1211"/>
                    <a:pt x="524" y="1746"/>
                  </a:cubicBezTo>
                  <a:cubicBezTo>
                    <a:pt x="739" y="1949"/>
                    <a:pt x="1000" y="2056"/>
                    <a:pt x="1274" y="2056"/>
                  </a:cubicBezTo>
                  <a:cubicBezTo>
                    <a:pt x="2227" y="2056"/>
                    <a:pt x="2703" y="913"/>
                    <a:pt x="2024" y="234"/>
                  </a:cubicBezTo>
                  <a:cubicBezTo>
                    <a:pt x="1941" y="151"/>
                    <a:pt x="1834" y="80"/>
                    <a:pt x="1715" y="20"/>
                  </a:cubicBezTo>
                  <a:cubicBezTo>
                    <a:pt x="1696" y="10"/>
                    <a:pt x="1674" y="6"/>
                    <a:pt x="1652" y="6"/>
                  </a:cubicBezTo>
                  <a:cubicBezTo>
                    <a:pt x="1592" y="6"/>
                    <a:pt x="1530" y="39"/>
                    <a:pt x="1512" y="91"/>
                  </a:cubicBezTo>
                  <a:cubicBezTo>
                    <a:pt x="1477" y="163"/>
                    <a:pt x="1512" y="270"/>
                    <a:pt x="1584" y="294"/>
                  </a:cubicBezTo>
                  <a:cubicBezTo>
                    <a:pt x="2060" y="508"/>
                    <a:pt x="2167" y="1127"/>
                    <a:pt x="1810" y="1508"/>
                  </a:cubicBezTo>
                  <a:cubicBezTo>
                    <a:pt x="1667" y="1645"/>
                    <a:pt x="1477" y="1714"/>
                    <a:pt x="1285" y="1714"/>
                  </a:cubicBezTo>
                  <a:cubicBezTo>
                    <a:pt x="1093" y="1714"/>
                    <a:pt x="899" y="1645"/>
                    <a:pt x="750" y="1508"/>
                  </a:cubicBezTo>
                  <a:cubicBezTo>
                    <a:pt x="381" y="1127"/>
                    <a:pt x="500" y="520"/>
                    <a:pt x="977" y="294"/>
                  </a:cubicBezTo>
                  <a:cubicBezTo>
                    <a:pt x="1048" y="270"/>
                    <a:pt x="1096" y="163"/>
                    <a:pt x="1048" y="91"/>
                  </a:cubicBezTo>
                  <a:cubicBezTo>
                    <a:pt x="1022" y="40"/>
                    <a:pt x="966" y="1"/>
                    <a:pt x="905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45"/>
          <p:cNvSpPr/>
          <p:nvPr/>
        </p:nvSpPr>
        <p:spPr>
          <a:xfrm>
            <a:off x="6697472" y="2065500"/>
            <a:ext cx="1291875" cy="1143384"/>
          </a:xfrm>
          <a:custGeom>
            <a:avLst/>
            <a:gdLst/>
            <a:ahLst/>
            <a:cxnLst/>
            <a:rect l="l" t="t" r="r" b="b"/>
            <a:pathLst>
              <a:path w="61096" h="53781" extrusionOk="0">
                <a:moveTo>
                  <a:pt x="14684" y="21609"/>
                </a:moveTo>
                <a:lnTo>
                  <a:pt x="14684" y="21609"/>
                </a:lnTo>
                <a:cubicBezTo>
                  <a:pt x="14608" y="23301"/>
                  <a:pt x="14532" y="25032"/>
                  <a:pt x="14532" y="26402"/>
                </a:cubicBezTo>
                <a:lnTo>
                  <a:pt x="14532" y="29559"/>
                </a:lnTo>
                <a:lnTo>
                  <a:pt x="10614" y="29559"/>
                </a:lnTo>
                <a:lnTo>
                  <a:pt x="13182" y="24804"/>
                </a:lnTo>
                <a:lnTo>
                  <a:pt x="13201" y="24785"/>
                </a:lnTo>
                <a:cubicBezTo>
                  <a:pt x="13695" y="23739"/>
                  <a:pt x="14190" y="22674"/>
                  <a:pt x="14684" y="21609"/>
                </a:cubicBezTo>
                <a:close/>
                <a:moveTo>
                  <a:pt x="14894" y="17614"/>
                </a:moveTo>
                <a:lnTo>
                  <a:pt x="14703" y="18052"/>
                </a:lnTo>
                <a:cubicBezTo>
                  <a:pt x="13829" y="20087"/>
                  <a:pt x="12858" y="22160"/>
                  <a:pt x="11907" y="24157"/>
                </a:cubicBezTo>
                <a:lnTo>
                  <a:pt x="8236" y="30986"/>
                </a:lnTo>
                <a:lnTo>
                  <a:pt x="15959" y="30986"/>
                </a:lnTo>
                <a:lnTo>
                  <a:pt x="15959" y="26402"/>
                </a:lnTo>
                <a:cubicBezTo>
                  <a:pt x="15959" y="24671"/>
                  <a:pt x="16073" y="22293"/>
                  <a:pt x="16187" y="20182"/>
                </a:cubicBezTo>
                <a:cubicBezTo>
                  <a:pt x="16225" y="19535"/>
                  <a:pt x="16263" y="18927"/>
                  <a:pt x="16282" y="18375"/>
                </a:cubicBezTo>
                <a:lnTo>
                  <a:pt x="16320" y="17614"/>
                </a:lnTo>
                <a:close/>
                <a:moveTo>
                  <a:pt x="34031" y="0"/>
                </a:moveTo>
                <a:cubicBezTo>
                  <a:pt x="28175" y="0"/>
                  <a:pt x="22495" y="1957"/>
                  <a:pt x="17842" y="5536"/>
                </a:cubicBezTo>
                <a:lnTo>
                  <a:pt x="18717" y="6658"/>
                </a:lnTo>
                <a:cubicBezTo>
                  <a:pt x="23245" y="3186"/>
                  <a:pt x="28701" y="1414"/>
                  <a:pt x="34191" y="1414"/>
                </a:cubicBezTo>
                <a:cubicBezTo>
                  <a:pt x="38294" y="1414"/>
                  <a:pt x="42416" y="2404"/>
                  <a:pt x="46183" y="4414"/>
                </a:cubicBezTo>
                <a:cubicBezTo>
                  <a:pt x="54990" y="9112"/>
                  <a:pt x="60239" y="18508"/>
                  <a:pt x="59612" y="28475"/>
                </a:cubicBezTo>
                <a:cubicBezTo>
                  <a:pt x="59003" y="38442"/>
                  <a:pt x="52612" y="47115"/>
                  <a:pt x="43292" y="50672"/>
                </a:cubicBezTo>
                <a:cubicBezTo>
                  <a:pt x="40336" y="51806"/>
                  <a:pt x="37257" y="52357"/>
                  <a:pt x="34202" y="52357"/>
                </a:cubicBezTo>
                <a:cubicBezTo>
                  <a:pt x="27625" y="52357"/>
                  <a:pt x="21165" y="49803"/>
                  <a:pt x="16320" y="45023"/>
                </a:cubicBezTo>
                <a:cubicBezTo>
                  <a:pt x="16187" y="44890"/>
                  <a:pt x="16073" y="44776"/>
                  <a:pt x="15959" y="44643"/>
                </a:cubicBezTo>
                <a:lnTo>
                  <a:pt x="15959" y="36559"/>
                </a:lnTo>
                <a:lnTo>
                  <a:pt x="1427" y="36559"/>
                </a:lnTo>
                <a:lnTo>
                  <a:pt x="1427" y="31005"/>
                </a:lnTo>
                <a:lnTo>
                  <a:pt x="12744" y="11509"/>
                </a:lnTo>
                <a:lnTo>
                  <a:pt x="23130" y="11509"/>
                </a:lnTo>
                <a:lnTo>
                  <a:pt x="23130" y="30986"/>
                </a:lnTo>
                <a:lnTo>
                  <a:pt x="26801" y="30986"/>
                </a:lnTo>
                <a:lnTo>
                  <a:pt x="26801" y="36559"/>
                </a:lnTo>
                <a:lnTo>
                  <a:pt x="23853" y="36559"/>
                </a:lnTo>
                <a:lnTo>
                  <a:pt x="23853" y="37986"/>
                </a:lnTo>
                <a:lnTo>
                  <a:pt x="28227" y="37986"/>
                </a:lnTo>
                <a:lnTo>
                  <a:pt x="28227" y="29559"/>
                </a:lnTo>
                <a:lnTo>
                  <a:pt x="24556" y="29559"/>
                </a:lnTo>
                <a:lnTo>
                  <a:pt x="24556" y="10082"/>
                </a:lnTo>
                <a:lnTo>
                  <a:pt x="11926" y="10082"/>
                </a:lnTo>
                <a:lnTo>
                  <a:pt x="95" y="30453"/>
                </a:lnTo>
                <a:lnTo>
                  <a:pt x="0" y="30624"/>
                </a:lnTo>
                <a:lnTo>
                  <a:pt x="0" y="37986"/>
                </a:lnTo>
                <a:lnTo>
                  <a:pt x="14532" y="37986"/>
                </a:lnTo>
                <a:lnTo>
                  <a:pt x="14532" y="45156"/>
                </a:lnTo>
                <a:cubicBezTo>
                  <a:pt x="14723" y="45366"/>
                  <a:pt x="15103" y="45822"/>
                  <a:pt x="15312" y="46031"/>
                </a:cubicBezTo>
                <a:cubicBezTo>
                  <a:pt x="20450" y="51093"/>
                  <a:pt x="27279" y="53781"/>
                  <a:pt x="34222" y="53781"/>
                </a:cubicBezTo>
                <a:cubicBezTo>
                  <a:pt x="37715" y="53781"/>
                  <a:pt x="41236" y="53100"/>
                  <a:pt x="44585" y="51699"/>
                </a:cubicBezTo>
                <a:cubicBezTo>
                  <a:pt x="54585" y="47517"/>
                  <a:pt x="61089" y="37729"/>
                  <a:pt x="61095" y="26893"/>
                </a:cubicBezTo>
                <a:lnTo>
                  <a:pt x="61095" y="26893"/>
                </a:lnTo>
                <a:cubicBezTo>
                  <a:pt x="61095" y="26894"/>
                  <a:pt x="61095" y="26895"/>
                  <a:pt x="61095" y="26896"/>
                </a:cubicBezTo>
                <a:lnTo>
                  <a:pt x="61095" y="26877"/>
                </a:lnTo>
                <a:cubicBezTo>
                  <a:pt x="61095" y="26883"/>
                  <a:pt x="61095" y="26888"/>
                  <a:pt x="61095" y="26893"/>
                </a:cubicBezTo>
                <a:lnTo>
                  <a:pt x="61095" y="26893"/>
                </a:lnTo>
                <a:cubicBezTo>
                  <a:pt x="61074" y="12039"/>
                  <a:pt x="49054" y="1"/>
                  <a:pt x="34200" y="1"/>
                </a:cubicBezTo>
                <a:cubicBezTo>
                  <a:pt x="34143" y="1"/>
                  <a:pt x="34087" y="0"/>
                  <a:pt x="3403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45"/>
          <p:cNvSpPr/>
          <p:nvPr/>
        </p:nvSpPr>
        <p:spPr>
          <a:xfrm>
            <a:off x="7041358" y="2271735"/>
            <a:ext cx="726373" cy="730749"/>
          </a:xfrm>
          <a:custGeom>
            <a:avLst/>
            <a:gdLst/>
            <a:ahLst/>
            <a:cxnLst/>
            <a:rect l="l" t="t" r="r" b="b"/>
            <a:pathLst>
              <a:path w="34352" h="34372" extrusionOk="0">
                <a:moveTo>
                  <a:pt x="17176" y="1"/>
                </a:moveTo>
                <a:cubicBezTo>
                  <a:pt x="7685" y="1"/>
                  <a:pt x="0" y="7704"/>
                  <a:pt x="0" y="17195"/>
                </a:cubicBezTo>
                <a:cubicBezTo>
                  <a:pt x="0" y="26687"/>
                  <a:pt x="7685" y="34371"/>
                  <a:pt x="17176" y="34371"/>
                </a:cubicBezTo>
                <a:cubicBezTo>
                  <a:pt x="26667" y="34371"/>
                  <a:pt x="34352" y="26687"/>
                  <a:pt x="34352" y="17195"/>
                </a:cubicBezTo>
                <a:cubicBezTo>
                  <a:pt x="34352" y="7704"/>
                  <a:pt x="26667" y="1"/>
                  <a:pt x="17176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FFAB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45"/>
          <p:cNvGrpSpPr/>
          <p:nvPr/>
        </p:nvGrpSpPr>
        <p:grpSpPr>
          <a:xfrm>
            <a:off x="7227704" y="2435110"/>
            <a:ext cx="353636" cy="404019"/>
            <a:chOff x="5357662" y="4297637"/>
            <a:chExt cx="287275" cy="326296"/>
          </a:xfrm>
        </p:grpSpPr>
        <p:sp>
          <p:nvSpPr>
            <p:cNvPr id="627" name="Google Shape;627;p45"/>
            <p:cNvSpPr/>
            <p:nvPr/>
          </p:nvSpPr>
          <p:spPr>
            <a:xfrm>
              <a:off x="5357662" y="4385545"/>
              <a:ext cx="287275" cy="238388"/>
            </a:xfrm>
            <a:custGeom>
              <a:avLst/>
              <a:gdLst/>
              <a:ahLst/>
              <a:cxnLst/>
              <a:rect l="l" t="t" r="r" b="b"/>
              <a:pathLst>
                <a:path w="9026" h="7490" extrusionOk="0">
                  <a:moveTo>
                    <a:pt x="2906" y="5573"/>
                  </a:moveTo>
                  <a:lnTo>
                    <a:pt x="2906" y="7144"/>
                  </a:lnTo>
                  <a:lnTo>
                    <a:pt x="322" y="7144"/>
                  </a:lnTo>
                  <a:lnTo>
                    <a:pt x="322" y="5573"/>
                  </a:lnTo>
                  <a:close/>
                  <a:moveTo>
                    <a:pt x="5799" y="3037"/>
                  </a:moveTo>
                  <a:lnTo>
                    <a:pt x="5799" y="7144"/>
                  </a:lnTo>
                  <a:lnTo>
                    <a:pt x="3227" y="7144"/>
                  </a:lnTo>
                  <a:lnTo>
                    <a:pt x="3227" y="5406"/>
                  </a:lnTo>
                  <a:lnTo>
                    <a:pt x="3227" y="3037"/>
                  </a:lnTo>
                  <a:close/>
                  <a:moveTo>
                    <a:pt x="5966" y="1"/>
                  </a:moveTo>
                  <a:cubicBezTo>
                    <a:pt x="5882" y="1"/>
                    <a:pt x="5799" y="72"/>
                    <a:pt x="5799" y="167"/>
                  </a:cubicBezTo>
                  <a:lnTo>
                    <a:pt x="5799" y="2727"/>
                  </a:lnTo>
                  <a:lnTo>
                    <a:pt x="3061" y="2727"/>
                  </a:lnTo>
                  <a:cubicBezTo>
                    <a:pt x="2977" y="2727"/>
                    <a:pt x="2906" y="2799"/>
                    <a:pt x="2906" y="2894"/>
                  </a:cubicBezTo>
                  <a:lnTo>
                    <a:pt x="2906" y="5251"/>
                  </a:lnTo>
                  <a:lnTo>
                    <a:pt x="156" y="5251"/>
                  </a:lnTo>
                  <a:cubicBezTo>
                    <a:pt x="72" y="5251"/>
                    <a:pt x="1" y="5335"/>
                    <a:pt x="1" y="5418"/>
                  </a:cubicBezTo>
                  <a:lnTo>
                    <a:pt x="1" y="7323"/>
                  </a:lnTo>
                  <a:cubicBezTo>
                    <a:pt x="1" y="7418"/>
                    <a:pt x="72" y="7490"/>
                    <a:pt x="156" y="7490"/>
                  </a:cubicBezTo>
                  <a:lnTo>
                    <a:pt x="8871" y="7490"/>
                  </a:lnTo>
                  <a:cubicBezTo>
                    <a:pt x="8954" y="7490"/>
                    <a:pt x="9026" y="7418"/>
                    <a:pt x="9026" y="7323"/>
                  </a:cubicBezTo>
                  <a:lnTo>
                    <a:pt x="9026" y="1417"/>
                  </a:lnTo>
                  <a:cubicBezTo>
                    <a:pt x="9026" y="1322"/>
                    <a:pt x="8954" y="1251"/>
                    <a:pt x="8871" y="1251"/>
                  </a:cubicBezTo>
                  <a:cubicBezTo>
                    <a:pt x="8776" y="1251"/>
                    <a:pt x="8704" y="1322"/>
                    <a:pt x="8704" y="1417"/>
                  </a:cubicBezTo>
                  <a:lnTo>
                    <a:pt x="8704" y="7144"/>
                  </a:lnTo>
                  <a:lnTo>
                    <a:pt x="6132" y="7144"/>
                  </a:lnTo>
                  <a:lnTo>
                    <a:pt x="6132" y="2870"/>
                  </a:lnTo>
                  <a:lnTo>
                    <a:pt x="6132" y="310"/>
                  </a:lnTo>
                  <a:lnTo>
                    <a:pt x="8704" y="310"/>
                  </a:lnTo>
                  <a:lnTo>
                    <a:pt x="8704" y="763"/>
                  </a:lnTo>
                  <a:cubicBezTo>
                    <a:pt x="8704" y="846"/>
                    <a:pt x="8776" y="929"/>
                    <a:pt x="8871" y="929"/>
                  </a:cubicBezTo>
                  <a:cubicBezTo>
                    <a:pt x="8954" y="929"/>
                    <a:pt x="9026" y="846"/>
                    <a:pt x="9026" y="763"/>
                  </a:cubicBezTo>
                  <a:lnTo>
                    <a:pt x="9026" y="167"/>
                  </a:lnTo>
                  <a:cubicBezTo>
                    <a:pt x="9026" y="72"/>
                    <a:pt x="8954" y="1"/>
                    <a:pt x="8871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5"/>
            <p:cNvSpPr/>
            <p:nvPr/>
          </p:nvSpPr>
          <p:spPr>
            <a:xfrm>
              <a:off x="5377363" y="4576542"/>
              <a:ext cx="62191" cy="10248"/>
            </a:xfrm>
            <a:custGeom>
              <a:avLst/>
              <a:gdLst/>
              <a:ahLst/>
              <a:cxnLst/>
              <a:rect l="l" t="t" r="r" b="b"/>
              <a:pathLst>
                <a:path w="1954" h="322" extrusionOk="0">
                  <a:moveTo>
                    <a:pt x="168" y="0"/>
                  </a:moveTo>
                  <a:cubicBezTo>
                    <a:pt x="84" y="0"/>
                    <a:pt x="1" y="72"/>
                    <a:pt x="1" y="167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1787" y="322"/>
                  </a:lnTo>
                  <a:cubicBezTo>
                    <a:pt x="1882" y="322"/>
                    <a:pt x="1953" y="250"/>
                    <a:pt x="1953" y="167"/>
                  </a:cubicBezTo>
                  <a:cubicBezTo>
                    <a:pt x="1953" y="72"/>
                    <a:pt x="1882" y="0"/>
                    <a:pt x="1787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5"/>
            <p:cNvSpPr/>
            <p:nvPr/>
          </p:nvSpPr>
          <p:spPr>
            <a:xfrm>
              <a:off x="5470204" y="4495827"/>
              <a:ext cx="62191" cy="10630"/>
            </a:xfrm>
            <a:custGeom>
              <a:avLst/>
              <a:gdLst/>
              <a:ahLst/>
              <a:cxnLst/>
              <a:rect l="l" t="t" r="r" b="b"/>
              <a:pathLst>
                <a:path w="1954" h="334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cubicBezTo>
                    <a:pt x="1" y="262"/>
                    <a:pt x="84" y="334"/>
                    <a:pt x="168" y="334"/>
                  </a:cubicBezTo>
                  <a:lnTo>
                    <a:pt x="1787" y="334"/>
                  </a:lnTo>
                  <a:cubicBezTo>
                    <a:pt x="1882" y="334"/>
                    <a:pt x="1954" y="262"/>
                    <a:pt x="1954" y="167"/>
                  </a:cubicBezTo>
                  <a:cubicBezTo>
                    <a:pt x="1954" y="84"/>
                    <a:pt x="1882" y="0"/>
                    <a:pt x="1787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5"/>
            <p:cNvSpPr/>
            <p:nvPr/>
          </p:nvSpPr>
          <p:spPr>
            <a:xfrm>
              <a:off x="5562694" y="4409798"/>
              <a:ext cx="62159" cy="10280"/>
            </a:xfrm>
            <a:custGeom>
              <a:avLst/>
              <a:gdLst/>
              <a:ahLst/>
              <a:cxnLst/>
              <a:rect l="l" t="t" r="r" b="b"/>
              <a:pathLst>
                <a:path w="1953" h="323" extrusionOk="0">
                  <a:moveTo>
                    <a:pt x="167" y="1"/>
                  </a:moveTo>
                  <a:cubicBezTo>
                    <a:pt x="71" y="1"/>
                    <a:pt x="0" y="72"/>
                    <a:pt x="0" y="167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1786" y="322"/>
                  </a:lnTo>
                  <a:cubicBezTo>
                    <a:pt x="1881" y="322"/>
                    <a:pt x="1953" y="251"/>
                    <a:pt x="1953" y="167"/>
                  </a:cubicBezTo>
                  <a:cubicBezTo>
                    <a:pt x="1953" y="72"/>
                    <a:pt x="1881" y="1"/>
                    <a:pt x="1786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5"/>
            <p:cNvSpPr/>
            <p:nvPr/>
          </p:nvSpPr>
          <p:spPr>
            <a:xfrm>
              <a:off x="5358043" y="4297637"/>
              <a:ext cx="238388" cy="237624"/>
            </a:xfrm>
            <a:custGeom>
              <a:avLst/>
              <a:gdLst/>
              <a:ahLst/>
              <a:cxnLst/>
              <a:rect l="l" t="t" r="r" b="b"/>
              <a:pathLst>
                <a:path w="7490" h="7466" extrusionOk="0">
                  <a:moveTo>
                    <a:pt x="6061" y="0"/>
                  </a:moveTo>
                  <a:cubicBezTo>
                    <a:pt x="5966" y="0"/>
                    <a:pt x="5894" y="72"/>
                    <a:pt x="5894" y="155"/>
                  </a:cubicBezTo>
                  <a:cubicBezTo>
                    <a:pt x="5894" y="250"/>
                    <a:pt x="5966" y="322"/>
                    <a:pt x="6061" y="322"/>
                  </a:cubicBezTo>
                  <a:lnTo>
                    <a:pt x="6942" y="322"/>
                  </a:lnTo>
                  <a:lnTo>
                    <a:pt x="60" y="7204"/>
                  </a:lnTo>
                  <a:cubicBezTo>
                    <a:pt x="1" y="7263"/>
                    <a:pt x="1" y="7358"/>
                    <a:pt x="60" y="7418"/>
                  </a:cubicBezTo>
                  <a:cubicBezTo>
                    <a:pt x="72" y="7454"/>
                    <a:pt x="120" y="7466"/>
                    <a:pt x="167" y="7466"/>
                  </a:cubicBezTo>
                  <a:cubicBezTo>
                    <a:pt x="215" y="7466"/>
                    <a:pt x="251" y="7454"/>
                    <a:pt x="286" y="7418"/>
                  </a:cubicBezTo>
                  <a:lnTo>
                    <a:pt x="7156" y="548"/>
                  </a:lnTo>
                  <a:lnTo>
                    <a:pt x="7156" y="1429"/>
                  </a:lnTo>
                  <a:cubicBezTo>
                    <a:pt x="7156" y="1512"/>
                    <a:pt x="7240" y="1584"/>
                    <a:pt x="7323" y="1584"/>
                  </a:cubicBezTo>
                  <a:cubicBezTo>
                    <a:pt x="7406" y="1584"/>
                    <a:pt x="7490" y="1512"/>
                    <a:pt x="7490" y="1429"/>
                  </a:cubicBezTo>
                  <a:lnTo>
                    <a:pt x="7490" y="155"/>
                  </a:lnTo>
                  <a:cubicBezTo>
                    <a:pt x="7490" y="72"/>
                    <a:pt x="7406" y="0"/>
                    <a:pt x="7323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6"/>
          <p:cNvSpPr txBox="1">
            <a:spLocks noGrp="1"/>
          </p:cNvSpPr>
          <p:nvPr>
            <p:ph type="title"/>
          </p:nvPr>
        </p:nvSpPr>
        <p:spPr>
          <a:xfrm>
            <a:off x="0" y="350070"/>
            <a:ext cx="9144000" cy="12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MAYBE FOUR COLUMNS</a:t>
            </a:r>
            <a:endParaRPr/>
          </a:p>
        </p:txBody>
      </p:sp>
      <p:grpSp>
        <p:nvGrpSpPr>
          <p:cNvPr id="637" name="Google Shape;637;p46"/>
          <p:cNvGrpSpPr/>
          <p:nvPr/>
        </p:nvGrpSpPr>
        <p:grpSpPr>
          <a:xfrm>
            <a:off x="1425019" y="1885883"/>
            <a:ext cx="522263" cy="521740"/>
            <a:chOff x="2201806" y="1976585"/>
            <a:chExt cx="349784" cy="349434"/>
          </a:xfrm>
        </p:grpSpPr>
        <p:sp>
          <p:nvSpPr>
            <p:cNvPr id="638" name="Google Shape;638;p46"/>
            <p:cNvSpPr/>
            <p:nvPr/>
          </p:nvSpPr>
          <p:spPr>
            <a:xfrm>
              <a:off x="2231755" y="2073373"/>
              <a:ext cx="319835" cy="252647"/>
            </a:xfrm>
            <a:custGeom>
              <a:avLst/>
              <a:gdLst/>
              <a:ahLst/>
              <a:cxnLst/>
              <a:rect l="l" t="t" r="r" b="b"/>
              <a:pathLst>
                <a:path w="10049" h="7938" extrusionOk="0">
                  <a:moveTo>
                    <a:pt x="9368" y="0"/>
                  </a:moveTo>
                  <a:cubicBezTo>
                    <a:pt x="9345" y="0"/>
                    <a:pt x="9322" y="6"/>
                    <a:pt x="9299" y="20"/>
                  </a:cubicBezTo>
                  <a:cubicBezTo>
                    <a:pt x="9227" y="67"/>
                    <a:pt x="9180" y="151"/>
                    <a:pt x="9227" y="234"/>
                  </a:cubicBezTo>
                  <a:cubicBezTo>
                    <a:pt x="9561" y="925"/>
                    <a:pt x="9716" y="1675"/>
                    <a:pt x="9716" y="2449"/>
                  </a:cubicBezTo>
                  <a:cubicBezTo>
                    <a:pt x="9716" y="3830"/>
                    <a:pt x="9180" y="5127"/>
                    <a:pt x="8203" y="6104"/>
                  </a:cubicBezTo>
                  <a:cubicBezTo>
                    <a:pt x="7215" y="7092"/>
                    <a:pt x="5917" y="7628"/>
                    <a:pt x="4536" y="7628"/>
                  </a:cubicBezTo>
                  <a:cubicBezTo>
                    <a:pt x="3715" y="7628"/>
                    <a:pt x="2929" y="7449"/>
                    <a:pt x="2203" y="7080"/>
                  </a:cubicBezTo>
                  <a:cubicBezTo>
                    <a:pt x="1596" y="6759"/>
                    <a:pt x="1060" y="6342"/>
                    <a:pt x="607" y="5830"/>
                  </a:cubicBezTo>
                  <a:lnTo>
                    <a:pt x="607" y="5830"/>
                  </a:lnTo>
                  <a:lnTo>
                    <a:pt x="1250" y="6032"/>
                  </a:lnTo>
                  <a:cubicBezTo>
                    <a:pt x="1272" y="6040"/>
                    <a:pt x="1293" y="6044"/>
                    <a:pt x="1312" y="6044"/>
                  </a:cubicBezTo>
                  <a:cubicBezTo>
                    <a:pt x="1380" y="6044"/>
                    <a:pt x="1434" y="5999"/>
                    <a:pt x="1453" y="5925"/>
                  </a:cubicBezTo>
                  <a:cubicBezTo>
                    <a:pt x="1488" y="5842"/>
                    <a:pt x="1441" y="5747"/>
                    <a:pt x="1357" y="5723"/>
                  </a:cubicBezTo>
                  <a:lnTo>
                    <a:pt x="202" y="5330"/>
                  </a:lnTo>
                  <a:cubicBezTo>
                    <a:pt x="191" y="5327"/>
                    <a:pt x="179" y="5325"/>
                    <a:pt x="167" y="5325"/>
                  </a:cubicBezTo>
                  <a:cubicBezTo>
                    <a:pt x="131" y="5325"/>
                    <a:pt x="95" y="5339"/>
                    <a:pt x="60" y="5366"/>
                  </a:cubicBezTo>
                  <a:cubicBezTo>
                    <a:pt x="12" y="5389"/>
                    <a:pt x="0" y="5449"/>
                    <a:pt x="0" y="5508"/>
                  </a:cubicBezTo>
                  <a:lnTo>
                    <a:pt x="191" y="6854"/>
                  </a:lnTo>
                  <a:cubicBezTo>
                    <a:pt x="214" y="6925"/>
                    <a:pt x="274" y="6985"/>
                    <a:pt x="357" y="6985"/>
                  </a:cubicBezTo>
                  <a:lnTo>
                    <a:pt x="393" y="6985"/>
                  </a:lnTo>
                  <a:cubicBezTo>
                    <a:pt x="476" y="6973"/>
                    <a:pt x="536" y="6890"/>
                    <a:pt x="524" y="6806"/>
                  </a:cubicBezTo>
                  <a:lnTo>
                    <a:pt x="417" y="6068"/>
                  </a:lnTo>
                  <a:lnTo>
                    <a:pt x="417" y="6068"/>
                  </a:lnTo>
                  <a:cubicBezTo>
                    <a:pt x="881" y="6604"/>
                    <a:pt x="1465" y="7044"/>
                    <a:pt x="2084" y="7354"/>
                  </a:cubicBezTo>
                  <a:cubicBezTo>
                    <a:pt x="2858" y="7747"/>
                    <a:pt x="3691" y="7937"/>
                    <a:pt x="4560" y="7937"/>
                  </a:cubicBezTo>
                  <a:cubicBezTo>
                    <a:pt x="6025" y="7937"/>
                    <a:pt x="7394" y="7366"/>
                    <a:pt x="8442" y="6330"/>
                  </a:cubicBezTo>
                  <a:cubicBezTo>
                    <a:pt x="9477" y="5282"/>
                    <a:pt x="10049" y="3913"/>
                    <a:pt x="10049" y="2449"/>
                  </a:cubicBezTo>
                  <a:cubicBezTo>
                    <a:pt x="10049" y="1627"/>
                    <a:pt x="9870" y="829"/>
                    <a:pt x="9513" y="91"/>
                  </a:cubicBezTo>
                  <a:cubicBezTo>
                    <a:pt x="9479" y="40"/>
                    <a:pt x="9426" y="0"/>
                    <a:pt x="93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6"/>
            <p:cNvSpPr/>
            <p:nvPr/>
          </p:nvSpPr>
          <p:spPr>
            <a:xfrm>
              <a:off x="2201806" y="1976585"/>
              <a:ext cx="319484" cy="252424"/>
            </a:xfrm>
            <a:custGeom>
              <a:avLst/>
              <a:gdLst/>
              <a:ahLst/>
              <a:cxnLst/>
              <a:rect l="l" t="t" r="r" b="b"/>
              <a:pathLst>
                <a:path w="10038" h="7931" extrusionOk="0">
                  <a:moveTo>
                    <a:pt x="5501" y="1"/>
                  </a:moveTo>
                  <a:cubicBezTo>
                    <a:pt x="4025" y="1"/>
                    <a:pt x="2656" y="560"/>
                    <a:pt x="1608" y="1608"/>
                  </a:cubicBezTo>
                  <a:cubicBezTo>
                    <a:pt x="572" y="2644"/>
                    <a:pt x="0" y="4013"/>
                    <a:pt x="0" y="5490"/>
                  </a:cubicBezTo>
                  <a:cubicBezTo>
                    <a:pt x="0" y="6311"/>
                    <a:pt x="179" y="7109"/>
                    <a:pt x="536" y="7835"/>
                  </a:cubicBezTo>
                  <a:cubicBezTo>
                    <a:pt x="572" y="7895"/>
                    <a:pt x="632" y="7930"/>
                    <a:pt x="691" y="7930"/>
                  </a:cubicBezTo>
                  <a:cubicBezTo>
                    <a:pt x="715" y="7930"/>
                    <a:pt x="739" y="7930"/>
                    <a:pt x="762" y="7918"/>
                  </a:cubicBezTo>
                  <a:cubicBezTo>
                    <a:pt x="834" y="7871"/>
                    <a:pt x="882" y="7776"/>
                    <a:pt x="834" y="7704"/>
                  </a:cubicBezTo>
                  <a:cubicBezTo>
                    <a:pt x="512" y="7002"/>
                    <a:pt x="346" y="6263"/>
                    <a:pt x="346" y="5490"/>
                  </a:cubicBezTo>
                  <a:cubicBezTo>
                    <a:pt x="346" y="4108"/>
                    <a:pt x="882" y="2811"/>
                    <a:pt x="1870" y="1822"/>
                  </a:cubicBezTo>
                  <a:cubicBezTo>
                    <a:pt x="2846" y="846"/>
                    <a:pt x="4144" y="310"/>
                    <a:pt x="5525" y="310"/>
                  </a:cubicBezTo>
                  <a:cubicBezTo>
                    <a:pt x="7049" y="310"/>
                    <a:pt x="8454" y="965"/>
                    <a:pt x="9454" y="2108"/>
                  </a:cubicBezTo>
                  <a:lnTo>
                    <a:pt x="8811" y="1906"/>
                  </a:lnTo>
                  <a:cubicBezTo>
                    <a:pt x="8792" y="1898"/>
                    <a:pt x="8772" y="1894"/>
                    <a:pt x="8753" y="1894"/>
                  </a:cubicBezTo>
                  <a:cubicBezTo>
                    <a:pt x="8688" y="1894"/>
                    <a:pt x="8627" y="1937"/>
                    <a:pt x="8609" y="2001"/>
                  </a:cubicBezTo>
                  <a:cubicBezTo>
                    <a:pt x="8573" y="2096"/>
                    <a:pt x="8621" y="2180"/>
                    <a:pt x="8716" y="2215"/>
                  </a:cubicBezTo>
                  <a:lnTo>
                    <a:pt x="9859" y="2596"/>
                  </a:lnTo>
                  <a:cubicBezTo>
                    <a:pt x="9871" y="2596"/>
                    <a:pt x="9883" y="2620"/>
                    <a:pt x="9906" y="2620"/>
                  </a:cubicBezTo>
                  <a:cubicBezTo>
                    <a:pt x="9930" y="2620"/>
                    <a:pt x="9978" y="2596"/>
                    <a:pt x="10002" y="2572"/>
                  </a:cubicBezTo>
                  <a:cubicBezTo>
                    <a:pt x="10026" y="2525"/>
                    <a:pt x="10037" y="2465"/>
                    <a:pt x="10037" y="2418"/>
                  </a:cubicBezTo>
                  <a:lnTo>
                    <a:pt x="9847" y="1084"/>
                  </a:lnTo>
                  <a:cubicBezTo>
                    <a:pt x="9827" y="1003"/>
                    <a:pt x="9772" y="948"/>
                    <a:pt x="9705" y="948"/>
                  </a:cubicBezTo>
                  <a:cubicBezTo>
                    <a:pt x="9693" y="948"/>
                    <a:pt x="9681" y="950"/>
                    <a:pt x="9668" y="953"/>
                  </a:cubicBezTo>
                  <a:cubicBezTo>
                    <a:pt x="9573" y="965"/>
                    <a:pt x="9514" y="1037"/>
                    <a:pt x="9525" y="1132"/>
                  </a:cubicBezTo>
                  <a:lnTo>
                    <a:pt x="9633" y="1870"/>
                  </a:lnTo>
                  <a:cubicBezTo>
                    <a:pt x="8597" y="667"/>
                    <a:pt x="7085" y="1"/>
                    <a:pt x="55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6"/>
            <p:cNvSpPr/>
            <p:nvPr/>
          </p:nvSpPr>
          <p:spPr>
            <a:xfrm>
              <a:off x="2331789" y="2068662"/>
              <a:ext cx="16709" cy="27340"/>
            </a:xfrm>
            <a:custGeom>
              <a:avLst/>
              <a:gdLst/>
              <a:ahLst/>
              <a:cxnLst/>
              <a:rect l="l" t="t" r="r" b="b"/>
              <a:pathLst>
                <a:path w="525" h="859" extrusionOk="0">
                  <a:moveTo>
                    <a:pt x="358" y="1"/>
                  </a:moveTo>
                  <a:cubicBezTo>
                    <a:pt x="262" y="1"/>
                    <a:pt x="191" y="84"/>
                    <a:pt x="191" y="168"/>
                  </a:cubicBezTo>
                  <a:lnTo>
                    <a:pt x="191" y="465"/>
                  </a:lnTo>
                  <a:lnTo>
                    <a:pt x="72" y="584"/>
                  </a:lnTo>
                  <a:cubicBezTo>
                    <a:pt x="12" y="644"/>
                    <a:pt x="0" y="751"/>
                    <a:pt x="72" y="811"/>
                  </a:cubicBezTo>
                  <a:cubicBezTo>
                    <a:pt x="96" y="834"/>
                    <a:pt x="143" y="858"/>
                    <a:pt x="191" y="858"/>
                  </a:cubicBezTo>
                  <a:cubicBezTo>
                    <a:pt x="238" y="858"/>
                    <a:pt x="262" y="834"/>
                    <a:pt x="298" y="811"/>
                  </a:cubicBezTo>
                  <a:lnTo>
                    <a:pt x="453" y="644"/>
                  </a:lnTo>
                  <a:cubicBezTo>
                    <a:pt x="488" y="620"/>
                    <a:pt x="500" y="572"/>
                    <a:pt x="500" y="525"/>
                  </a:cubicBezTo>
                  <a:lnTo>
                    <a:pt x="524" y="168"/>
                  </a:lnTo>
                  <a:cubicBezTo>
                    <a:pt x="524" y="84"/>
                    <a:pt x="441" y="1"/>
                    <a:pt x="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6"/>
            <p:cNvSpPr/>
            <p:nvPr/>
          </p:nvSpPr>
          <p:spPr>
            <a:xfrm>
              <a:off x="2243118" y="2021653"/>
              <a:ext cx="265664" cy="261908"/>
            </a:xfrm>
            <a:custGeom>
              <a:avLst/>
              <a:gdLst/>
              <a:ahLst/>
              <a:cxnLst/>
              <a:rect l="l" t="t" r="r" b="b"/>
              <a:pathLst>
                <a:path w="8347" h="8229" extrusionOk="0">
                  <a:moveTo>
                    <a:pt x="2751" y="3109"/>
                  </a:moveTo>
                  <a:lnTo>
                    <a:pt x="2977" y="3133"/>
                  </a:lnTo>
                  <a:lnTo>
                    <a:pt x="3084" y="3133"/>
                  </a:lnTo>
                  <a:lnTo>
                    <a:pt x="2917" y="3502"/>
                  </a:lnTo>
                  <a:lnTo>
                    <a:pt x="2643" y="3431"/>
                  </a:lnTo>
                  <a:lnTo>
                    <a:pt x="2751" y="3109"/>
                  </a:lnTo>
                  <a:close/>
                  <a:moveTo>
                    <a:pt x="3834" y="3026"/>
                  </a:moveTo>
                  <a:lnTo>
                    <a:pt x="4156" y="3419"/>
                  </a:lnTo>
                  <a:lnTo>
                    <a:pt x="4120" y="3526"/>
                  </a:lnTo>
                  <a:cubicBezTo>
                    <a:pt x="4096" y="3609"/>
                    <a:pt x="4144" y="3704"/>
                    <a:pt x="4227" y="3728"/>
                  </a:cubicBezTo>
                  <a:cubicBezTo>
                    <a:pt x="4239" y="3728"/>
                    <a:pt x="4263" y="3740"/>
                    <a:pt x="4275" y="3740"/>
                  </a:cubicBezTo>
                  <a:cubicBezTo>
                    <a:pt x="4346" y="3740"/>
                    <a:pt x="4406" y="3704"/>
                    <a:pt x="4417" y="3645"/>
                  </a:cubicBezTo>
                  <a:lnTo>
                    <a:pt x="4465" y="3526"/>
                  </a:lnTo>
                  <a:cubicBezTo>
                    <a:pt x="4501" y="3419"/>
                    <a:pt x="4477" y="3312"/>
                    <a:pt x="4417" y="3240"/>
                  </a:cubicBezTo>
                  <a:lnTo>
                    <a:pt x="4334" y="3133"/>
                  </a:lnTo>
                  <a:lnTo>
                    <a:pt x="4608" y="3359"/>
                  </a:lnTo>
                  <a:cubicBezTo>
                    <a:pt x="4638" y="3374"/>
                    <a:pt x="4673" y="3389"/>
                    <a:pt x="4710" y="3389"/>
                  </a:cubicBezTo>
                  <a:cubicBezTo>
                    <a:pt x="4731" y="3389"/>
                    <a:pt x="4753" y="3384"/>
                    <a:pt x="4775" y="3371"/>
                  </a:cubicBezTo>
                  <a:lnTo>
                    <a:pt x="4989" y="3288"/>
                  </a:lnTo>
                  <a:lnTo>
                    <a:pt x="5108" y="3419"/>
                  </a:lnTo>
                  <a:cubicBezTo>
                    <a:pt x="5132" y="3466"/>
                    <a:pt x="5191" y="3478"/>
                    <a:pt x="5239" y="3478"/>
                  </a:cubicBezTo>
                  <a:lnTo>
                    <a:pt x="5644" y="3442"/>
                  </a:lnTo>
                  <a:lnTo>
                    <a:pt x="5656" y="3526"/>
                  </a:lnTo>
                  <a:cubicBezTo>
                    <a:pt x="5668" y="3562"/>
                    <a:pt x="5644" y="3597"/>
                    <a:pt x="5644" y="3609"/>
                  </a:cubicBezTo>
                  <a:cubicBezTo>
                    <a:pt x="5620" y="3621"/>
                    <a:pt x="5608" y="3657"/>
                    <a:pt x="5560" y="3657"/>
                  </a:cubicBezTo>
                  <a:lnTo>
                    <a:pt x="4882" y="3716"/>
                  </a:lnTo>
                  <a:cubicBezTo>
                    <a:pt x="4787" y="3716"/>
                    <a:pt x="4715" y="3764"/>
                    <a:pt x="4668" y="3835"/>
                  </a:cubicBezTo>
                  <a:cubicBezTo>
                    <a:pt x="4644" y="3895"/>
                    <a:pt x="4608" y="3954"/>
                    <a:pt x="4632" y="4014"/>
                  </a:cubicBezTo>
                  <a:lnTo>
                    <a:pt x="4167" y="3859"/>
                  </a:lnTo>
                  <a:cubicBezTo>
                    <a:pt x="4156" y="3859"/>
                    <a:pt x="4156" y="3847"/>
                    <a:pt x="4156" y="3835"/>
                  </a:cubicBezTo>
                  <a:cubicBezTo>
                    <a:pt x="4120" y="3657"/>
                    <a:pt x="3977" y="3538"/>
                    <a:pt x="3798" y="3538"/>
                  </a:cubicBezTo>
                  <a:lnTo>
                    <a:pt x="3775" y="3538"/>
                  </a:lnTo>
                  <a:lnTo>
                    <a:pt x="3286" y="3550"/>
                  </a:lnTo>
                  <a:lnTo>
                    <a:pt x="3405" y="3204"/>
                  </a:lnTo>
                  <a:cubicBezTo>
                    <a:pt x="3429" y="3181"/>
                    <a:pt x="3453" y="3169"/>
                    <a:pt x="3489" y="3145"/>
                  </a:cubicBezTo>
                  <a:lnTo>
                    <a:pt x="3834" y="3026"/>
                  </a:lnTo>
                  <a:close/>
                  <a:moveTo>
                    <a:pt x="7561" y="3562"/>
                  </a:moveTo>
                  <a:cubicBezTo>
                    <a:pt x="7573" y="3562"/>
                    <a:pt x="7620" y="3562"/>
                    <a:pt x="7656" y="3597"/>
                  </a:cubicBezTo>
                  <a:lnTo>
                    <a:pt x="7977" y="3907"/>
                  </a:lnTo>
                  <a:cubicBezTo>
                    <a:pt x="7989" y="4026"/>
                    <a:pt x="7989" y="4133"/>
                    <a:pt x="7977" y="4216"/>
                  </a:cubicBezTo>
                  <a:cubicBezTo>
                    <a:pt x="7930" y="5169"/>
                    <a:pt x="7549" y="6086"/>
                    <a:pt x="6858" y="6752"/>
                  </a:cubicBezTo>
                  <a:cubicBezTo>
                    <a:pt x="6763" y="6860"/>
                    <a:pt x="6656" y="6943"/>
                    <a:pt x="6537" y="7050"/>
                  </a:cubicBezTo>
                  <a:cubicBezTo>
                    <a:pt x="6596" y="6955"/>
                    <a:pt x="6644" y="6871"/>
                    <a:pt x="6680" y="6776"/>
                  </a:cubicBezTo>
                  <a:lnTo>
                    <a:pt x="7430" y="5074"/>
                  </a:lnTo>
                  <a:cubicBezTo>
                    <a:pt x="7454" y="5026"/>
                    <a:pt x="7442" y="4966"/>
                    <a:pt x="7418" y="4907"/>
                  </a:cubicBezTo>
                  <a:cubicBezTo>
                    <a:pt x="7382" y="4859"/>
                    <a:pt x="7323" y="4836"/>
                    <a:pt x="7263" y="4836"/>
                  </a:cubicBezTo>
                  <a:lnTo>
                    <a:pt x="7192" y="4836"/>
                  </a:lnTo>
                  <a:lnTo>
                    <a:pt x="7596" y="4026"/>
                  </a:lnTo>
                  <a:cubicBezTo>
                    <a:pt x="7656" y="3895"/>
                    <a:pt x="7620" y="3728"/>
                    <a:pt x="7501" y="3657"/>
                  </a:cubicBezTo>
                  <a:lnTo>
                    <a:pt x="7477" y="3621"/>
                  </a:lnTo>
                  <a:lnTo>
                    <a:pt x="7489" y="3609"/>
                  </a:lnTo>
                  <a:cubicBezTo>
                    <a:pt x="7513" y="3562"/>
                    <a:pt x="7549" y="3562"/>
                    <a:pt x="7561" y="3562"/>
                  </a:cubicBezTo>
                  <a:close/>
                  <a:moveTo>
                    <a:pt x="4088" y="0"/>
                  </a:moveTo>
                  <a:cubicBezTo>
                    <a:pt x="4055" y="0"/>
                    <a:pt x="4022" y="1"/>
                    <a:pt x="3989" y="2"/>
                  </a:cubicBezTo>
                  <a:cubicBezTo>
                    <a:pt x="2953" y="49"/>
                    <a:pt x="1977" y="478"/>
                    <a:pt x="1250" y="1216"/>
                  </a:cubicBezTo>
                  <a:cubicBezTo>
                    <a:pt x="524" y="1942"/>
                    <a:pt x="96" y="2919"/>
                    <a:pt x="48" y="3954"/>
                  </a:cubicBezTo>
                  <a:cubicBezTo>
                    <a:pt x="0" y="4978"/>
                    <a:pt x="346" y="5979"/>
                    <a:pt x="1012" y="6764"/>
                  </a:cubicBezTo>
                  <a:cubicBezTo>
                    <a:pt x="1048" y="6812"/>
                    <a:pt x="1084" y="6824"/>
                    <a:pt x="1131" y="6824"/>
                  </a:cubicBezTo>
                  <a:cubicBezTo>
                    <a:pt x="1167" y="6824"/>
                    <a:pt x="1203" y="6812"/>
                    <a:pt x="1239" y="6776"/>
                  </a:cubicBezTo>
                  <a:cubicBezTo>
                    <a:pt x="1310" y="6717"/>
                    <a:pt x="1310" y="6610"/>
                    <a:pt x="1250" y="6550"/>
                  </a:cubicBezTo>
                  <a:cubicBezTo>
                    <a:pt x="643" y="5824"/>
                    <a:pt x="334" y="4907"/>
                    <a:pt x="369" y="3966"/>
                  </a:cubicBezTo>
                  <a:cubicBezTo>
                    <a:pt x="417" y="3014"/>
                    <a:pt x="810" y="2109"/>
                    <a:pt x="1489" y="1430"/>
                  </a:cubicBezTo>
                  <a:cubicBezTo>
                    <a:pt x="2155" y="764"/>
                    <a:pt x="3072" y="359"/>
                    <a:pt x="4025" y="323"/>
                  </a:cubicBezTo>
                  <a:cubicBezTo>
                    <a:pt x="4087" y="316"/>
                    <a:pt x="4150" y="313"/>
                    <a:pt x="4213" y="313"/>
                  </a:cubicBezTo>
                  <a:cubicBezTo>
                    <a:pt x="4363" y="313"/>
                    <a:pt x="4512" y="330"/>
                    <a:pt x="4656" y="347"/>
                  </a:cubicBezTo>
                  <a:lnTo>
                    <a:pt x="4882" y="621"/>
                  </a:lnTo>
                  <a:lnTo>
                    <a:pt x="4798" y="823"/>
                  </a:lnTo>
                  <a:lnTo>
                    <a:pt x="4656" y="585"/>
                  </a:lnTo>
                  <a:cubicBezTo>
                    <a:pt x="4632" y="537"/>
                    <a:pt x="4572" y="502"/>
                    <a:pt x="4525" y="502"/>
                  </a:cubicBezTo>
                  <a:lnTo>
                    <a:pt x="4025" y="502"/>
                  </a:lnTo>
                  <a:cubicBezTo>
                    <a:pt x="3965" y="502"/>
                    <a:pt x="3906" y="525"/>
                    <a:pt x="3870" y="585"/>
                  </a:cubicBezTo>
                  <a:lnTo>
                    <a:pt x="3513" y="1276"/>
                  </a:lnTo>
                  <a:cubicBezTo>
                    <a:pt x="3465" y="1359"/>
                    <a:pt x="3465" y="1478"/>
                    <a:pt x="3513" y="1573"/>
                  </a:cubicBezTo>
                  <a:cubicBezTo>
                    <a:pt x="3560" y="1657"/>
                    <a:pt x="3667" y="1716"/>
                    <a:pt x="3763" y="1728"/>
                  </a:cubicBezTo>
                  <a:lnTo>
                    <a:pt x="4048" y="1764"/>
                  </a:lnTo>
                  <a:cubicBezTo>
                    <a:pt x="4108" y="1764"/>
                    <a:pt x="4167" y="1752"/>
                    <a:pt x="4203" y="1692"/>
                  </a:cubicBezTo>
                  <a:lnTo>
                    <a:pt x="4298" y="1537"/>
                  </a:lnTo>
                  <a:lnTo>
                    <a:pt x="4358" y="1609"/>
                  </a:lnTo>
                  <a:lnTo>
                    <a:pt x="4310" y="1895"/>
                  </a:lnTo>
                  <a:lnTo>
                    <a:pt x="3822" y="1966"/>
                  </a:lnTo>
                  <a:cubicBezTo>
                    <a:pt x="3798" y="1966"/>
                    <a:pt x="3775" y="1990"/>
                    <a:pt x="3751" y="2002"/>
                  </a:cubicBezTo>
                  <a:lnTo>
                    <a:pt x="3108" y="2466"/>
                  </a:lnTo>
                  <a:cubicBezTo>
                    <a:pt x="3084" y="2490"/>
                    <a:pt x="3048" y="2526"/>
                    <a:pt x="3048" y="2550"/>
                  </a:cubicBezTo>
                  <a:lnTo>
                    <a:pt x="2977" y="2847"/>
                  </a:lnTo>
                  <a:lnTo>
                    <a:pt x="2751" y="2823"/>
                  </a:lnTo>
                  <a:cubicBezTo>
                    <a:pt x="2736" y="2821"/>
                    <a:pt x="2721" y="2819"/>
                    <a:pt x="2706" y="2819"/>
                  </a:cubicBezTo>
                  <a:cubicBezTo>
                    <a:pt x="2591" y="2819"/>
                    <a:pt x="2483" y="2898"/>
                    <a:pt x="2441" y="3014"/>
                  </a:cubicBezTo>
                  <a:lnTo>
                    <a:pt x="2310" y="3371"/>
                  </a:lnTo>
                  <a:cubicBezTo>
                    <a:pt x="2274" y="3442"/>
                    <a:pt x="2274" y="3538"/>
                    <a:pt x="2322" y="3609"/>
                  </a:cubicBezTo>
                  <a:cubicBezTo>
                    <a:pt x="2370" y="3681"/>
                    <a:pt x="2429" y="3740"/>
                    <a:pt x="2501" y="3752"/>
                  </a:cubicBezTo>
                  <a:cubicBezTo>
                    <a:pt x="2346" y="3812"/>
                    <a:pt x="2251" y="3978"/>
                    <a:pt x="2251" y="4145"/>
                  </a:cubicBezTo>
                  <a:lnTo>
                    <a:pt x="2251" y="4216"/>
                  </a:lnTo>
                  <a:lnTo>
                    <a:pt x="1798" y="4740"/>
                  </a:lnTo>
                  <a:cubicBezTo>
                    <a:pt x="1727" y="4812"/>
                    <a:pt x="1703" y="4919"/>
                    <a:pt x="1703" y="5026"/>
                  </a:cubicBezTo>
                  <a:lnTo>
                    <a:pt x="1703" y="5621"/>
                  </a:lnTo>
                  <a:cubicBezTo>
                    <a:pt x="1703" y="5764"/>
                    <a:pt x="1750" y="5919"/>
                    <a:pt x="1881" y="6038"/>
                  </a:cubicBezTo>
                  <a:lnTo>
                    <a:pt x="2310" y="6455"/>
                  </a:lnTo>
                  <a:cubicBezTo>
                    <a:pt x="2393" y="6538"/>
                    <a:pt x="2524" y="6598"/>
                    <a:pt x="2643" y="6610"/>
                  </a:cubicBezTo>
                  <a:lnTo>
                    <a:pt x="3917" y="6717"/>
                  </a:lnTo>
                  <a:lnTo>
                    <a:pt x="3917" y="6764"/>
                  </a:lnTo>
                  <a:cubicBezTo>
                    <a:pt x="3894" y="6907"/>
                    <a:pt x="3965" y="7074"/>
                    <a:pt x="4096" y="7169"/>
                  </a:cubicBezTo>
                  <a:lnTo>
                    <a:pt x="4310" y="7324"/>
                  </a:lnTo>
                  <a:lnTo>
                    <a:pt x="4298" y="7372"/>
                  </a:lnTo>
                  <a:cubicBezTo>
                    <a:pt x="4251" y="7538"/>
                    <a:pt x="4298" y="7717"/>
                    <a:pt x="4429" y="7836"/>
                  </a:cubicBezTo>
                  <a:lnTo>
                    <a:pt x="4489" y="7895"/>
                  </a:lnTo>
                  <a:cubicBezTo>
                    <a:pt x="4429" y="7895"/>
                    <a:pt x="4394" y="7907"/>
                    <a:pt x="4334" y="7907"/>
                  </a:cubicBezTo>
                  <a:cubicBezTo>
                    <a:pt x="4272" y="7910"/>
                    <a:pt x="4211" y="7912"/>
                    <a:pt x="4149" y="7912"/>
                  </a:cubicBezTo>
                  <a:cubicBezTo>
                    <a:pt x="3262" y="7912"/>
                    <a:pt x="2407" y="7593"/>
                    <a:pt x="1739" y="7014"/>
                  </a:cubicBezTo>
                  <a:cubicBezTo>
                    <a:pt x="1708" y="6989"/>
                    <a:pt x="1672" y="6976"/>
                    <a:pt x="1637" y="6976"/>
                  </a:cubicBezTo>
                  <a:cubicBezTo>
                    <a:pt x="1591" y="6976"/>
                    <a:pt x="1546" y="6998"/>
                    <a:pt x="1512" y="7038"/>
                  </a:cubicBezTo>
                  <a:cubicBezTo>
                    <a:pt x="1453" y="7110"/>
                    <a:pt x="1477" y="7193"/>
                    <a:pt x="1536" y="7252"/>
                  </a:cubicBezTo>
                  <a:cubicBezTo>
                    <a:pt x="2274" y="7883"/>
                    <a:pt x="3215" y="8229"/>
                    <a:pt x="4179" y="8229"/>
                  </a:cubicBezTo>
                  <a:lnTo>
                    <a:pt x="4346" y="8229"/>
                  </a:lnTo>
                  <a:cubicBezTo>
                    <a:pt x="5382" y="8181"/>
                    <a:pt x="6358" y="7753"/>
                    <a:pt x="7084" y="7014"/>
                  </a:cubicBezTo>
                  <a:cubicBezTo>
                    <a:pt x="7811" y="6288"/>
                    <a:pt x="8239" y="5312"/>
                    <a:pt x="8287" y="4276"/>
                  </a:cubicBezTo>
                  <a:cubicBezTo>
                    <a:pt x="8347" y="3204"/>
                    <a:pt x="8001" y="2216"/>
                    <a:pt x="7335" y="1418"/>
                  </a:cubicBezTo>
                  <a:cubicBezTo>
                    <a:pt x="7303" y="1381"/>
                    <a:pt x="7259" y="1363"/>
                    <a:pt x="7216" y="1363"/>
                  </a:cubicBezTo>
                  <a:cubicBezTo>
                    <a:pt x="7176" y="1363"/>
                    <a:pt x="7137" y="1378"/>
                    <a:pt x="7108" y="1407"/>
                  </a:cubicBezTo>
                  <a:cubicBezTo>
                    <a:pt x="7037" y="1466"/>
                    <a:pt x="7037" y="1573"/>
                    <a:pt x="7096" y="1633"/>
                  </a:cubicBezTo>
                  <a:cubicBezTo>
                    <a:pt x="7525" y="2157"/>
                    <a:pt x="7823" y="2776"/>
                    <a:pt x="7930" y="3431"/>
                  </a:cubicBezTo>
                  <a:lnTo>
                    <a:pt x="7894" y="3383"/>
                  </a:lnTo>
                  <a:cubicBezTo>
                    <a:pt x="7809" y="3308"/>
                    <a:pt x="7694" y="3262"/>
                    <a:pt x="7577" y="3262"/>
                  </a:cubicBezTo>
                  <a:cubicBezTo>
                    <a:pt x="7564" y="3262"/>
                    <a:pt x="7550" y="3263"/>
                    <a:pt x="7537" y="3264"/>
                  </a:cubicBezTo>
                  <a:cubicBezTo>
                    <a:pt x="7394" y="3288"/>
                    <a:pt x="7275" y="3359"/>
                    <a:pt x="7215" y="3466"/>
                  </a:cubicBezTo>
                  <a:lnTo>
                    <a:pt x="7192" y="3502"/>
                  </a:lnTo>
                  <a:cubicBezTo>
                    <a:pt x="7108" y="3502"/>
                    <a:pt x="7037" y="3538"/>
                    <a:pt x="6977" y="3585"/>
                  </a:cubicBezTo>
                  <a:lnTo>
                    <a:pt x="6775" y="3323"/>
                  </a:lnTo>
                  <a:cubicBezTo>
                    <a:pt x="6744" y="3286"/>
                    <a:pt x="6700" y="3268"/>
                    <a:pt x="6656" y="3268"/>
                  </a:cubicBezTo>
                  <a:cubicBezTo>
                    <a:pt x="6616" y="3268"/>
                    <a:pt x="6577" y="3283"/>
                    <a:pt x="6549" y="3312"/>
                  </a:cubicBezTo>
                  <a:cubicBezTo>
                    <a:pt x="6477" y="3371"/>
                    <a:pt x="6477" y="3478"/>
                    <a:pt x="6537" y="3538"/>
                  </a:cubicBezTo>
                  <a:lnTo>
                    <a:pt x="6858" y="3919"/>
                  </a:lnTo>
                  <a:cubicBezTo>
                    <a:pt x="6894" y="3954"/>
                    <a:pt x="6942" y="3978"/>
                    <a:pt x="6977" y="3978"/>
                  </a:cubicBezTo>
                  <a:cubicBezTo>
                    <a:pt x="7025" y="3978"/>
                    <a:pt x="7073" y="3966"/>
                    <a:pt x="7096" y="3943"/>
                  </a:cubicBezTo>
                  <a:lnTo>
                    <a:pt x="7204" y="3835"/>
                  </a:lnTo>
                  <a:lnTo>
                    <a:pt x="7335" y="3919"/>
                  </a:lnTo>
                  <a:lnTo>
                    <a:pt x="6858" y="4871"/>
                  </a:lnTo>
                  <a:lnTo>
                    <a:pt x="6834" y="4871"/>
                  </a:lnTo>
                  <a:cubicBezTo>
                    <a:pt x="6799" y="4871"/>
                    <a:pt x="6763" y="4859"/>
                    <a:pt x="6739" y="4836"/>
                  </a:cubicBezTo>
                  <a:lnTo>
                    <a:pt x="6096" y="4062"/>
                  </a:lnTo>
                  <a:cubicBezTo>
                    <a:pt x="6069" y="4014"/>
                    <a:pt x="6023" y="3994"/>
                    <a:pt x="5977" y="3994"/>
                  </a:cubicBezTo>
                  <a:cubicBezTo>
                    <a:pt x="5942" y="3994"/>
                    <a:pt x="5908" y="4005"/>
                    <a:pt x="5882" y="4026"/>
                  </a:cubicBezTo>
                  <a:cubicBezTo>
                    <a:pt x="5799" y="4085"/>
                    <a:pt x="5799" y="4193"/>
                    <a:pt x="5846" y="4252"/>
                  </a:cubicBezTo>
                  <a:lnTo>
                    <a:pt x="6489" y="5026"/>
                  </a:lnTo>
                  <a:cubicBezTo>
                    <a:pt x="6584" y="5133"/>
                    <a:pt x="6715" y="5193"/>
                    <a:pt x="6858" y="5193"/>
                  </a:cubicBezTo>
                  <a:lnTo>
                    <a:pt x="7073" y="5169"/>
                  </a:lnTo>
                  <a:lnTo>
                    <a:pt x="6430" y="6645"/>
                  </a:lnTo>
                  <a:cubicBezTo>
                    <a:pt x="6382" y="6752"/>
                    <a:pt x="6322" y="6848"/>
                    <a:pt x="6251" y="6943"/>
                  </a:cubicBezTo>
                  <a:lnTo>
                    <a:pt x="5751" y="7550"/>
                  </a:lnTo>
                  <a:cubicBezTo>
                    <a:pt x="5489" y="7657"/>
                    <a:pt x="5227" y="7753"/>
                    <a:pt x="4953" y="7812"/>
                  </a:cubicBezTo>
                  <a:lnTo>
                    <a:pt x="4679" y="7562"/>
                  </a:lnTo>
                  <a:cubicBezTo>
                    <a:pt x="4644" y="7538"/>
                    <a:pt x="4632" y="7491"/>
                    <a:pt x="4644" y="7443"/>
                  </a:cubicBezTo>
                  <a:lnTo>
                    <a:pt x="4691" y="7288"/>
                  </a:lnTo>
                  <a:cubicBezTo>
                    <a:pt x="4703" y="7229"/>
                    <a:pt x="4691" y="7145"/>
                    <a:pt x="4632" y="7110"/>
                  </a:cubicBezTo>
                  <a:lnTo>
                    <a:pt x="4322" y="6871"/>
                  </a:lnTo>
                  <a:cubicBezTo>
                    <a:pt x="4287" y="6836"/>
                    <a:pt x="4275" y="6812"/>
                    <a:pt x="4275" y="6764"/>
                  </a:cubicBezTo>
                  <a:lnTo>
                    <a:pt x="4298" y="6550"/>
                  </a:lnTo>
                  <a:cubicBezTo>
                    <a:pt x="4298" y="6514"/>
                    <a:pt x="4298" y="6467"/>
                    <a:pt x="4275" y="6431"/>
                  </a:cubicBezTo>
                  <a:cubicBezTo>
                    <a:pt x="4239" y="6407"/>
                    <a:pt x="4203" y="6371"/>
                    <a:pt x="4167" y="6371"/>
                  </a:cubicBezTo>
                  <a:lnTo>
                    <a:pt x="2679" y="6264"/>
                  </a:lnTo>
                  <a:cubicBezTo>
                    <a:pt x="2620" y="6264"/>
                    <a:pt x="2572" y="6229"/>
                    <a:pt x="2536" y="6181"/>
                  </a:cubicBezTo>
                  <a:lnTo>
                    <a:pt x="2096" y="5764"/>
                  </a:lnTo>
                  <a:cubicBezTo>
                    <a:pt x="2060" y="5728"/>
                    <a:pt x="2024" y="5645"/>
                    <a:pt x="2024" y="5586"/>
                  </a:cubicBezTo>
                  <a:lnTo>
                    <a:pt x="2024" y="4990"/>
                  </a:lnTo>
                  <a:cubicBezTo>
                    <a:pt x="2024" y="4966"/>
                    <a:pt x="2036" y="4931"/>
                    <a:pt x="2060" y="4919"/>
                  </a:cubicBezTo>
                  <a:lnTo>
                    <a:pt x="2548" y="4359"/>
                  </a:lnTo>
                  <a:cubicBezTo>
                    <a:pt x="2572" y="4324"/>
                    <a:pt x="2596" y="4300"/>
                    <a:pt x="2596" y="4252"/>
                  </a:cubicBezTo>
                  <a:lnTo>
                    <a:pt x="2596" y="4121"/>
                  </a:lnTo>
                  <a:cubicBezTo>
                    <a:pt x="2596" y="4074"/>
                    <a:pt x="2620" y="4038"/>
                    <a:pt x="2655" y="4014"/>
                  </a:cubicBezTo>
                  <a:lnTo>
                    <a:pt x="3036" y="3847"/>
                  </a:lnTo>
                  <a:lnTo>
                    <a:pt x="3751" y="3835"/>
                  </a:lnTo>
                  <a:cubicBezTo>
                    <a:pt x="3763" y="3835"/>
                    <a:pt x="3786" y="3847"/>
                    <a:pt x="3786" y="3859"/>
                  </a:cubicBezTo>
                  <a:cubicBezTo>
                    <a:pt x="3798" y="3990"/>
                    <a:pt x="3906" y="4097"/>
                    <a:pt x="4025" y="4145"/>
                  </a:cubicBezTo>
                  <a:lnTo>
                    <a:pt x="4537" y="4324"/>
                  </a:lnTo>
                  <a:cubicBezTo>
                    <a:pt x="4569" y="4331"/>
                    <a:pt x="4601" y="4335"/>
                    <a:pt x="4633" y="4335"/>
                  </a:cubicBezTo>
                  <a:cubicBezTo>
                    <a:pt x="4705" y="4335"/>
                    <a:pt x="4772" y="4314"/>
                    <a:pt x="4822" y="4264"/>
                  </a:cubicBezTo>
                  <a:cubicBezTo>
                    <a:pt x="4882" y="4204"/>
                    <a:pt x="4918" y="4121"/>
                    <a:pt x="4918" y="4026"/>
                  </a:cubicBezTo>
                  <a:lnTo>
                    <a:pt x="5549" y="3978"/>
                  </a:lnTo>
                  <a:cubicBezTo>
                    <a:pt x="5668" y="3966"/>
                    <a:pt x="5787" y="3907"/>
                    <a:pt x="5870" y="3812"/>
                  </a:cubicBezTo>
                  <a:cubicBezTo>
                    <a:pt x="5941" y="3728"/>
                    <a:pt x="5965" y="3597"/>
                    <a:pt x="5941" y="3478"/>
                  </a:cubicBezTo>
                  <a:lnTo>
                    <a:pt x="5930" y="3383"/>
                  </a:lnTo>
                  <a:cubicBezTo>
                    <a:pt x="5896" y="3247"/>
                    <a:pt x="5776" y="3144"/>
                    <a:pt x="5632" y="3144"/>
                  </a:cubicBezTo>
                  <a:cubicBezTo>
                    <a:pt x="5624" y="3144"/>
                    <a:pt x="5616" y="3144"/>
                    <a:pt x="5608" y="3145"/>
                  </a:cubicBezTo>
                  <a:lnTo>
                    <a:pt x="5275" y="3181"/>
                  </a:lnTo>
                  <a:lnTo>
                    <a:pt x="5227" y="3121"/>
                  </a:lnTo>
                  <a:lnTo>
                    <a:pt x="5668" y="2669"/>
                  </a:lnTo>
                  <a:cubicBezTo>
                    <a:pt x="5727" y="2609"/>
                    <a:pt x="5727" y="2502"/>
                    <a:pt x="5668" y="2442"/>
                  </a:cubicBezTo>
                  <a:cubicBezTo>
                    <a:pt x="5638" y="2413"/>
                    <a:pt x="5599" y="2398"/>
                    <a:pt x="5560" y="2398"/>
                  </a:cubicBezTo>
                  <a:cubicBezTo>
                    <a:pt x="5522" y="2398"/>
                    <a:pt x="5483" y="2413"/>
                    <a:pt x="5453" y="2442"/>
                  </a:cubicBezTo>
                  <a:lnTo>
                    <a:pt x="4918" y="2978"/>
                  </a:lnTo>
                  <a:lnTo>
                    <a:pt x="4739" y="3061"/>
                  </a:lnTo>
                  <a:lnTo>
                    <a:pt x="4227" y="2669"/>
                  </a:lnTo>
                  <a:cubicBezTo>
                    <a:pt x="4193" y="2652"/>
                    <a:pt x="4166" y="2635"/>
                    <a:pt x="4131" y="2635"/>
                  </a:cubicBezTo>
                  <a:cubicBezTo>
                    <a:pt x="4117" y="2635"/>
                    <a:pt x="4102" y="2638"/>
                    <a:pt x="4084" y="2645"/>
                  </a:cubicBezTo>
                  <a:lnTo>
                    <a:pt x="3382" y="2859"/>
                  </a:lnTo>
                  <a:cubicBezTo>
                    <a:pt x="3370" y="2859"/>
                    <a:pt x="3334" y="2883"/>
                    <a:pt x="3322" y="2895"/>
                  </a:cubicBezTo>
                  <a:lnTo>
                    <a:pt x="3370" y="2680"/>
                  </a:lnTo>
                  <a:lnTo>
                    <a:pt x="3917" y="2288"/>
                  </a:lnTo>
                  <a:lnTo>
                    <a:pt x="4501" y="2192"/>
                  </a:lnTo>
                  <a:cubicBezTo>
                    <a:pt x="4572" y="2180"/>
                    <a:pt x="4620" y="2133"/>
                    <a:pt x="4632" y="2061"/>
                  </a:cubicBezTo>
                  <a:lnTo>
                    <a:pt x="4691" y="1597"/>
                  </a:lnTo>
                  <a:cubicBezTo>
                    <a:pt x="4691" y="1549"/>
                    <a:pt x="4691" y="1514"/>
                    <a:pt x="4656" y="1478"/>
                  </a:cubicBezTo>
                  <a:lnTo>
                    <a:pt x="4417" y="1180"/>
                  </a:lnTo>
                  <a:cubicBezTo>
                    <a:pt x="4394" y="1133"/>
                    <a:pt x="4346" y="1121"/>
                    <a:pt x="4287" y="1121"/>
                  </a:cubicBezTo>
                  <a:cubicBezTo>
                    <a:pt x="4239" y="1121"/>
                    <a:pt x="4179" y="1156"/>
                    <a:pt x="4156" y="1192"/>
                  </a:cubicBezTo>
                  <a:lnTo>
                    <a:pt x="3977" y="1454"/>
                  </a:lnTo>
                  <a:lnTo>
                    <a:pt x="3786" y="1430"/>
                  </a:lnTo>
                  <a:lnTo>
                    <a:pt x="4096" y="835"/>
                  </a:lnTo>
                  <a:lnTo>
                    <a:pt x="4417" y="835"/>
                  </a:lnTo>
                  <a:lnTo>
                    <a:pt x="4656" y="1287"/>
                  </a:lnTo>
                  <a:cubicBezTo>
                    <a:pt x="4691" y="1347"/>
                    <a:pt x="4751" y="1371"/>
                    <a:pt x="4810" y="1371"/>
                  </a:cubicBezTo>
                  <a:cubicBezTo>
                    <a:pt x="4870" y="1371"/>
                    <a:pt x="4929" y="1335"/>
                    <a:pt x="4941" y="1276"/>
                  </a:cubicBezTo>
                  <a:lnTo>
                    <a:pt x="5168" y="740"/>
                  </a:lnTo>
                  <a:cubicBezTo>
                    <a:pt x="5215" y="645"/>
                    <a:pt x="5191" y="525"/>
                    <a:pt x="5132" y="454"/>
                  </a:cubicBezTo>
                  <a:lnTo>
                    <a:pt x="5132" y="454"/>
                  </a:lnTo>
                  <a:cubicBezTo>
                    <a:pt x="5668" y="597"/>
                    <a:pt x="6168" y="859"/>
                    <a:pt x="6596" y="1216"/>
                  </a:cubicBezTo>
                  <a:cubicBezTo>
                    <a:pt x="6625" y="1240"/>
                    <a:pt x="6658" y="1250"/>
                    <a:pt x="6691" y="1250"/>
                  </a:cubicBezTo>
                  <a:cubicBezTo>
                    <a:pt x="6739" y="1250"/>
                    <a:pt x="6787" y="1228"/>
                    <a:pt x="6823" y="1192"/>
                  </a:cubicBezTo>
                  <a:cubicBezTo>
                    <a:pt x="6882" y="1121"/>
                    <a:pt x="6858" y="1037"/>
                    <a:pt x="6799" y="978"/>
                  </a:cubicBezTo>
                  <a:cubicBezTo>
                    <a:pt x="6038" y="344"/>
                    <a:pt x="5077" y="0"/>
                    <a:pt x="4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2" name="Google Shape;642;p46"/>
          <p:cNvGrpSpPr/>
          <p:nvPr/>
        </p:nvGrpSpPr>
        <p:grpSpPr>
          <a:xfrm>
            <a:off x="5272844" y="1878478"/>
            <a:ext cx="522213" cy="529145"/>
            <a:chOff x="3979435" y="1976585"/>
            <a:chExt cx="345265" cy="349848"/>
          </a:xfrm>
        </p:grpSpPr>
        <p:sp>
          <p:nvSpPr>
            <p:cNvPr id="643" name="Google Shape;643;p46"/>
            <p:cNvSpPr/>
            <p:nvPr/>
          </p:nvSpPr>
          <p:spPr>
            <a:xfrm>
              <a:off x="3979435" y="1976585"/>
              <a:ext cx="345265" cy="349848"/>
            </a:xfrm>
            <a:custGeom>
              <a:avLst/>
              <a:gdLst/>
              <a:ahLst/>
              <a:cxnLst/>
              <a:rect l="l" t="t" r="r" b="b"/>
              <a:pathLst>
                <a:path w="10848" h="10992" extrusionOk="0">
                  <a:moveTo>
                    <a:pt x="6632" y="322"/>
                  </a:moveTo>
                  <a:cubicBezTo>
                    <a:pt x="6859" y="322"/>
                    <a:pt x="7013" y="501"/>
                    <a:pt x="7013" y="715"/>
                  </a:cubicBezTo>
                  <a:cubicBezTo>
                    <a:pt x="7013" y="929"/>
                    <a:pt x="6835" y="1096"/>
                    <a:pt x="6632" y="1096"/>
                  </a:cubicBezTo>
                  <a:lnTo>
                    <a:pt x="4906" y="1096"/>
                  </a:lnTo>
                  <a:cubicBezTo>
                    <a:pt x="4680" y="1096"/>
                    <a:pt x="4513" y="918"/>
                    <a:pt x="4513" y="715"/>
                  </a:cubicBezTo>
                  <a:cubicBezTo>
                    <a:pt x="4513" y="489"/>
                    <a:pt x="4692" y="322"/>
                    <a:pt x="4906" y="322"/>
                  </a:cubicBezTo>
                  <a:close/>
                  <a:moveTo>
                    <a:pt x="5966" y="1429"/>
                  </a:moveTo>
                  <a:lnTo>
                    <a:pt x="5966" y="1965"/>
                  </a:lnTo>
                  <a:lnTo>
                    <a:pt x="5561" y="1965"/>
                  </a:lnTo>
                  <a:lnTo>
                    <a:pt x="5561" y="1429"/>
                  </a:lnTo>
                  <a:close/>
                  <a:moveTo>
                    <a:pt x="5775" y="2289"/>
                  </a:moveTo>
                  <a:cubicBezTo>
                    <a:pt x="6988" y="2289"/>
                    <a:pt x="8193" y="2825"/>
                    <a:pt x="9026" y="3835"/>
                  </a:cubicBezTo>
                  <a:cubicBezTo>
                    <a:pt x="10466" y="5620"/>
                    <a:pt x="10204" y="8276"/>
                    <a:pt x="8407" y="9728"/>
                  </a:cubicBezTo>
                  <a:cubicBezTo>
                    <a:pt x="7623" y="10362"/>
                    <a:pt x="6686" y="10670"/>
                    <a:pt x="5757" y="10670"/>
                  </a:cubicBezTo>
                  <a:cubicBezTo>
                    <a:pt x="4540" y="10670"/>
                    <a:pt x="3337" y="10141"/>
                    <a:pt x="2513" y="9121"/>
                  </a:cubicBezTo>
                  <a:cubicBezTo>
                    <a:pt x="429" y="6561"/>
                    <a:pt x="2001" y="2715"/>
                    <a:pt x="5251" y="2322"/>
                  </a:cubicBezTo>
                  <a:cubicBezTo>
                    <a:pt x="5425" y="2300"/>
                    <a:pt x="5601" y="2289"/>
                    <a:pt x="5775" y="2289"/>
                  </a:cubicBezTo>
                  <a:close/>
                  <a:moveTo>
                    <a:pt x="4906" y="1"/>
                  </a:moveTo>
                  <a:cubicBezTo>
                    <a:pt x="4501" y="1"/>
                    <a:pt x="4192" y="322"/>
                    <a:pt x="4192" y="715"/>
                  </a:cubicBezTo>
                  <a:cubicBezTo>
                    <a:pt x="4192" y="1108"/>
                    <a:pt x="4513" y="1429"/>
                    <a:pt x="4906" y="1429"/>
                  </a:cubicBezTo>
                  <a:lnTo>
                    <a:pt x="5239" y="1429"/>
                  </a:lnTo>
                  <a:lnTo>
                    <a:pt x="5239" y="1989"/>
                  </a:lnTo>
                  <a:cubicBezTo>
                    <a:pt x="1727" y="2394"/>
                    <a:pt x="1" y="6561"/>
                    <a:pt x="2263" y="9323"/>
                  </a:cubicBezTo>
                  <a:cubicBezTo>
                    <a:pt x="3160" y="10423"/>
                    <a:pt x="4463" y="10991"/>
                    <a:pt x="5774" y="10991"/>
                  </a:cubicBezTo>
                  <a:cubicBezTo>
                    <a:pt x="6777" y="10991"/>
                    <a:pt x="7785" y="10659"/>
                    <a:pt x="8621" y="9978"/>
                  </a:cubicBezTo>
                  <a:cubicBezTo>
                    <a:pt x="10550" y="8407"/>
                    <a:pt x="10847" y="5549"/>
                    <a:pt x="9264" y="3632"/>
                  </a:cubicBezTo>
                  <a:cubicBezTo>
                    <a:pt x="8490" y="2680"/>
                    <a:pt x="7406" y="2120"/>
                    <a:pt x="6287" y="1989"/>
                  </a:cubicBezTo>
                  <a:lnTo>
                    <a:pt x="6287" y="1429"/>
                  </a:lnTo>
                  <a:lnTo>
                    <a:pt x="6632" y="1429"/>
                  </a:lnTo>
                  <a:cubicBezTo>
                    <a:pt x="7037" y="1429"/>
                    <a:pt x="7347" y="1096"/>
                    <a:pt x="7347" y="715"/>
                  </a:cubicBezTo>
                  <a:cubicBezTo>
                    <a:pt x="7347" y="310"/>
                    <a:pt x="7013" y="1"/>
                    <a:pt x="66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6"/>
            <p:cNvSpPr/>
            <p:nvPr/>
          </p:nvSpPr>
          <p:spPr>
            <a:xfrm>
              <a:off x="4044236" y="2176685"/>
              <a:ext cx="144783" cy="123077"/>
            </a:xfrm>
            <a:custGeom>
              <a:avLst/>
              <a:gdLst/>
              <a:ahLst/>
              <a:cxnLst/>
              <a:rect l="l" t="t" r="r" b="b"/>
              <a:pathLst>
                <a:path w="4549" h="3867" extrusionOk="0">
                  <a:moveTo>
                    <a:pt x="203" y="0"/>
                  </a:moveTo>
                  <a:cubicBezTo>
                    <a:pt x="108" y="0"/>
                    <a:pt x="36" y="84"/>
                    <a:pt x="36" y="167"/>
                  </a:cubicBezTo>
                  <a:cubicBezTo>
                    <a:pt x="36" y="215"/>
                    <a:pt x="1" y="977"/>
                    <a:pt x="405" y="1822"/>
                  </a:cubicBezTo>
                  <a:cubicBezTo>
                    <a:pt x="667" y="2346"/>
                    <a:pt x="1048" y="2798"/>
                    <a:pt x="1525" y="3143"/>
                  </a:cubicBezTo>
                  <a:cubicBezTo>
                    <a:pt x="2186" y="3633"/>
                    <a:pt x="2944" y="3867"/>
                    <a:pt x="3694" y="3867"/>
                  </a:cubicBezTo>
                  <a:cubicBezTo>
                    <a:pt x="3929" y="3867"/>
                    <a:pt x="4164" y="3844"/>
                    <a:pt x="4394" y="3798"/>
                  </a:cubicBezTo>
                  <a:cubicBezTo>
                    <a:pt x="4489" y="3786"/>
                    <a:pt x="4549" y="3691"/>
                    <a:pt x="4537" y="3608"/>
                  </a:cubicBezTo>
                  <a:cubicBezTo>
                    <a:pt x="4526" y="3543"/>
                    <a:pt x="4446" y="3487"/>
                    <a:pt x="4368" y="3487"/>
                  </a:cubicBezTo>
                  <a:cubicBezTo>
                    <a:pt x="4361" y="3487"/>
                    <a:pt x="4354" y="3488"/>
                    <a:pt x="4346" y="3489"/>
                  </a:cubicBezTo>
                  <a:cubicBezTo>
                    <a:pt x="4139" y="3526"/>
                    <a:pt x="3932" y="3545"/>
                    <a:pt x="3725" y="3545"/>
                  </a:cubicBezTo>
                  <a:cubicBezTo>
                    <a:pt x="3018" y="3545"/>
                    <a:pt x="2326" y="3324"/>
                    <a:pt x="1727" y="2882"/>
                  </a:cubicBezTo>
                  <a:cubicBezTo>
                    <a:pt x="275" y="1810"/>
                    <a:pt x="370" y="167"/>
                    <a:pt x="370" y="167"/>
                  </a:cubicBezTo>
                  <a:cubicBezTo>
                    <a:pt x="370" y="84"/>
                    <a:pt x="298" y="0"/>
                    <a:pt x="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6"/>
            <p:cNvSpPr/>
            <p:nvPr/>
          </p:nvSpPr>
          <p:spPr>
            <a:xfrm>
              <a:off x="4046910" y="2065957"/>
              <a:ext cx="204269" cy="100893"/>
            </a:xfrm>
            <a:custGeom>
              <a:avLst/>
              <a:gdLst/>
              <a:ahLst/>
              <a:cxnLst/>
              <a:rect l="l" t="t" r="r" b="b"/>
              <a:pathLst>
                <a:path w="6418" h="3170" extrusionOk="0">
                  <a:moveTo>
                    <a:pt x="3655" y="1"/>
                  </a:moveTo>
                  <a:cubicBezTo>
                    <a:pt x="1971" y="1"/>
                    <a:pt x="367" y="1170"/>
                    <a:pt x="12" y="3003"/>
                  </a:cubicBezTo>
                  <a:cubicBezTo>
                    <a:pt x="0" y="3086"/>
                    <a:pt x="71" y="3170"/>
                    <a:pt x="179" y="3170"/>
                  </a:cubicBezTo>
                  <a:cubicBezTo>
                    <a:pt x="250" y="3170"/>
                    <a:pt x="333" y="3110"/>
                    <a:pt x="345" y="3039"/>
                  </a:cubicBezTo>
                  <a:cubicBezTo>
                    <a:pt x="667" y="1358"/>
                    <a:pt x="2122" y="299"/>
                    <a:pt x="3652" y="299"/>
                  </a:cubicBezTo>
                  <a:cubicBezTo>
                    <a:pt x="4332" y="299"/>
                    <a:pt x="5027" y="509"/>
                    <a:pt x="5644" y="967"/>
                  </a:cubicBezTo>
                  <a:cubicBezTo>
                    <a:pt x="5822" y="1098"/>
                    <a:pt x="5965" y="1241"/>
                    <a:pt x="6120" y="1396"/>
                  </a:cubicBezTo>
                  <a:cubicBezTo>
                    <a:pt x="6155" y="1431"/>
                    <a:pt x="6208" y="1454"/>
                    <a:pt x="6257" y="1454"/>
                  </a:cubicBezTo>
                  <a:cubicBezTo>
                    <a:pt x="6290" y="1454"/>
                    <a:pt x="6322" y="1443"/>
                    <a:pt x="6346" y="1419"/>
                  </a:cubicBezTo>
                  <a:cubicBezTo>
                    <a:pt x="6406" y="1360"/>
                    <a:pt x="6417" y="1253"/>
                    <a:pt x="6358" y="1193"/>
                  </a:cubicBezTo>
                  <a:cubicBezTo>
                    <a:pt x="6191" y="1027"/>
                    <a:pt x="6025" y="860"/>
                    <a:pt x="5834" y="729"/>
                  </a:cubicBezTo>
                  <a:cubicBezTo>
                    <a:pt x="5159" y="229"/>
                    <a:pt x="4399" y="1"/>
                    <a:pt x="3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6"/>
            <p:cNvSpPr/>
            <p:nvPr/>
          </p:nvSpPr>
          <p:spPr>
            <a:xfrm>
              <a:off x="4195735" y="2118027"/>
              <a:ext cx="84247" cy="174224"/>
            </a:xfrm>
            <a:custGeom>
              <a:avLst/>
              <a:gdLst/>
              <a:ahLst/>
              <a:cxnLst/>
              <a:rect l="l" t="t" r="r" b="b"/>
              <a:pathLst>
                <a:path w="2647" h="5474" extrusionOk="0">
                  <a:moveTo>
                    <a:pt x="1952" y="0"/>
                  </a:moveTo>
                  <a:cubicBezTo>
                    <a:pt x="1920" y="0"/>
                    <a:pt x="1888" y="11"/>
                    <a:pt x="1861" y="33"/>
                  </a:cubicBezTo>
                  <a:cubicBezTo>
                    <a:pt x="1789" y="81"/>
                    <a:pt x="1753" y="176"/>
                    <a:pt x="1813" y="260"/>
                  </a:cubicBezTo>
                  <a:cubicBezTo>
                    <a:pt x="2158" y="795"/>
                    <a:pt x="2325" y="1403"/>
                    <a:pt x="2325" y="2046"/>
                  </a:cubicBezTo>
                  <a:cubicBezTo>
                    <a:pt x="2325" y="3451"/>
                    <a:pt x="1432" y="4689"/>
                    <a:pt x="182" y="5165"/>
                  </a:cubicBezTo>
                  <a:cubicBezTo>
                    <a:pt x="1" y="5229"/>
                    <a:pt x="67" y="5474"/>
                    <a:pt x="237" y="5474"/>
                  </a:cubicBezTo>
                  <a:cubicBezTo>
                    <a:pt x="257" y="5474"/>
                    <a:pt x="278" y="5470"/>
                    <a:pt x="301" y="5463"/>
                  </a:cubicBezTo>
                  <a:cubicBezTo>
                    <a:pt x="1682" y="4927"/>
                    <a:pt x="2646" y="3593"/>
                    <a:pt x="2646" y="2022"/>
                  </a:cubicBezTo>
                  <a:cubicBezTo>
                    <a:pt x="2646" y="1343"/>
                    <a:pt x="2456" y="653"/>
                    <a:pt x="2087" y="81"/>
                  </a:cubicBezTo>
                  <a:cubicBezTo>
                    <a:pt x="2057" y="29"/>
                    <a:pt x="2004" y="0"/>
                    <a:pt x="19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6"/>
            <p:cNvSpPr/>
            <p:nvPr/>
          </p:nvSpPr>
          <p:spPr>
            <a:xfrm>
              <a:off x="4109037" y="2161153"/>
              <a:ext cx="81510" cy="55348"/>
            </a:xfrm>
            <a:custGeom>
              <a:avLst/>
              <a:gdLst/>
              <a:ahLst/>
              <a:cxnLst/>
              <a:rect l="l" t="t" r="r" b="b"/>
              <a:pathLst>
                <a:path w="2561" h="1739" extrusionOk="0">
                  <a:moveTo>
                    <a:pt x="1691" y="333"/>
                  </a:moveTo>
                  <a:cubicBezTo>
                    <a:pt x="1965" y="333"/>
                    <a:pt x="2144" y="655"/>
                    <a:pt x="1965" y="881"/>
                  </a:cubicBezTo>
                  <a:cubicBezTo>
                    <a:pt x="1900" y="968"/>
                    <a:pt x="1790" y="1020"/>
                    <a:pt x="1682" y="1020"/>
                  </a:cubicBezTo>
                  <a:cubicBezTo>
                    <a:pt x="1613" y="1020"/>
                    <a:pt x="1545" y="999"/>
                    <a:pt x="1489" y="953"/>
                  </a:cubicBezTo>
                  <a:cubicBezTo>
                    <a:pt x="1215" y="762"/>
                    <a:pt x="1370" y="333"/>
                    <a:pt x="1691" y="333"/>
                  </a:cubicBezTo>
                  <a:close/>
                  <a:moveTo>
                    <a:pt x="1691" y="0"/>
                  </a:moveTo>
                  <a:cubicBezTo>
                    <a:pt x="1584" y="0"/>
                    <a:pt x="1334" y="36"/>
                    <a:pt x="1156" y="274"/>
                  </a:cubicBezTo>
                  <a:cubicBezTo>
                    <a:pt x="1025" y="453"/>
                    <a:pt x="989" y="655"/>
                    <a:pt x="1048" y="845"/>
                  </a:cubicBezTo>
                  <a:lnTo>
                    <a:pt x="132" y="1441"/>
                  </a:lnTo>
                  <a:cubicBezTo>
                    <a:pt x="1" y="1536"/>
                    <a:pt x="60" y="1738"/>
                    <a:pt x="215" y="1738"/>
                  </a:cubicBezTo>
                  <a:cubicBezTo>
                    <a:pt x="310" y="1738"/>
                    <a:pt x="263" y="1726"/>
                    <a:pt x="1215" y="1131"/>
                  </a:cubicBezTo>
                  <a:cubicBezTo>
                    <a:pt x="1347" y="1275"/>
                    <a:pt x="1521" y="1344"/>
                    <a:pt x="1693" y="1344"/>
                  </a:cubicBezTo>
                  <a:cubicBezTo>
                    <a:pt x="1893" y="1344"/>
                    <a:pt x="2093" y="1251"/>
                    <a:pt x="2227" y="1072"/>
                  </a:cubicBezTo>
                  <a:cubicBezTo>
                    <a:pt x="2560" y="631"/>
                    <a:pt x="2251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6"/>
            <p:cNvSpPr/>
            <p:nvPr/>
          </p:nvSpPr>
          <p:spPr>
            <a:xfrm>
              <a:off x="4157160" y="2083080"/>
              <a:ext cx="10662" cy="29218"/>
            </a:xfrm>
            <a:custGeom>
              <a:avLst/>
              <a:gdLst/>
              <a:ahLst/>
              <a:cxnLst/>
              <a:rect l="l" t="t" r="r" b="b"/>
              <a:pathLst>
                <a:path w="335" h="918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762"/>
                  </a:lnTo>
                  <a:cubicBezTo>
                    <a:pt x="1" y="846"/>
                    <a:pt x="72" y="917"/>
                    <a:pt x="167" y="917"/>
                  </a:cubicBezTo>
                  <a:cubicBezTo>
                    <a:pt x="275" y="917"/>
                    <a:pt x="334" y="846"/>
                    <a:pt x="334" y="762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6"/>
            <p:cNvSpPr/>
            <p:nvPr/>
          </p:nvSpPr>
          <p:spPr>
            <a:xfrm>
              <a:off x="4109419" y="2096034"/>
              <a:ext cx="21261" cy="26862"/>
            </a:xfrm>
            <a:custGeom>
              <a:avLst/>
              <a:gdLst/>
              <a:ahLst/>
              <a:cxnLst/>
              <a:rect l="l" t="t" r="r" b="b"/>
              <a:pathLst>
                <a:path w="668" h="844" extrusionOk="0">
                  <a:moveTo>
                    <a:pt x="183" y="0"/>
                  </a:moveTo>
                  <a:cubicBezTo>
                    <a:pt x="156" y="0"/>
                    <a:pt x="130" y="7"/>
                    <a:pt x="108" y="22"/>
                  </a:cubicBezTo>
                  <a:cubicBezTo>
                    <a:pt x="36" y="70"/>
                    <a:pt x="1" y="177"/>
                    <a:pt x="48" y="248"/>
                  </a:cubicBezTo>
                  <a:lnTo>
                    <a:pt x="346" y="772"/>
                  </a:lnTo>
                  <a:cubicBezTo>
                    <a:pt x="393" y="808"/>
                    <a:pt x="429" y="844"/>
                    <a:pt x="489" y="844"/>
                  </a:cubicBezTo>
                  <a:cubicBezTo>
                    <a:pt x="524" y="844"/>
                    <a:pt x="548" y="844"/>
                    <a:pt x="572" y="832"/>
                  </a:cubicBezTo>
                  <a:cubicBezTo>
                    <a:pt x="643" y="784"/>
                    <a:pt x="667" y="677"/>
                    <a:pt x="632" y="605"/>
                  </a:cubicBezTo>
                  <a:lnTo>
                    <a:pt x="334" y="82"/>
                  </a:lnTo>
                  <a:cubicBezTo>
                    <a:pt x="301" y="33"/>
                    <a:pt x="241" y="0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6"/>
            <p:cNvSpPr/>
            <p:nvPr/>
          </p:nvSpPr>
          <p:spPr>
            <a:xfrm>
              <a:off x="4074950" y="2130121"/>
              <a:ext cx="28454" cy="19669"/>
            </a:xfrm>
            <a:custGeom>
              <a:avLst/>
              <a:gdLst/>
              <a:ahLst/>
              <a:cxnLst/>
              <a:rect l="l" t="t" r="r" b="b"/>
              <a:pathLst>
                <a:path w="894" h="618" extrusionOk="0">
                  <a:moveTo>
                    <a:pt x="188" y="1"/>
                  </a:moveTo>
                  <a:cubicBezTo>
                    <a:pt x="130" y="1"/>
                    <a:pt x="72" y="33"/>
                    <a:pt x="48" y="82"/>
                  </a:cubicBezTo>
                  <a:cubicBezTo>
                    <a:pt x="0" y="154"/>
                    <a:pt x="24" y="261"/>
                    <a:pt x="107" y="308"/>
                  </a:cubicBezTo>
                  <a:lnTo>
                    <a:pt x="619" y="606"/>
                  </a:lnTo>
                  <a:cubicBezTo>
                    <a:pt x="655" y="618"/>
                    <a:pt x="679" y="618"/>
                    <a:pt x="703" y="618"/>
                  </a:cubicBezTo>
                  <a:cubicBezTo>
                    <a:pt x="762" y="618"/>
                    <a:pt x="798" y="594"/>
                    <a:pt x="834" y="546"/>
                  </a:cubicBezTo>
                  <a:cubicBezTo>
                    <a:pt x="893" y="475"/>
                    <a:pt x="881" y="368"/>
                    <a:pt x="786" y="320"/>
                  </a:cubicBezTo>
                  <a:lnTo>
                    <a:pt x="262" y="23"/>
                  </a:lnTo>
                  <a:cubicBezTo>
                    <a:pt x="240" y="8"/>
                    <a:pt x="214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6"/>
            <p:cNvSpPr/>
            <p:nvPr/>
          </p:nvSpPr>
          <p:spPr>
            <a:xfrm>
              <a:off x="4063555" y="2177067"/>
              <a:ext cx="29218" cy="10630"/>
            </a:xfrm>
            <a:custGeom>
              <a:avLst/>
              <a:gdLst/>
              <a:ahLst/>
              <a:cxnLst/>
              <a:rect l="l" t="t" r="r" b="b"/>
              <a:pathLst>
                <a:path w="918" h="334" extrusionOk="0"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4"/>
                    <a:pt x="168" y="334"/>
                  </a:cubicBezTo>
                  <a:lnTo>
                    <a:pt x="763" y="334"/>
                  </a:lnTo>
                  <a:cubicBezTo>
                    <a:pt x="846" y="334"/>
                    <a:pt x="918" y="262"/>
                    <a:pt x="918" y="167"/>
                  </a:cubicBezTo>
                  <a:cubicBezTo>
                    <a:pt x="918" y="83"/>
                    <a:pt x="846" y="0"/>
                    <a:pt x="7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6"/>
            <p:cNvSpPr/>
            <p:nvPr/>
          </p:nvSpPr>
          <p:spPr>
            <a:xfrm>
              <a:off x="4073804" y="2215005"/>
              <a:ext cx="29600" cy="20051"/>
            </a:xfrm>
            <a:custGeom>
              <a:avLst/>
              <a:gdLst/>
              <a:ahLst/>
              <a:cxnLst/>
              <a:rect l="l" t="t" r="r" b="b"/>
              <a:pathLst>
                <a:path w="930" h="630" extrusionOk="0">
                  <a:moveTo>
                    <a:pt x="735" y="1"/>
                  </a:moveTo>
                  <a:cubicBezTo>
                    <a:pt x="709" y="1"/>
                    <a:pt x="681" y="8"/>
                    <a:pt x="655" y="23"/>
                  </a:cubicBezTo>
                  <a:lnTo>
                    <a:pt x="143" y="320"/>
                  </a:lnTo>
                  <a:cubicBezTo>
                    <a:pt x="0" y="404"/>
                    <a:pt x="60" y="630"/>
                    <a:pt x="227" y="630"/>
                  </a:cubicBezTo>
                  <a:cubicBezTo>
                    <a:pt x="298" y="630"/>
                    <a:pt x="298" y="606"/>
                    <a:pt x="822" y="308"/>
                  </a:cubicBezTo>
                  <a:cubicBezTo>
                    <a:pt x="893" y="261"/>
                    <a:pt x="929" y="154"/>
                    <a:pt x="881" y="82"/>
                  </a:cubicBezTo>
                  <a:cubicBezTo>
                    <a:pt x="849" y="33"/>
                    <a:pt x="794" y="1"/>
                    <a:pt x="7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6"/>
            <p:cNvSpPr/>
            <p:nvPr/>
          </p:nvSpPr>
          <p:spPr>
            <a:xfrm>
              <a:off x="4109419" y="2242472"/>
              <a:ext cx="21261" cy="26703"/>
            </a:xfrm>
            <a:custGeom>
              <a:avLst/>
              <a:gdLst/>
              <a:ahLst/>
              <a:cxnLst/>
              <a:rect l="l" t="t" r="r" b="b"/>
              <a:pathLst>
                <a:path w="668" h="839" extrusionOk="0">
                  <a:moveTo>
                    <a:pt x="496" y="0"/>
                  </a:moveTo>
                  <a:cubicBezTo>
                    <a:pt x="441" y="0"/>
                    <a:pt x="391" y="27"/>
                    <a:pt x="358" y="76"/>
                  </a:cubicBezTo>
                  <a:lnTo>
                    <a:pt x="60" y="600"/>
                  </a:lnTo>
                  <a:cubicBezTo>
                    <a:pt x="1" y="707"/>
                    <a:pt x="72" y="838"/>
                    <a:pt x="191" y="838"/>
                  </a:cubicBezTo>
                  <a:cubicBezTo>
                    <a:pt x="251" y="838"/>
                    <a:pt x="298" y="815"/>
                    <a:pt x="334" y="767"/>
                  </a:cubicBezTo>
                  <a:lnTo>
                    <a:pt x="632" y="243"/>
                  </a:lnTo>
                  <a:cubicBezTo>
                    <a:pt x="667" y="172"/>
                    <a:pt x="643" y="64"/>
                    <a:pt x="572" y="17"/>
                  </a:cubicBezTo>
                  <a:cubicBezTo>
                    <a:pt x="546" y="6"/>
                    <a:pt x="520" y="0"/>
                    <a:pt x="4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6"/>
            <p:cNvSpPr/>
            <p:nvPr/>
          </p:nvSpPr>
          <p:spPr>
            <a:xfrm>
              <a:off x="4157924" y="2252466"/>
              <a:ext cx="10248" cy="29600"/>
            </a:xfrm>
            <a:custGeom>
              <a:avLst/>
              <a:gdLst/>
              <a:ahLst/>
              <a:cxnLst/>
              <a:rect l="l" t="t" r="r" b="b"/>
              <a:pathLst>
                <a:path w="322" h="930" extrusionOk="0">
                  <a:moveTo>
                    <a:pt x="155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762"/>
                  </a:lnTo>
                  <a:cubicBezTo>
                    <a:pt x="1" y="858"/>
                    <a:pt x="72" y="929"/>
                    <a:pt x="155" y="929"/>
                  </a:cubicBezTo>
                  <a:cubicBezTo>
                    <a:pt x="251" y="929"/>
                    <a:pt x="322" y="858"/>
                    <a:pt x="322" y="762"/>
                  </a:cubicBezTo>
                  <a:lnTo>
                    <a:pt x="322" y="167"/>
                  </a:lnTo>
                  <a:cubicBezTo>
                    <a:pt x="322" y="84"/>
                    <a:pt x="251" y="0"/>
                    <a:pt x="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6"/>
            <p:cNvSpPr/>
            <p:nvPr/>
          </p:nvSpPr>
          <p:spPr>
            <a:xfrm>
              <a:off x="4194685" y="2242472"/>
              <a:ext cx="21261" cy="27022"/>
            </a:xfrm>
            <a:custGeom>
              <a:avLst/>
              <a:gdLst/>
              <a:ahLst/>
              <a:cxnLst/>
              <a:rect l="l" t="t" r="r" b="b"/>
              <a:pathLst>
                <a:path w="668" h="849" extrusionOk="0">
                  <a:moveTo>
                    <a:pt x="181" y="0"/>
                  </a:moveTo>
                  <a:cubicBezTo>
                    <a:pt x="155" y="0"/>
                    <a:pt x="130" y="6"/>
                    <a:pt x="108" y="17"/>
                  </a:cubicBezTo>
                  <a:cubicBezTo>
                    <a:pt x="36" y="64"/>
                    <a:pt x="0" y="172"/>
                    <a:pt x="48" y="243"/>
                  </a:cubicBezTo>
                  <a:lnTo>
                    <a:pt x="346" y="767"/>
                  </a:lnTo>
                  <a:cubicBezTo>
                    <a:pt x="378" y="816"/>
                    <a:pt x="428" y="848"/>
                    <a:pt x="487" y="848"/>
                  </a:cubicBezTo>
                  <a:cubicBezTo>
                    <a:pt x="513" y="848"/>
                    <a:pt x="542" y="841"/>
                    <a:pt x="572" y="826"/>
                  </a:cubicBezTo>
                  <a:cubicBezTo>
                    <a:pt x="643" y="779"/>
                    <a:pt x="667" y="672"/>
                    <a:pt x="631" y="600"/>
                  </a:cubicBezTo>
                  <a:lnTo>
                    <a:pt x="334" y="76"/>
                  </a:lnTo>
                  <a:cubicBezTo>
                    <a:pt x="301" y="27"/>
                    <a:pt x="240" y="0"/>
                    <a:pt x="1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6"/>
            <p:cNvSpPr/>
            <p:nvPr/>
          </p:nvSpPr>
          <p:spPr>
            <a:xfrm>
              <a:off x="4222343" y="2215387"/>
              <a:ext cx="27690" cy="19669"/>
            </a:xfrm>
            <a:custGeom>
              <a:avLst/>
              <a:gdLst/>
              <a:ahLst/>
              <a:cxnLst/>
              <a:rect l="l" t="t" r="r" b="b"/>
              <a:pathLst>
                <a:path w="870" h="618" extrusionOk="0">
                  <a:moveTo>
                    <a:pt x="176" y="1"/>
                  </a:moveTo>
                  <a:cubicBezTo>
                    <a:pt x="118" y="1"/>
                    <a:pt x="57" y="33"/>
                    <a:pt x="24" y="82"/>
                  </a:cubicBezTo>
                  <a:cubicBezTo>
                    <a:pt x="1" y="142"/>
                    <a:pt x="13" y="249"/>
                    <a:pt x="96" y="296"/>
                  </a:cubicBezTo>
                  <a:cubicBezTo>
                    <a:pt x="632" y="594"/>
                    <a:pt x="620" y="618"/>
                    <a:pt x="691" y="618"/>
                  </a:cubicBezTo>
                  <a:cubicBezTo>
                    <a:pt x="751" y="618"/>
                    <a:pt x="798" y="594"/>
                    <a:pt x="834" y="546"/>
                  </a:cubicBezTo>
                  <a:cubicBezTo>
                    <a:pt x="870" y="475"/>
                    <a:pt x="846" y="368"/>
                    <a:pt x="775" y="320"/>
                  </a:cubicBezTo>
                  <a:lnTo>
                    <a:pt x="251" y="22"/>
                  </a:lnTo>
                  <a:cubicBezTo>
                    <a:pt x="228" y="8"/>
                    <a:pt x="202" y="1"/>
                    <a:pt x="1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6"/>
            <p:cNvSpPr/>
            <p:nvPr/>
          </p:nvSpPr>
          <p:spPr>
            <a:xfrm>
              <a:off x="4232941" y="2177067"/>
              <a:ext cx="29600" cy="10630"/>
            </a:xfrm>
            <a:custGeom>
              <a:avLst/>
              <a:gdLst/>
              <a:ahLst/>
              <a:cxnLst/>
              <a:rect l="l" t="t" r="r" b="b"/>
              <a:pathLst>
                <a:path w="930" h="334" extrusionOk="0"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4"/>
                    <a:pt x="168" y="334"/>
                  </a:cubicBezTo>
                  <a:lnTo>
                    <a:pt x="763" y="334"/>
                  </a:lnTo>
                  <a:cubicBezTo>
                    <a:pt x="858" y="334"/>
                    <a:pt x="930" y="262"/>
                    <a:pt x="930" y="167"/>
                  </a:cubicBezTo>
                  <a:cubicBezTo>
                    <a:pt x="930" y="83"/>
                    <a:pt x="858" y="0"/>
                    <a:pt x="7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6"/>
            <p:cNvSpPr/>
            <p:nvPr/>
          </p:nvSpPr>
          <p:spPr>
            <a:xfrm>
              <a:off x="4221579" y="2130694"/>
              <a:ext cx="28454" cy="19478"/>
            </a:xfrm>
            <a:custGeom>
              <a:avLst/>
              <a:gdLst/>
              <a:ahLst/>
              <a:cxnLst/>
              <a:rect l="l" t="t" r="r" b="b"/>
              <a:pathLst>
                <a:path w="894" h="612" extrusionOk="0">
                  <a:moveTo>
                    <a:pt x="706" y="0"/>
                  </a:moveTo>
                  <a:cubicBezTo>
                    <a:pt x="679" y="0"/>
                    <a:pt x="654" y="5"/>
                    <a:pt x="632" y="16"/>
                  </a:cubicBezTo>
                  <a:lnTo>
                    <a:pt x="108" y="314"/>
                  </a:lnTo>
                  <a:cubicBezTo>
                    <a:pt x="37" y="362"/>
                    <a:pt x="1" y="469"/>
                    <a:pt x="48" y="540"/>
                  </a:cubicBezTo>
                  <a:cubicBezTo>
                    <a:pt x="96" y="588"/>
                    <a:pt x="144" y="612"/>
                    <a:pt x="203" y="612"/>
                  </a:cubicBezTo>
                  <a:cubicBezTo>
                    <a:pt x="227" y="612"/>
                    <a:pt x="263" y="612"/>
                    <a:pt x="275" y="600"/>
                  </a:cubicBezTo>
                  <a:lnTo>
                    <a:pt x="799" y="302"/>
                  </a:lnTo>
                  <a:cubicBezTo>
                    <a:pt x="870" y="255"/>
                    <a:pt x="894" y="159"/>
                    <a:pt x="858" y="76"/>
                  </a:cubicBezTo>
                  <a:cubicBezTo>
                    <a:pt x="825" y="27"/>
                    <a:pt x="764" y="0"/>
                    <a:pt x="7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6"/>
            <p:cNvSpPr/>
            <p:nvPr/>
          </p:nvSpPr>
          <p:spPr>
            <a:xfrm>
              <a:off x="4194685" y="2095652"/>
              <a:ext cx="20879" cy="26862"/>
            </a:xfrm>
            <a:custGeom>
              <a:avLst/>
              <a:gdLst/>
              <a:ahLst/>
              <a:cxnLst/>
              <a:rect l="l" t="t" r="r" b="b"/>
              <a:pathLst>
                <a:path w="656" h="844" extrusionOk="0">
                  <a:moveTo>
                    <a:pt x="479" y="0"/>
                  </a:moveTo>
                  <a:cubicBezTo>
                    <a:pt x="428" y="0"/>
                    <a:pt x="378" y="33"/>
                    <a:pt x="346" y="82"/>
                  </a:cubicBezTo>
                  <a:lnTo>
                    <a:pt x="48" y="606"/>
                  </a:lnTo>
                  <a:cubicBezTo>
                    <a:pt x="0" y="677"/>
                    <a:pt x="36" y="784"/>
                    <a:pt x="108" y="820"/>
                  </a:cubicBezTo>
                  <a:cubicBezTo>
                    <a:pt x="131" y="844"/>
                    <a:pt x="167" y="844"/>
                    <a:pt x="179" y="844"/>
                  </a:cubicBezTo>
                  <a:cubicBezTo>
                    <a:pt x="239" y="844"/>
                    <a:pt x="286" y="808"/>
                    <a:pt x="310" y="760"/>
                  </a:cubicBezTo>
                  <a:lnTo>
                    <a:pt x="608" y="248"/>
                  </a:lnTo>
                  <a:cubicBezTo>
                    <a:pt x="655" y="165"/>
                    <a:pt x="631" y="70"/>
                    <a:pt x="548" y="22"/>
                  </a:cubicBezTo>
                  <a:cubicBezTo>
                    <a:pt x="526" y="7"/>
                    <a:pt x="502" y="0"/>
                    <a:pt x="4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" name="Google Shape;660;p46"/>
          <p:cNvGrpSpPr/>
          <p:nvPr/>
        </p:nvGrpSpPr>
        <p:grpSpPr>
          <a:xfrm>
            <a:off x="7196733" y="2002349"/>
            <a:ext cx="522233" cy="488124"/>
            <a:chOff x="1748582" y="3372635"/>
            <a:chExt cx="359269" cy="335780"/>
          </a:xfrm>
        </p:grpSpPr>
        <p:sp>
          <p:nvSpPr>
            <p:cNvPr id="661" name="Google Shape;661;p46"/>
            <p:cNvSpPr/>
            <p:nvPr/>
          </p:nvSpPr>
          <p:spPr>
            <a:xfrm>
              <a:off x="2080161" y="3535210"/>
              <a:ext cx="27690" cy="10630"/>
            </a:xfrm>
            <a:custGeom>
              <a:avLst/>
              <a:gdLst/>
              <a:ahLst/>
              <a:cxnLst/>
              <a:rect l="l" t="t" r="r" b="b"/>
              <a:pathLst>
                <a:path w="870" h="334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703" y="333"/>
                  </a:lnTo>
                  <a:cubicBezTo>
                    <a:pt x="786" y="333"/>
                    <a:pt x="870" y="262"/>
                    <a:pt x="870" y="167"/>
                  </a:cubicBezTo>
                  <a:cubicBezTo>
                    <a:pt x="870" y="83"/>
                    <a:pt x="786" y="0"/>
                    <a:pt x="7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2" name="Google Shape;662;p46"/>
            <p:cNvGrpSpPr/>
            <p:nvPr/>
          </p:nvGrpSpPr>
          <p:grpSpPr>
            <a:xfrm>
              <a:off x="1748582" y="3372635"/>
              <a:ext cx="333520" cy="335780"/>
              <a:chOff x="1748582" y="3372635"/>
              <a:chExt cx="333520" cy="335780"/>
            </a:xfrm>
          </p:grpSpPr>
          <p:sp>
            <p:nvSpPr>
              <p:cNvPr id="663" name="Google Shape;663;p46"/>
              <p:cNvSpPr/>
              <p:nvPr/>
            </p:nvSpPr>
            <p:spPr>
              <a:xfrm>
                <a:off x="1748582" y="3372635"/>
                <a:ext cx="308504" cy="335780"/>
              </a:xfrm>
              <a:custGeom>
                <a:avLst/>
                <a:gdLst/>
                <a:ahLst/>
                <a:cxnLst/>
                <a:rect l="l" t="t" r="r" b="b"/>
                <a:pathLst>
                  <a:path w="9693" h="10550" extrusionOk="0">
                    <a:moveTo>
                      <a:pt x="8454" y="4215"/>
                    </a:moveTo>
                    <a:cubicBezTo>
                      <a:pt x="8978" y="4298"/>
                      <a:pt x="9359" y="4739"/>
                      <a:pt x="9359" y="5275"/>
                    </a:cubicBezTo>
                    <a:cubicBezTo>
                      <a:pt x="9359" y="5811"/>
                      <a:pt x="8978" y="6263"/>
                      <a:pt x="8454" y="6334"/>
                    </a:cubicBezTo>
                    <a:lnTo>
                      <a:pt x="8454" y="4215"/>
                    </a:lnTo>
                    <a:close/>
                    <a:moveTo>
                      <a:pt x="1251" y="4036"/>
                    </a:moveTo>
                    <a:lnTo>
                      <a:pt x="1251" y="6525"/>
                    </a:lnTo>
                    <a:lnTo>
                      <a:pt x="894" y="6525"/>
                    </a:lnTo>
                    <a:cubicBezTo>
                      <a:pt x="596" y="6525"/>
                      <a:pt x="358" y="6287"/>
                      <a:pt x="358" y="5989"/>
                    </a:cubicBezTo>
                    <a:lnTo>
                      <a:pt x="358" y="4572"/>
                    </a:lnTo>
                    <a:cubicBezTo>
                      <a:pt x="358" y="4275"/>
                      <a:pt x="596" y="4036"/>
                      <a:pt x="894" y="4036"/>
                    </a:cubicBezTo>
                    <a:close/>
                    <a:moveTo>
                      <a:pt x="2668" y="4025"/>
                    </a:moveTo>
                    <a:lnTo>
                      <a:pt x="2668" y="6525"/>
                    </a:lnTo>
                    <a:lnTo>
                      <a:pt x="1584" y="6525"/>
                    </a:lnTo>
                    <a:lnTo>
                      <a:pt x="1584" y="4025"/>
                    </a:lnTo>
                    <a:close/>
                    <a:moveTo>
                      <a:pt x="2846" y="7727"/>
                    </a:moveTo>
                    <a:lnTo>
                      <a:pt x="2846" y="8466"/>
                    </a:lnTo>
                    <a:lnTo>
                      <a:pt x="2537" y="8466"/>
                    </a:lnTo>
                    <a:lnTo>
                      <a:pt x="2727" y="7727"/>
                    </a:lnTo>
                    <a:close/>
                    <a:moveTo>
                      <a:pt x="2608" y="6834"/>
                    </a:moveTo>
                    <a:lnTo>
                      <a:pt x="2001" y="9156"/>
                    </a:lnTo>
                    <a:lnTo>
                      <a:pt x="1584" y="9156"/>
                    </a:lnTo>
                    <a:lnTo>
                      <a:pt x="1584" y="6834"/>
                    </a:lnTo>
                    <a:close/>
                    <a:moveTo>
                      <a:pt x="8133" y="357"/>
                    </a:moveTo>
                    <a:lnTo>
                      <a:pt x="8133" y="10228"/>
                    </a:lnTo>
                    <a:lnTo>
                      <a:pt x="7394" y="10228"/>
                    </a:lnTo>
                    <a:lnTo>
                      <a:pt x="7394" y="3251"/>
                    </a:lnTo>
                    <a:cubicBezTo>
                      <a:pt x="7394" y="3167"/>
                      <a:pt x="7323" y="3084"/>
                      <a:pt x="7240" y="3084"/>
                    </a:cubicBezTo>
                    <a:cubicBezTo>
                      <a:pt x="7144" y="3084"/>
                      <a:pt x="7073" y="3167"/>
                      <a:pt x="7073" y="3251"/>
                    </a:cubicBezTo>
                    <a:lnTo>
                      <a:pt x="7073" y="9144"/>
                    </a:lnTo>
                    <a:cubicBezTo>
                      <a:pt x="6859" y="8859"/>
                      <a:pt x="6549" y="8466"/>
                      <a:pt x="6132" y="8073"/>
                    </a:cubicBezTo>
                    <a:cubicBezTo>
                      <a:pt x="5668" y="7632"/>
                      <a:pt x="5192" y="7275"/>
                      <a:pt x="4704" y="7013"/>
                    </a:cubicBezTo>
                    <a:cubicBezTo>
                      <a:pt x="4132" y="6715"/>
                      <a:pt x="3561" y="6561"/>
                      <a:pt x="2989" y="6537"/>
                    </a:cubicBezTo>
                    <a:lnTo>
                      <a:pt x="2989" y="4036"/>
                    </a:lnTo>
                    <a:cubicBezTo>
                      <a:pt x="3572" y="4013"/>
                      <a:pt x="4132" y="3846"/>
                      <a:pt x="4704" y="3560"/>
                    </a:cubicBezTo>
                    <a:cubicBezTo>
                      <a:pt x="5192" y="3310"/>
                      <a:pt x="5668" y="2953"/>
                      <a:pt x="6132" y="2501"/>
                    </a:cubicBezTo>
                    <a:cubicBezTo>
                      <a:pt x="6537" y="2108"/>
                      <a:pt x="6847" y="1715"/>
                      <a:pt x="7073" y="1429"/>
                    </a:cubicBezTo>
                    <a:lnTo>
                      <a:pt x="7073" y="2489"/>
                    </a:lnTo>
                    <a:cubicBezTo>
                      <a:pt x="7073" y="2584"/>
                      <a:pt x="7144" y="2655"/>
                      <a:pt x="7240" y="2655"/>
                    </a:cubicBezTo>
                    <a:cubicBezTo>
                      <a:pt x="7323" y="2655"/>
                      <a:pt x="7394" y="2584"/>
                      <a:pt x="7394" y="2489"/>
                    </a:cubicBezTo>
                    <a:lnTo>
                      <a:pt x="7394" y="357"/>
                    </a:lnTo>
                    <a:close/>
                    <a:moveTo>
                      <a:pt x="7228" y="0"/>
                    </a:moveTo>
                    <a:cubicBezTo>
                      <a:pt x="7144" y="0"/>
                      <a:pt x="7073" y="84"/>
                      <a:pt x="7073" y="167"/>
                    </a:cubicBezTo>
                    <a:lnTo>
                      <a:pt x="7073" y="822"/>
                    </a:lnTo>
                    <a:cubicBezTo>
                      <a:pt x="6966" y="988"/>
                      <a:pt x="6549" y="1631"/>
                      <a:pt x="5906" y="2251"/>
                    </a:cubicBezTo>
                    <a:cubicBezTo>
                      <a:pt x="5227" y="2905"/>
                      <a:pt x="4132" y="3703"/>
                      <a:pt x="2822" y="3703"/>
                    </a:cubicBezTo>
                    <a:lnTo>
                      <a:pt x="882" y="3703"/>
                    </a:lnTo>
                    <a:cubicBezTo>
                      <a:pt x="405" y="3703"/>
                      <a:pt x="1" y="4084"/>
                      <a:pt x="1" y="4572"/>
                    </a:cubicBezTo>
                    <a:lnTo>
                      <a:pt x="1" y="5989"/>
                    </a:lnTo>
                    <a:cubicBezTo>
                      <a:pt x="1" y="6465"/>
                      <a:pt x="382" y="6870"/>
                      <a:pt x="882" y="6870"/>
                    </a:cubicBezTo>
                    <a:lnTo>
                      <a:pt x="1239" y="6870"/>
                    </a:lnTo>
                    <a:lnTo>
                      <a:pt x="1239" y="9359"/>
                    </a:lnTo>
                    <a:cubicBezTo>
                      <a:pt x="1239" y="9442"/>
                      <a:pt x="1310" y="9513"/>
                      <a:pt x="1394" y="9513"/>
                    </a:cubicBezTo>
                    <a:lnTo>
                      <a:pt x="2096" y="9513"/>
                    </a:lnTo>
                    <a:cubicBezTo>
                      <a:pt x="2168" y="9513"/>
                      <a:pt x="2227" y="9478"/>
                      <a:pt x="2263" y="9394"/>
                    </a:cubicBezTo>
                    <a:lnTo>
                      <a:pt x="2406" y="8823"/>
                    </a:lnTo>
                    <a:lnTo>
                      <a:pt x="2977" y="8823"/>
                    </a:lnTo>
                    <a:cubicBezTo>
                      <a:pt x="3061" y="8823"/>
                      <a:pt x="3144" y="8739"/>
                      <a:pt x="3144" y="8656"/>
                    </a:cubicBezTo>
                    <a:lnTo>
                      <a:pt x="3144" y="7573"/>
                    </a:lnTo>
                    <a:cubicBezTo>
                      <a:pt x="3144" y="7477"/>
                      <a:pt x="3061" y="7406"/>
                      <a:pt x="2977" y="7406"/>
                    </a:cubicBezTo>
                    <a:lnTo>
                      <a:pt x="2787" y="7406"/>
                    </a:lnTo>
                    <a:lnTo>
                      <a:pt x="2930" y="6858"/>
                    </a:lnTo>
                    <a:cubicBezTo>
                      <a:pt x="4180" y="6894"/>
                      <a:pt x="5227" y="7656"/>
                      <a:pt x="5882" y="8299"/>
                    </a:cubicBezTo>
                    <a:cubicBezTo>
                      <a:pt x="6537" y="8942"/>
                      <a:pt x="6954" y="9573"/>
                      <a:pt x="7037" y="9728"/>
                    </a:cubicBezTo>
                    <a:lnTo>
                      <a:pt x="7037" y="10383"/>
                    </a:lnTo>
                    <a:cubicBezTo>
                      <a:pt x="7037" y="10466"/>
                      <a:pt x="7109" y="10549"/>
                      <a:pt x="7204" y="10549"/>
                    </a:cubicBezTo>
                    <a:lnTo>
                      <a:pt x="8264" y="10549"/>
                    </a:lnTo>
                    <a:cubicBezTo>
                      <a:pt x="8347" y="10549"/>
                      <a:pt x="8430" y="10466"/>
                      <a:pt x="8430" y="10383"/>
                    </a:cubicBezTo>
                    <a:lnTo>
                      <a:pt x="8430" y="6656"/>
                    </a:lnTo>
                    <a:cubicBezTo>
                      <a:pt x="9121" y="6573"/>
                      <a:pt x="9657" y="5989"/>
                      <a:pt x="9657" y="5275"/>
                    </a:cubicBezTo>
                    <a:cubicBezTo>
                      <a:pt x="9692" y="4560"/>
                      <a:pt x="9168" y="3965"/>
                      <a:pt x="8454" y="3894"/>
                    </a:cubicBezTo>
                    <a:lnTo>
                      <a:pt x="8454" y="167"/>
                    </a:lnTo>
                    <a:cubicBezTo>
                      <a:pt x="8454" y="84"/>
                      <a:pt x="8383" y="0"/>
                      <a:pt x="82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6"/>
              <p:cNvSpPr/>
              <p:nvPr/>
            </p:nvSpPr>
            <p:spPr>
              <a:xfrm>
                <a:off x="2057054" y="3472000"/>
                <a:ext cx="25048" cy="22311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01" extrusionOk="0">
                    <a:moveTo>
                      <a:pt x="600" y="1"/>
                    </a:moveTo>
                    <a:cubicBezTo>
                      <a:pt x="557" y="1"/>
                      <a:pt x="512" y="16"/>
                      <a:pt x="477" y="45"/>
                    </a:cubicBezTo>
                    <a:lnTo>
                      <a:pt x="107" y="414"/>
                    </a:lnTo>
                    <a:cubicBezTo>
                      <a:pt x="0" y="522"/>
                      <a:pt x="72" y="700"/>
                      <a:pt x="227" y="700"/>
                    </a:cubicBezTo>
                    <a:cubicBezTo>
                      <a:pt x="262" y="700"/>
                      <a:pt x="310" y="676"/>
                      <a:pt x="346" y="653"/>
                    </a:cubicBezTo>
                    <a:lnTo>
                      <a:pt x="715" y="283"/>
                    </a:lnTo>
                    <a:cubicBezTo>
                      <a:pt x="786" y="200"/>
                      <a:pt x="786" y="105"/>
                      <a:pt x="715" y="45"/>
                    </a:cubicBezTo>
                    <a:cubicBezTo>
                      <a:pt x="685" y="16"/>
                      <a:pt x="643" y="1"/>
                      <a:pt x="6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6"/>
              <p:cNvSpPr/>
              <p:nvPr/>
            </p:nvSpPr>
            <p:spPr>
              <a:xfrm>
                <a:off x="2058550" y="3586834"/>
                <a:ext cx="23552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740" h="711" extrusionOk="0">
                    <a:moveTo>
                      <a:pt x="184" y="0"/>
                    </a:moveTo>
                    <a:cubicBezTo>
                      <a:pt x="141" y="0"/>
                      <a:pt x="96" y="15"/>
                      <a:pt x="60" y="45"/>
                    </a:cubicBezTo>
                    <a:cubicBezTo>
                      <a:pt x="1" y="104"/>
                      <a:pt x="1" y="212"/>
                      <a:pt x="60" y="283"/>
                    </a:cubicBezTo>
                    <a:lnTo>
                      <a:pt x="430" y="664"/>
                    </a:lnTo>
                    <a:cubicBezTo>
                      <a:pt x="461" y="696"/>
                      <a:pt x="500" y="711"/>
                      <a:pt x="538" y="711"/>
                    </a:cubicBezTo>
                    <a:cubicBezTo>
                      <a:pt x="586" y="711"/>
                      <a:pt x="634" y="687"/>
                      <a:pt x="668" y="640"/>
                    </a:cubicBezTo>
                    <a:cubicBezTo>
                      <a:pt x="739" y="581"/>
                      <a:pt x="727" y="485"/>
                      <a:pt x="668" y="426"/>
                    </a:cubicBezTo>
                    <a:lnTo>
                      <a:pt x="299" y="45"/>
                    </a:lnTo>
                    <a:cubicBezTo>
                      <a:pt x="269" y="15"/>
                      <a:pt x="227" y="0"/>
                      <a:pt x="1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66" name="Google Shape;666;p46"/>
          <p:cNvSpPr/>
          <p:nvPr/>
        </p:nvSpPr>
        <p:spPr>
          <a:xfrm>
            <a:off x="3348931" y="1884825"/>
            <a:ext cx="522237" cy="522797"/>
          </a:xfrm>
          <a:custGeom>
            <a:avLst/>
            <a:gdLst/>
            <a:ahLst/>
            <a:cxnLst/>
            <a:rect l="l" t="t" r="r" b="b"/>
            <a:pathLst>
              <a:path w="11193" h="11205" extrusionOk="0">
                <a:moveTo>
                  <a:pt x="3763" y="358"/>
                </a:moveTo>
                <a:cubicBezTo>
                  <a:pt x="4096" y="358"/>
                  <a:pt x="4346" y="632"/>
                  <a:pt x="4346" y="941"/>
                </a:cubicBezTo>
                <a:cubicBezTo>
                  <a:pt x="4346" y="1144"/>
                  <a:pt x="4239" y="1346"/>
                  <a:pt x="4061" y="1441"/>
                </a:cubicBezTo>
                <a:cubicBezTo>
                  <a:pt x="4013" y="1477"/>
                  <a:pt x="3977" y="1536"/>
                  <a:pt x="3977" y="1596"/>
                </a:cubicBezTo>
                <a:lnTo>
                  <a:pt x="3977" y="2001"/>
                </a:lnTo>
                <a:cubicBezTo>
                  <a:pt x="3977" y="2096"/>
                  <a:pt x="4049" y="2179"/>
                  <a:pt x="4156" y="2179"/>
                </a:cubicBezTo>
                <a:lnTo>
                  <a:pt x="5394" y="2179"/>
                </a:lnTo>
                <a:lnTo>
                  <a:pt x="5394" y="3406"/>
                </a:lnTo>
                <a:cubicBezTo>
                  <a:pt x="5394" y="3513"/>
                  <a:pt x="5466" y="3584"/>
                  <a:pt x="5573" y="3584"/>
                </a:cubicBezTo>
                <a:lnTo>
                  <a:pt x="5966" y="3584"/>
                </a:lnTo>
                <a:cubicBezTo>
                  <a:pt x="6025" y="3584"/>
                  <a:pt x="6085" y="3561"/>
                  <a:pt x="6120" y="3501"/>
                </a:cubicBezTo>
                <a:cubicBezTo>
                  <a:pt x="6228" y="3322"/>
                  <a:pt x="6418" y="3215"/>
                  <a:pt x="6620" y="3215"/>
                </a:cubicBezTo>
                <a:cubicBezTo>
                  <a:pt x="6954" y="3215"/>
                  <a:pt x="7204" y="3489"/>
                  <a:pt x="7204" y="3799"/>
                </a:cubicBezTo>
                <a:cubicBezTo>
                  <a:pt x="7204" y="4120"/>
                  <a:pt x="6942" y="4382"/>
                  <a:pt x="6620" y="4382"/>
                </a:cubicBezTo>
                <a:cubicBezTo>
                  <a:pt x="6418" y="4382"/>
                  <a:pt x="6228" y="4275"/>
                  <a:pt x="6120" y="4096"/>
                </a:cubicBezTo>
                <a:cubicBezTo>
                  <a:pt x="6085" y="4037"/>
                  <a:pt x="6025" y="4001"/>
                  <a:pt x="5966" y="4001"/>
                </a:cubicBezTo>
                <a:lnTo>
                  <a:pt x="5573" y="4001"/>
                </a:lnTo>
                <a:cubicBezTo>
                  <a:pt x="5466" y="4001"/>
                  <a:pt x="5394" y="4084"/>
                  <a:pt x="5394" y="4180"/>
                </a:cubicBezTo>
                <a:lnTo>
                  <a:pt x="5394" y="5418"/>
                </a:lnTo>
                <a:lnTo>
                  <a:pt x="4334" y="5418"/>
                </a:lnTo>
                <a:lnTo>
                  <a:pt x="4334" y="5299"/>
                </a:lnTo>
                <a:cubicBezTo>
                  <a:pt x="4573" y="5120"/>
                  <a:pt x="4704" y="4834"/>
                  <a:pt x="4704" y="4561"/>
                </a:cubicBezTo>
                <a:cubicBezTo>
                  <a:pt x="4704" y="4037"/>
                  <a:pt x="4287" y="3620"/>
                  <a:pt x="3775" y="3620"/>
                </a:cubicBezTo>
                <a:cubicBezTo>
                  <a:pt x="3251" y="3620"/>
                  <a:pt x="2834" y="4037"/>
                  <a:pt x="2834" y="4561"/>
                </a:cubicBezTo>
                <a:cubicBezTo>
                  <a:pt x="2834" y="4858"/>
                  <a:pt x="2965" y="5132"/>
                  <a:pt x="3203" y="5299"/>
                </a:cubicBezTo>
                <a:lnTo>
                  <a:pt x="3203" y="5430"/>
                </a:lnTo>
                <a:lnTo>
                  <a:pt x="2144" y="5430"/>
                </a:lnTo>
                <a:lnTo>
                  <a:pt x="2144" y="2179"/>
                </a:lnTo>
                <a:lnTo>
                  <a:pt x="3382" y="2179"/>
                </a:lnTo>
                <a:cubicBezTo>
                  <a:pt x="3489" y="2179"/>
                  <a:pt x="3561" y="2096"/>
                  <a:pt x="3561" y="2001"/>
                </a:cubicBezTo>
                <a:lnTo>
                  <a:pt x="3561" y="1596"/>
                </a:lnTo>
                <a:cubicBezTo>
                  <a:pt x="3561" y="1536"/>
                  <a:pt x="3537" y="1477"/>
                  <a:pt x="3465" y="1441"/>
                </a:cubicBezTo>
                <a:cubicBezTo>
                  <a:pt x="3299" y="1346"/>
                  <a:pt x="3191" y="1144"/>
                  <a:pt x="3191" y="941"/>
                </a:cubicBezTo>
                <a:cubicBezTo>
                  <a:pt x="3191" y="608"/>
                  <a:pt x="3453" y="358"/>
                  <a:pt x="3763" y="358"/>
                </a:cubicBezTo>
                <a:close/>
                <a:moveTo>
                  <a:pt x="9014" y="5811"/>
                </a:moveTo>
                <a:lnTo>
                  <a:pt x="9014" y="7799"/>
                </a:lnTo>
                <a:lnTo>
                  <a:pt x="9014" y="8025"/>
                </a:lnTo>
                <a:lnTo>
                  <a:pt x="9014" y="9049"/>
                </a:lnTo>
                <a:lnTo>
                  <a:pt x="7775" y="9049"/>
                </a:lnTo>
                <a:cubicBezTo>
                  <a:pt x="7668" y="9049"/>
                  <a:pt x="7597" y="9121"/>
                  <a:pt x="7597" y="9228"/>
                </a:cubicBezTo>
                <a:lnTo>
                  <a:pt x="7597" y="9633"/>
                </a:lnTo>
                <a:cubicBezTo>
                  <a:pt x="7597" y="9692"/>
                  <a:pt x="7621" y="9752"/>
                  <a:pt x="7680" y="9776"/>
                </a:cubicBezTo>
                <a:cubicBezTo>
                  <a:pt x="7859" y="9883"/>
                  <a:pt x="7966" y="10073"/>
                  <a:pt x="7966" y="10288"/>
                </a:cubicBezTo>
                <a:cubicBezTo>
                  <a:pt x="7966" y="10609"/>
                  <a:pt x="7704" y="10871"/>
                  <a:pt x="7382" y="10871"/>
                </a:cubicBezTo>
                <a:cubicBezTo>
                  <a:pt x="7061" y="10871"/>
                  <a:pt x="6811" y="10597"/>
                  <a:pt x="6811" y="10288"/>
                </a:cubicBezTo>
                <a:cubicBezTo>
                  <a:pt x="6811" y="10073"/>
                  <a:pt x="6906" y="9883"/>
                  <a:pt x="7085" y="9776"/>
                </a:cubicBezTo>
                <a:cubicBezTo>
                  <a:pt x="7144" y="9752"/>
                  <a:pt x="7180" y="9692"/>
                  <a:pt x="7180" y="9633"/>
                </a:cubicBezTo>
                <a:lnTo>
                  <a:pt x="7180" y="9228"/>
                </a:lnTo>
                <a:cubicBezTo>
                  <a:pt x="7180" y="9121"/>
                  <a:pt x="7109" y="9049"/>
                  <a:pt x="7001" y="9049"/>
                </a:cubicBezTo>
                <a:lnTo>
                  <a:pt x="5763" y="9049"/>
                </a:lnTo>
                <a:lnTo>
                  <a:pt x="5763" y="7811"/>
                </a:lnTo>
                <a:cubicBezTo>
                  <a:pt x="5763" y="7716"/>
                  <a:pt x="5692" y="7632"/>
                  <a:pt x="5585" y="7632"/>
                </a:cubicBezTo>
                <a:lnTo>
                  <a:pt x="5180" y="7632"/>
                </a:lnTo>
                <a:cubicBezTo>
                  <a:pt x="5120" y="7632"/>
                  <a:pt x="5061" y="7668"/>
                  <a:pt x="5037" y="7728"/>
                </a:cubicBezTo>
                <a:cubicBezTo>
                  <a:pt x="4930" y="7906"/>
                  <a:pt x="4739" y="8013"/>
                  <a:pt x="4525" y="8013"/>
                </a:cubicBezTo>
                <a:cubicBezTo>
                  <a:pt x="4203" y="8013"/>
                  <a:pt x="3953" y="7740"/>
                  <a:pt x="3953" y="7430"/>
                </a:cubicBezTo>
                <a:cubicBezTo>
                  <a:pt x="3953" y="7120"/>
                  <a:pt x="4215" y="6847"/>
                  <a:pt x="4525" y="6847"/>
                </a:cubicBezTo>
                <a:cubicBezTo>
                  <a:pt x="4739" y="6847"/>
                  <a:pt x="4930" y="6954"/>
                  <a:pt x="5037" y="7132"/>
                </a:cubicBezTo>
                <a:cubicBezTo>
                  <a:pt x="5061" y="7192"/>
                  <a:pt x="5120" y="7216"/>
                  <a:pt x="5180" y="7216"/>
                </a:cubicBezTo>
                <a:lnTo>
                  <a:pt x="5585" y="7216"/>
                </a:lnTo>
                <a:cubicBezTo>
                  <a:pt x="5692" y="7216"/>
                  <a:pt x="5763" y="7144"/>
                  <a:pt x="5763" y="7037"/>
                </a:cubicBezTo>
                <a:lnTo>
                  <a:pt x="5763" y="5811"/>
                </a:lnTo>
                <a:lnTo>
                  <a:pt x="6823" y="5811"/>
                </a:lnTo>
                <a:lnTo>
                  <a:pt x="6823" y="5942"/>
                </a:lnTo>
                <a:cubicBezTo>
                  <a:pt x="6585" y="6120"/>
                  <a:pt x="6454" y="6406"/>
                  <a:pt x="6454" y="6680"/>
                </a:cubicBezTo>
                <a:cubicBezTo>
                  <a:pt x="6454" y="7204"/>
                  <a:pt x="6870" y="7621"/>
                  <a:pt x="7382" y="7621"/>
                </a:cubicBezTo>
                <a:cubicBezTo>
                  <a:pt x="7906" y="7621"/>
                  <a:pt x="8323" y="7204"/>
                  <a:pt x="8323" y="6680"/>
                </a:cubicBezTo>
                <a:cubicBezTo>
                  <a:pt x="8323" y="6382"/>
                  <a:pt x="8192" y="6108"/>
                  <a:pt x="7954" y="5942"/>
                </a:cubicBezTo>
                <a:lnTo>
                  <a:pt x="7954" y="5811"/>
                </a:lnTo>
                <a:close/>
                <a:moveTo>
                  <a:pt x="3799" y="1"/>
                </a:moveTo>
                <a:cubicBezTo>
                  <a:pt x="3275" y="1"/>
                  <a:pt x="2858" y="417"/>
                  <a:pt x="2858" y="941"/>
                </a:cubicBezTo>
                <a:cubicBezTo>
                  <a:pt x="2858" y="1239"/>
                  <a:pt x="3001" y="1525"/>
                  <a:pt x="3239" y="1679"/>
                </a:cubicBezTo>
                <a:lnTo>
                  <a:pt x="3239" y="1822"/>
                </a:lnTo>
                <a:lnTo>
                  <a:pt x="2001" y="1822"/>
                </a:lnTo>
                <a:cubicBezTo>
                  <a:pt x="1894" y="1822"/>
                  <a:pt x="1822" y="1894"/>
                  <a:pt x="1822" y="2001"/>
                </a:cubicBezTo>
                <a:lnTo>
                  <a:pt x="1822" y="5608"/>
                </a:lnTo>
                <a:lnTo>
                  <a:pt x="1822" y="6847"/>
                </a:lnTo>
                <a:lnTo>
                  <a:pt x="1691" y="6847"/>
                </a:lnTo>
                <a:cubicBezTo>
                  <a:pt x="1513" y="6609"/>
                  <a:pt x="1227" y="6478"/>
                  <a:pt x="941" y="6478"/>
                </a:cubicBezTo>
                <a:cubicBezTo>
                  <a:pt x="417" y="6478"/>
                  <a:pt x="1" y="6894"/>
                  <a:pt x="1" y="7406"/>
                </a:cubicBezTo>
                <a:cubicBezTo>
                  <a:pt x="1" y="7930"/>
                  <a:pt x="417" y="8347"/>
                  <a:pt x="941" y="8347"/>
                </a:cubicBezTo>
                <a:cubicBezTo>
                  <a:pt x="1239" y="8347"/>
                  <a:pt x="1525" y="8216"/>
                  <a:pt x="1691" y="7978"/>
                </a:cubicBezTo>
                <a:lnTo>
                  <a:pt x="1822" y="7978"/>
                </a:lnTo>
                <a:lnTo>
                  <a:pt x="1822" y="9216"/>
                </a:lnTo>
                <a:cubicBezTo>
                  <a:pt x="1822" y="9311"/>
                  <a:pt x="1894" y="9395"/>
                  <a:pt x="2001" y="9395"/>
                </a:cubicBezTo>
                <a:lnTo>
                  <a:pt x="2620" y="9395"/>
                </a:lnTo>
                <a:cubicBezTo>
                  <a:pt x="2727" y="9395"/>
                  <a:pt x="2799" y="9311"/>
                  <a:pt x="2799" y="9216"/>
                </a:cubicBezTo>
                <a:cubicBezTo>
                  <a:pt x="2799" y="9109"/>
                  <a:pt x="2727" y="9037"/>
                  <a:pt x="2620" y="9037"/>
                </a:cubicBezTo>
                <a:lnTo>
                  <a:pt x="2179" y="9037"/>
                </a:lnTo>
                <a:lnTo>
                  <a:pt x="2179" y="7799"/>
                </a:lnTo>
                <a:cubicBezTo>
                  <a:pt x="2179" y="7692"/>
                  <a:pt x="2108" y="7621"/>
                  <a:pt x="2001" y="7621"/>
                </a:cubicBezTo>
                <a:lnTo>
                  <a:pt x="1596" y="7621"/>
                </a:lnTo>
                <a:cubicBezTo>
                  <a:pt x="1536" y="7621"/>
                  <a:pt x="1477" y="7644"/>
                  <a:pt x="1453" y="7704"/>
                </a:cubicBezTo>
                <a:cubicBezTo>
                  <a:pt x="1346" y="7882"/>
                  <a:pt x="1155" y="7990"/>
                  <a:pt x="941" y="7990"/>
                </a:cubicBezTo>
                <a:cubicBezTo>
                  <a:pt x="620" y="7990"/>
                  <a:pt x="358" y="7728"/>
                  <a:pt x="358" y="7406"/>
                </a:cubicBezTo>
                <a:cubicBezTo>
                  <a:pt x="358" y="7085"/>
                  <a:pt x="632" y="6835"/>
                  <a:pt x="941" y="6835"/>
                </a:cubicBezTo>
                <a:cubicBezTo>
                  <a:pt x="1155" y="6835"/>
                  <a:pt x="1346" y="6930"/>
                  <a:pt x="1453" y="7109"/>
                </a:cubicBezTo>
                <a:cubicBezTo>
                  <a:pt x="1477" y="7168"/>
                  <a:pt x="1536" y="7204"/>
                  <a:pt x="1596" y="7204"/>
                </a:cubicBezTo>
                <a:lnTo>
                  <a:pt x="2001" y="7204"/>
                </a:lnTo>
                <a:cubicBezTo>
                  <a:pt x="2108" y="7204"/>
                  <a:pt x="2179" y="7132"/>
                  <a:pt x="2179" y="7025"/>
                </a:cubicBezTo>
                <a:lnTo>
                  <a:pt x="2179" y="5787"/>
                </a:lnTo>
                <a:lnTo>
                  <a:pt x="3418" y="5787"/>
                </a:lnTo>
                <a:cubicBezTo>
                  <a:pt x="3513" y="5787"/>
                  <a:pt x="3596" y="5716"/>
                  <a:pt x="3596" y="5608"/>
                </a:cubicBezTo>
                <a:lnTo>
                  <a:pt x="3596" y="5204"/>
                </a:lnTo>
                <a:cubicBezTo>
                  <a:pt x="3596" y="5144"/>
                  <a:pt x="3561" y="5085"/>
                  <a:pt x="3501" y="5061"/>
                </a:cubicBezTo>
                <a:cubicBezTo>
                  <a:pt x="3322" y="4954"/>
                  <a:pt x="3215" y="4763"/>
                  <a:pt x="3215" y="4549"/>
                </a:cubicBezTo>
                <a:cubicBezTo>
                  <a:pt x="3215" y="4227"/>
                  <a:pt x="3489" y="3977"/>
                  <a:pt x="3799" y="3977"/>
                </a:cubicBezTo>
                <a:cubicBezTo>
                  <a:pt x="4132" y="3977"/>
                  <a:pt x="4382" y="4239"/>
                  <a:pt x="4382" y="4549"/>
                </a:cubicBezTo>
                <a:cubicBezTo>
                  <a:pt x="4382" y="4763"/>
                  <a:pt x="4275" y="4954"/>
                  <a:pt x="4096" y="5061"/>
                </a:cubicBezTo>
                <a:cubicBezTo>
                  <a:pt x="4037" y="5085"/>
                  <a:pt x="4013" y="5144"/>
                  <a:pt x="4013" y="5204"/>
                </a:cubicBezTo>
                <a:lnTo>
                  <a:pt x="4013" y="5608"/>
                </a:lnTo>
                <a:cubicBezTo>
                  <a:pt x="4013" y="5716"/>
                  <a:pt x="4084" y="5787"/>
                  <a:pt x="4192" y="5787"/>
                </a:cubicBezTo>
                <a:lnTo>
                  <a:pt x="5418" y="5787"/>
                </a:lnTo>
                <a:lnTo>
                  <a:pt x="5418" y="6847"/>
                </a:lnTo>
                <a:lnTo>
                  <a:pt x="5287" y="6847"/>
                </a:lnTo>
                <a:cubicBezTo>
                  <a:pt x="5108" y="6609"/>
                  <a:pt x="4823" y="6478"/>
                  <a:pt x="4549" y="6478"/>
                </a:cubicBezTo>
                <a:cubicBezTo>
                  <a:pt x="4025" y="6478"/>
                  <a:pt x="3608" y="6894"/>
                  <a:pt x="3608" y="7406"/>
                </a:cubicBezTo>
                <a:cubicBezTo>
                  <a:pt x="3608" y="7930"/>
                  <a:pt x="4025" y="8347"/>
                  <a:pt x="4549" y="8347"/>
                </a:cubicBezTo>
                <a:cubicBezTo>
                  <a:pt x="4846" y="8347"/>
                  <a:pt x="5120" y="8216"/>
                  <a:pt x="5287" y="7978"/>
                </a:cubicBezTo>
                <a:lnTo>
                  <a:pt x="5418" y="7978"/>
                </a:lnTo>
                <a:lnTo>
                  <a:pt x="5418" y="9037"/>
                </a:lnTo>
                <a:lnTo>
                  <a:pt x="3168" y="9037"/>
                </a:lnTo>
                <a:cubicBezTo>
                  <a:pt x="3072" y="9037"/>
                  <a:pt x="3001" y="9109"/>
                  <a:pt x="3001" y="9216"/>
                </a:cubicBezTo>
                <a:cubicBezTo>
                  <a:pt x="3001" y="9311"/>
                  <a:pt x="3072" y="9395"/>
                  <a:pt x="3168" y="9395"/>
                </a:cubicBezTo>
                <a:lnTo>
                  <a:pt x="6835" y="9395"/>
                </a:lnTo>
                <a:lnTo>
                  <a:pt x="6835" y="9526"/>
                </a:lnTo>
                <a:cubicBezTo>
                  <a:pt x="6597" y="9704"/>
                  <a:pt x="6466" y="9990"/>
                  <a:pt x="6466" y="10264"/>
                </a:cubicBezTo>
                <a:cubicBezTo>
                  <a:pt x="6466" y="10788"/>
                  <a:pt x="6882" y="11204"/>
                  <a:pt x="7406" y="11204"/>
                </a:cubicBezTo>
                <a:cubicBezTo>
                  <a:pt x="7918" y="11204"/>
                  <a:pt x="8335" y="10788"/>
                  <a:pt x="8335" y="10264"/>
                </a:cubicBezTo>
                <a:cubicBezTo>
                  <a:pt x="8335" y="9966"/>
                  <a:pt x="8204" y="9692"/>
                  <a:pt x="7966" y="9526"/>
                </a:cubicBezTo>
                <a:lnTo>
                  <a:pt x="7966" y="9395"/>
                </a:lnTo>
                <a:lnTo>
                  <a:pt x="9204" y="9395"/>
                </a:lnTo>
                <a:cubicBezTo>
                  <a:pt x="9311" y="9395"/>
                  <a:pt x="9383" y="9311"/>
                  <a:pt x="9383" y="9216"/>
                </a:cubicBezTo>
                <a:lnTo>
                  <a:pt x="9383" y="8002"/>
                </a:lnTo>
                <a:lnTo>
                  <a:pt x="9383" y="7787"/>
                </a:lnTo>
                <a:lnTo>
                  <a:pt x="9383" y="5596"/>
                </a:lnTo>
                <a:lnTo>
                  <a:pt x="9383" y="4358"/>
                </a:lnTo>
                <a:lnTo>
                  <a:pt x="9514" y="4358"/>
                </a:lnTo>
                <a:cubicBezTo>
                  <a:pt x="9692" y="4596"/>
                  <a:pt x="9978" y="4727"/>
                  <a:pt x="10264" y="4727"/>
                </a:cubicBezTo>
                <a:cubicBezTo>
                  <a:pt x="10776" y="4727"/>
                  <a:pt x="11192" y="4311"/>
                  <a:pt x="11192" y="3799"/>
                </a:cubicBezTo>
                <a:cubicBezTo>
                  <a:pt x="11192" y="3287"/>
                  <a:pt x="10776" y="2858"/>
                  <a:pt x="10264" y="2858"/>
                </a:cubicBezTo>
                <a:cubicBezTo>
                  <a:pt x="9966" y="2858"/>
                  <a:pt x="9680" y="2989"/>
                  <a:pt x="9514" y="3227"/>
                </a:cubicBezTo>
                <a:lnTo>
                  <a:pt x="9383" y="3227"/>
                </a:lnTo>
                <a:lnTo>
                  <a:pt x="9383" y="2001"/>
                </a:lnTo>
                <a:cubicBezTo>
                  <a:pt x="9383" y="1894"/>
                  <a:pt x="9311" y="1822"/>
                  <a:pt x="9204" y="1822"/>
                </a:cubicBezTo>
                <a:lnTo>
                  <a:pt x="8609" y="1822"/>
                </a:lnTo>
                <a:cubicBezTo>
                  <a:pt x="8502" y="1822"/>
                  <a:pt x="8430" y="1894"/>
                  <a:pt x="8430" y="2001"/>
                </a:cubicBezTo>
                <a:cubicBezTo>
                  <a:pt x="8430" y="2096"/>
                  <a:pt x="8502" y="2179"/>
                  <a:pt x="8609" y="2179"/>
                </a:cubicBezTo>
                <a:lnTo>
                  <a:pt x="9026" y="2179"/>
                </a:lnTo>
                <a:lnTo>
                  <a:pt x="9026" y="3406"/>
                </a:lnTo>
                <a:cubicBezTo>
                  <a:pt x="9026" y="3513"/>
                  <a:pt x="9097" y="3584"/>
                  <a:pt x="9204" y="3584"/>
                </a:cubicBezTo>
                <a:lnTo>
                  <a:pt x="9609" y="3584"/>
                </a:lnTo>
                <a:cubicBezTo>
                  <a:pt x="9668" y="3584"/>
                  <a:pt x="9728" y="3561"/>
                  <a:pt x="9752" y="3501"/>
                </a:cubicBezTo>
                <a:cubicBezTo>
                  <a:pt x="9859" y="3322"/>
                  <a:pt x="10049" y="3215"/>
                  <a:pt x="10264" y="3215"/>
                </a:cubicBezTo>
                <a:cubicBezTo>
                  <a:pt x="10585" y="3215"/>
                  <a:pt x="10835" y="3489"/>
                  <a:pt x="10835" y="3799"/>
                </a:cubicBezTo>
                <a:cubicBezTo>
                  <a:pt x="10835" y="4120"/>
                  <a:pt x="10573" y="4382"/>
                  <a:pt x="10264" y="4382"/>
                </a:cubicBezTo>
                <a:cubicBezTo>
                  <a:pt x="10049" y="4382"/>
                  <a:pt x="9859" y="4275"/>
                  <a:pt x="9752" y="4096"/>
                </a:cubicBezTo>
                <a:cubicBezTo>
                  <a:pt x="9728" y="4037"/>
                  <a:pt x="9668" y="4001"/>
                  <a:pt x="9609" y="4001"/>
                </a:cubicBezTo>
                <a:lnTo>
                  <a:pt x="9204" y="4001"/>
                </a:lnTo>
                <a:cubicBezTo>
                  <a:pt x="9097" y="4001"/>
                  <a:pt x="9026" y="4084"/>
                  <a:pt x="9026" y="4180"/>
                </a:cubicBezTo>
                <a:lnTo>
                  <a:pt x="9026" y="5418"/>
                </a:lnTo>
                <a:lnTo>
                  <a:pt x="7787" y="5418"/>
                </a:lnTo>
                <a:cubicBezTo>
                  <a:pt x="7680" y="5418"/>
                  <a:pt x="7609" y="5489"/>
                  <a:pt x="7609" y="5596"/>
                </a:cubicBezTo>
                <a:lnTo>
                  <a:pt x="7609" y="6001"/>
                </a:lnTo>
                <a:cubicBezTo>
                  <a:pt x="7609" y="6061"/>
                  <a:pt x="7644" y="6120"/>
                  <a:pt x="7704" y="6144"/>
                </a:cubicBezTo>
                <a:cubicBezTo>
                  <a:pt x="7883" y="6251"/>
                  <a:pt x="7978" y="6442"/>
                  <a:pt x="7978" y="6656"/>
                </a:cubicBezTo>
                <a:cubicBezTo>
                  <a:pt x="7978" y="6978"/>
                  <a:pt x="7716" y="7240"/>
                  <a:pt x="7406" y="7240"/>
                </a:cubicBezTo>
                <a:cubicBezTo>
                  <a:pt x="7073" y="7240"/>
                  <a:pt x="6823" y="6966"/>
                  <a:pt x="6823" y="6656"/>
                </a:cubicBezTo>
                <a:cubicBezTo>
                  <a:pt x="6823" y="6442"/>
                  <a:pt x="6930" y="6251"/>
                  <a:pt x="7109" y="6144"/>
                </a:cubicBezTo>
                <a:cubicBezTo>
                  <a:pt x="7168" y="6120"/>
                  <a:pt x="7192" y="6061"/>
                  <a:pt x="7192" y="6001"/>
                </a:cubicBezTo>
                <a:lnTo>
                  <a:pt x="7192" y="5596"/>
                </a:lnTo>
                <a:cubicBezTo>
                  <a:pt x="7192" y="5489"/>
                  <a:pt x="7121" y="5418"/>
                  <a:pt x="7013" y="5418"/>
                </a:cubicBezTo>
                <a:lnTo>
                  <a:pt x="5775" y="5418"/>
                </a:lnTo>
                <a:lnTo>
                  <a:pt x="5775" y="4358"/>
                </a:lnTo>
                <a:lnTo>
                  <a:pt x="5918" y="4358"/>
                </a:lnTo>
                <a:cubicBezTo>
                  <a:pt x="6097" y="4596"/>
                  <a:pt x="6370" y="4739"/>
                  <a:pt x="6656" y="4739"/>
                </a:cubicBezTo>
                <a:cubicBezTo>
                  <a:pt x="7180" y="4739"/>
                  <a:pt x="7597" y="4323"/>
                  <a:pt x="7597" y="3799"/>
                </a:cubicBezTo>
                <a:cubicBezTo>
                  <a:pt x="7597" y="3275"/>
                  <a:pt x="7180" y="2858"/>
                  <a:pt x="6656" y="2858"/>
                </a:cubicBezTo>
                <a:cubicBezTo>
                  <a:pt x="6359" y="2858"/>
                  <a:pt x="6073" y="2989"/>
                  <a:pt x="5918" y="3227"/>
                </a:cubicBezTo>
                <a:lnTo>
                  <a:pt x="5775" y="3227"/>
                </a:lnTo>
                <a:lnTo>
                  <a:pt x="5775" y="2179"/>
                </a:lnTo>
                <a:lnTo>
                  <a:pt x="8025" y="2179"/>
                </a:lnTo>
                <a:cubicBezTo>
                  <a:pt x="8133" y="2179"/>
                  <a:pt x="8204" y="2096"/>
                  <a:pt x="8204" y="2001"/>
                </a:cubicBezTo>
                <a:cubicBezTo>
                  <a:pt x="8204" y="1894"/>
                  <a:pt x="8133" y="1822"/>
                  <a:pt x="8025" y="1822"/>
                </a:cubicBezTo>
                <a:lnTo>
                  <a:pt x="4370" y="1822"/>
                </a:lnTo>
                <a:lnTo>
                  <a:pt x="4370" y="1679"/>
                </a:lnTo>
                <a:cubicBezTo>
                  <a:pt x="4608" y="1501"/>
                  <a:pt x="4739" y="1227"/>
                  <a:pt x="4739" y="941"/>
                </a:cubicBezTo>
                <a:cubicBezTo>
                  <a:pt x="4739" y="417"/>
                  <a:pt x="4323" y="1"/>
                  <a:pt x="379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46"/>
          <p:cNvSpPr txBox="1">
            <a:spLocks noGrp="1"/>
          </p:cNvSpPr>
          <p:nvPr>
            <p:ph type="subTitle" idx="1"/>
          </p:nvPr>
        </p:nvSpPr>
        <p:spPr>
          <a:xfrm>
            <a:off x="741750" y="2945550"/>
            <a:ext cx="18888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Smallest planet</a:t>
            </a:r>
            <a:endParaRPr/>
          </a:p>
        </p:txBody>
      </p:sp>
      <p:sp>
        <p:nvSpPr>
          <p:cNvPr id="668" name="Google Shape;668;p46"/>
          <p:cNvSpPr txBox="1">
            <a:spLocks noGrp="1"/>
          </p:cNvSpPr>
          <p:nvPr>
            <p:ph type="subTitle" idx="2"/>
          </p:nvPr>
        </p:nvSpPr>
        <p:spPr>
          <a:xfrm>
            <a:off x="2665650" y="2945550"/>
            <a:ext cx="18888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has 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beautiful name</a:t>
            </a:r>
            <a:endParaRPr/>
          </a:p>
        </p:txBody>
      </p:sp>
      <p:sp>
        <p:nvSpPr>
          <p:cNvPr id="669" name="Google Shape;669;p46"/>
          <p:cNvSpPr txBox="1">
            <a:spLocks noGrp="1"/>
          </p:cNvSpPr>
          <p:nvPr>
            <p:ph type="subTitle" idx="3"/>
          </p:nvPr>
        </p:nvSpPr>
        <p:spPr>
          <a:xfrm>
            <a:off x="4589550" y="2945550"/>
            <a:ext cx="18888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 cold</a:t>
            </a:r>
            <a:endParaRPr/>
          </a:p>
        </p:txBody>
      </p:sp>
      <p:sp>
        <p:nvSpPr>
          <p:cNvPr id="670" name="Google Shape;670;p46"/>
          <p:cNvSpPr txBox="1">
            <a:spLocks noGrp="1"/>
          </p:cNvSpPr>
          <p:nvPr>
            <p:ph type="subTitle" idx="4"/>
          </p:nvPr>
        </p:nvSpPr>
        <p:spPr>
          <a:xfrm>
            <a:off x="6513450" y="2945550"/>
            <a:ext cx="18888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the biggest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planet of them all</a:t>
            </a:r>
            <a:endParaRPr/>
          </a:p>
        </p:txBody>
      </p:sp>
      <p:sp>
        <p:nvSpPr>
          <p:cNvPr id="671" name="Google Shape;671;p46"/>
          <p:cNvSpPr txBox="1">
            <a:spLocks noGrp="1"/>
          </p:cNvSpPr>
          <p:nvPr>
            <p:ph type="title" idx="5"/>
          </p:nvPr>
        </p:nvSpPr>
        <p:spPr>
          <a:xfrm>
            <a:off x="741750" y="2511700"/>
            <a:ext cx="1888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672" name="Google Shape;672;p46"/>
          <p:cNvSpPr txBox="1">
            <a:spLocks noGrp="1"/>
          </p:cNvSpPr>
          <p:nvPr>
            <p:ph type="title" idx="6"/>
          </p:nvPr>
        </p:nvSpPr>
        <p:spPr>
          <a:xfrm>
            <a:off x="2665650" y="2511700"/>
            <a:ext cx="1888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673" name="Google Shape;673;p46"/>
          <p:cNvSpPr txBox="1">
            <a:spLocks noGrp="1"/>
          </p:cNvSpPr>
          <p:nvPr>
            <p:ph type="title" idx="7"/>
          </p:nvPr>
        </p:nvSpPr>
        <p:spPr>
          <a:xfrm>
            <a:off x="4589550" y="2511700"/>
            <a:ext cx="1888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674" name="Google Shape;674;p46"/>
          <p:cNvSpPr txBox="1">
            <a:spLocks noGrp="1"/>
          </p:cNvSpPr>
          <p:nvPr>
            <p:ph type="title" idx="8"/>
          </p:nvPr>
        </p:nvSpPr>
        <p:spPr>
          <a:xfrm>
            <a:off x="6513450" y="2511700"/>
            <a:ext cx="18888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7"/>
          <p:cNvSpPr txBox="1">
            <a:spLocks noGrp="1"/>
          </p:cNvSpPr>
          <p:nvPr>
            <p:ph type="title"/>
          </p:nvPr>
        </p:nvSpPr>
        <p:spPr>
          <a:xfrm>
            <a:off x="713225" y="358025"/>
            <a:ext cx="77175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MAP</a:t>
            </a:r>
            <a:endParaRPr/>
          </a:p>
        </p:txBody>
      </p:sp>
      <p:grpSp>
        <p:nvGrpSpPr>
          <p:cNvPr id="680" name="Google Shape;680;p47"/>
          <p:cNvGrpSpPr/>
          <p:nvPr/>
        </p:nvGrpSpPr>
        <p:grpSpPr>
          <a:xfrm>
            <a:off x="1104346" y="1319620"/>
            <a:ext cx="5669556" cy="2881101"/>
            <a:chOff x="238125" y="1038125"/>
            <a:chExt cx="7146800" cy="3633625"/>
          </a:xfrm>
        </p:grpSpPr>
        <p:sp>
          <p:nvSpPr>
            <p:cNvPr id="681" name="Google Shape;681;p47"/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7"/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7"/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7"/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7"/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7"/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7"/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7"/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7"/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7"/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7"/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7"/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7"/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7"/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7"/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7"/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7"/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7"/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7"/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7"/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7"/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7"/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7"/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7"/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7"/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7"/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7"/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7"/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7"/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7"/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7"/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7"/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7"/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7"/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7"/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7"/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7"/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7"/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7"/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7"/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7"/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7"/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7"/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7"/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7"/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7"/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7"/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7"/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7"/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7"/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7"/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7"/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7"/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7"/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7"/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7"/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7"/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7"/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7"/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7"/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7"/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7"/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7"/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7"/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7"/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7"/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7"/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7"/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7"/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7"/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7"/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7"/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7"/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7"/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7"/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7"/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7"/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7"/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7"/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7"/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7"/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7"/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7"/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7"/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7"/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7"/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7"/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7"/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7"/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7"/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7"/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7"/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7"/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7"/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7"/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7"/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7"/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7"/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7"/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7"/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7"/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7"/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7"/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7"/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7"/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7"/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7"/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7"/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7"/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7"/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7"/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7"/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7"/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7"/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7"/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7"/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7"/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7"/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7"/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7"/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7"/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7"/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7"/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7"/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7"/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7"/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7"/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7"/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7"/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7"/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7"/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7"/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7"/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7"/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7"/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7"/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7"/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7"/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7"/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7"/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7"/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7"/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7"/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7"/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7"/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7"/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7"/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7"/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7"/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7"/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/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7"/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7"/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7"/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7"/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7"/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7"/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7"/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7"/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7"/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7"/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7"/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7"/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7"/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7"/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7"/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7"/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7"/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7"/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7"/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7"/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7"/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7"/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7"/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7"/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7"/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7"/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7"/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7"/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7"/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7"/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7"/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7"/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7"/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7"/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7"/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7"/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7"/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7"/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7"/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7"/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7"/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7"/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7"/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7"/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7"/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7"/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7"/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7"/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7"/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7"/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7"/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7"/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7"/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7"/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7"/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7"/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7"/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7"/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7"/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7"/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7"/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7"/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7"/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7"/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7"/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7"/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7"/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7"/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7"/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7"/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7"/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7"/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7"/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7"/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7"/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7"/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7"/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7"/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7"/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7"/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7"/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7"/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7"/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7"/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7"/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7"/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7"/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7"/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7"/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7"/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7"/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7"/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7"/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7"/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7"/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7"/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7"/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7"/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7"/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7"/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7"/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7"/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7"/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7"/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7"/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7"/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7"/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7"/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7"/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7"/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7"/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7"/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7"/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7"/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7"/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7"/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7"/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7"/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7"/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7"/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7"/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7"/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7"/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7"/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7"/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7"/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7"/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7"/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7"/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7"/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7"/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7"/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7"/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7"/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7"/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7"/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7"/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7"/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7"/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7"/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7"/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7"/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7"/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7"/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7"/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7"/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7"/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7"/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7"/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7"/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7"/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7"/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7"/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7"/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7"/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7"/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7"/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7"/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7"/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7"/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7"/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7"/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7"/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7"/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7"/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7"/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7"/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7"/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7"/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7"/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7"/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7"/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7"/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7"/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7"/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7"/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7"/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7"/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7"/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7"/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7"/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7"/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7"/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7"/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7"/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7"/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7"/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7"/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7"/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7"/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7"/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7"/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7"/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7"/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7"/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7"/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7"/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7"/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7"/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7"/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7"/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7"/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7"/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7"/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7"/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7"/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7"/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7"/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7"/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7"/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7"/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7"/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7"/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7"/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7"/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7"/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7"/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7"/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7"/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7"/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7"/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7"/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7"/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7"/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7"/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7"/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7"/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7"/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7"/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7"/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7"/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7"/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7"/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7"/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7"/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7"/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7"/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7"/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7"/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7"/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7"/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7"/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7"/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7"/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7"/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7"/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7"/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7"/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7"/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7"/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7"/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7"/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7"/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7"/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7"/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7"/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7"/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7"/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7"/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7"/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7"/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7"/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7"/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7"/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7"/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7"/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7"/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7"/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7"/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7"/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7"/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7"/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7"/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7"/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7"/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7"/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7"/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7"/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7"/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7"/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7"/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7"/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7"/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7"/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7"/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7"/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7"/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7"/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7"/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7"/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7"/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7"/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7"/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7"/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7"/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7"/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7"/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7"/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7"/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7"/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7"/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7"/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7"/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7"/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7"/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7"/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7"/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7"/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7"/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7"/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7"/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7"/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7"/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7"/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7"/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7"/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7"/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7"/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7"/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7"/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7"/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7"/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7"/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7"/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7"/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7"/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7"/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7"/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7"/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7"/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7"/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7"/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7"/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7"/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7"/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7"/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7"/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7"/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7"/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7"/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7"/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7"/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7"/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7"/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7"/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7"/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7"/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7"/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7"/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7"/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7"/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7"/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7"/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7"/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7"/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7"/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7"/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7"/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7"/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7"/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7"/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7"/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7"/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7"/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7"/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7"/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7"/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7"/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7"/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7"/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7"/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7"/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7"/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7"/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7"/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7"/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7"/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7"/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7"/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7"/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7"/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7"/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7"/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7"/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7"/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7"/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7"/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7"/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7"/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7"/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7"/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7"/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7"/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7"/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7"/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7"/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7"/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7"/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7"/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7"/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7"/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7"/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7"/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7"/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7"/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7"/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7"/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7"/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7"/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7"/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7"/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7"/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7"/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7"/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7"/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7"/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7"/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7"/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7"/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7"/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7"/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7"/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7"/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7"/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7"/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7"/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7"/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7"/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7"/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7"/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7"/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7"/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7"/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7"/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7"/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7"/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7"/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7"/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7"/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7"/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7"/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7"/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7"/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7"/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7"/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7"/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7"/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7"/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7"/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7"/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7"/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7"/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7"/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7"/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7"/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7"/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7"/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7"/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7"/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7"/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7"/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7"/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7"/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7"/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7"/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7"/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7"/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7"/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7"/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7"/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7"/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7"/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7"/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7"/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7"/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7"/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7"/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7"/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7"/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7"/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7"/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7"/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7"/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7"/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7"/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7"/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7"/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7"/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7"/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7"/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7"/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7"/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7"/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7"/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7"/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7"/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7"/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7"/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7"/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7"/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7"/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7"/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7"/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7"/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7"/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7"/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7"/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7"/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7"/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7"/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7"/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7"/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7"/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7"/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7"/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7"/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7"/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7"/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7"/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7"/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7"/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7"/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7"/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7"/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7"/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7"/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7"/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7"/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7"/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7"/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7"/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7"/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7"/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7"/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7"/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7"/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7"/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7"/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7"/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7"/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7"/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7"/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7"/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7"/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7"/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7"/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7"/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7"/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7"/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7"/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7"/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7"/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7"/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7"/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7"/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7"/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7"/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7"/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7"/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7"/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7"/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7"/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7"/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7"/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7"/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7"/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7"/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7"/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7"/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7"/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7"/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7"/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7"/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7"/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7"/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7"/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7"/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7"/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7"/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7"/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7"/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7"/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7"/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7"/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7"/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7"/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7"/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7"/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7"/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7"/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7"/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7"/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7"/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7"/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7"/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7"/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7"/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7"/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7"/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7"/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7"/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7"/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7"/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7"/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7"/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7"/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7"/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7"/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7"/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7"/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7"/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7"/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7"/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7"/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7"/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7"/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7"/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7"/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7"/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7"/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7"/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7"/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7"/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7"/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7"/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7"/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7"/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7"/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7"/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7"/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7"/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7"/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7"/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7"/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7"/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7"/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7"/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7"/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7"/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7"/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7"/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7"/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7"/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7"/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7"/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7"/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7"/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7"/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7"/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7"/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7"/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7"/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7"/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7"/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7"/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7"/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7"/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7"/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7"/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7"/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7"/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7"/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7"/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7"/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7"/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7"/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7"/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7"/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7"/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7"/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7"/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7"/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7"/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7"/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7"/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7"/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7"/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7"/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7"/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7"/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7"/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7"/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7"/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7"/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7"/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7"/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7"/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7"/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7"/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7"/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7"/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7"/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7"/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7"/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7"/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7"/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7"/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7"/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7"/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7"/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47"/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7"/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7"/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7"/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7"/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7"/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7"/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7"/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7"/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7"/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7"/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7"/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7"/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7"/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7"/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7"/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7"/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7"/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7"/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7"/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7"/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7"/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7"/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7"/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7"/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7"/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7"/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7"/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7"/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7"/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7"/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7"/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7"/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7"/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7"/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7"/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7"/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7"/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7"/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7"/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7"/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7"/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7"/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7"/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7"/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7"/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7"/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7"/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7"/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7"/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7"/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7"/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7"/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7"/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7"/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7"/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7"/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7"/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7"/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7"/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7"/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7"/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7"/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7"/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7"/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7"/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7"/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7"/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7"/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7"/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7"/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7"/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7"/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7"/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7"/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7"/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7"/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7"/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7"/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7"/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7"/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7"/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7"/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7"/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7"/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7"/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7"/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7"/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7"/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7"/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7"/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7"/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7"/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7"/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7"/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7"/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7"/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7"/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7"/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7"/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7"/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7"/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7"/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7"/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7"/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7"/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7"/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7"/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7"/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7"/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7"/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7"/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7"/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7"/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7"/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7"/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7"/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7"/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7"/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7"/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7"/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7"/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7"/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7"/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7"/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7"/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7"/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7"/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7"/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7"/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7"/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7"/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7"/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7"/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7"/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7"/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7"/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7"/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7"/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7"/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7"/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7"/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7"/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7"/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7"/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7"/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7"/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7"/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7"/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7"/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7"/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7"/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7"/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7"/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7"/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7"/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7"/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7"/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7"/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7"/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7"/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7"/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7"/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7"/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7"/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7"/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7"/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7"/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7"/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7"/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7"/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7"/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7"/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7"/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7"/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7"/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7"/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7"/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7"/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7"/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7"/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7"/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7"/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7"/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7"/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7"/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7"/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7"/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7"/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7"/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7"/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7"/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7"/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7"/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7"/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7"/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7"/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7"/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7"/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7"/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7"/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7"/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7"/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7"/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7"/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7"/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7"/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7"/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7"/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7"/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7"/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7"/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7"/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7"/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7"/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7"/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7"/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7"/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7"/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7"/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7"/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7"/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7"/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7"/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7"/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7"/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7"/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7"/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7"/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7"/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7"/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7"/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7"/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7"/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7"/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7"/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7"/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7"/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7"/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7"/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7"/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7"/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7"/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7"/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7"/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7"/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7"/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7"/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7"/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7"/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7"/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7"/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7"/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7"/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7"/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7"/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7"/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7"/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7"/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7"/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7"/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7"/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7"/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7"/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7"/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7"/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7"/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7"/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7"/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7"/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7"/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7"/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7"/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7"/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7"/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7"/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7"/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7"/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7"/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7"/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7"/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7"/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7"/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7"/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7"/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7"/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7"/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7"/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7"/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7"/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7"/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7"/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7"/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7"/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7"/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7"/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7"/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7"/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7"/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7"/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7"/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7"/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7"/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7"/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7"/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7"/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7"/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7"/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7"/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7"/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7"/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7"/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7"/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7"/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7"/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7"/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7"/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7"/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7"/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7"/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7"/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7"/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7"/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7"/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7"/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7"/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7"/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7"/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7"/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7"/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7"/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7"/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7"/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7"/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7"/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7"/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7"/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7"/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7"/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7"/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7"/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7"/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7"/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7"/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7"/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7"/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7"/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7"/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7"/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7"/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7"/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7"/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7"/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7"/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7"/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7"/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7"/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7"/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7"/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7"/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7"/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7"/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7"/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7"/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7"/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7"/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7"/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7"/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7"/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7"/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7"/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7"/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7"/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47"/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47"/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7"/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47"/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47"/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47"/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7"/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47"/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47"/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7"/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7"/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47"/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47"/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7"/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7"/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7"/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7"/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7"/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7"/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7"/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7"/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7"/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7"/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7"/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7"/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7"/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7"/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7"/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47"/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47"/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47"/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47"/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7"/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7"/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47"/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7"/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7"/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7"/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7"/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7"/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7"/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7"/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7"/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7"/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7"/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7"/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7"/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7"/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7"/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7"/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7"/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7"/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7"/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7"/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7"/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7"/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7"/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7"/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7"/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47"/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7"/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7"/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7"/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7"/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7"/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7"/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7"/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7"/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7"/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7"/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7"/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7"/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7"/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7"/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7"/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7"/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7"/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7"/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7"/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7"/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7"/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7"/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7"/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7"/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7"/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7"/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7"/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7"/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7"/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7"/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7"/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7"/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7"/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7"/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7"/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47"/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47"/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47"/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47"/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47"/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7"/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47"/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47"/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7"/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47"/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47"/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47"/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7"/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7"/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47"/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7"/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7"/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7"/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7"/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7"/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7"/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7"/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7"/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7"/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7"/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7"/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7"/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7"/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7"/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7"/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7"/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7"/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7"/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7"/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7"/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7"/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7"/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7"/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7"/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7"/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7"/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7"/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7"/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7"/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7"/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7"/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7"/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7"/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7"/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7"/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7"/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7"/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7"/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7"/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7"/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7"/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7"/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7"/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7"/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7"/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7"/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7"/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7"/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7"/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7"/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7"/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7"/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7"/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7"/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7"/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7"/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7"/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7"/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7"/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7"/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7"/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7"/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7"/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7"/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7"/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7"/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7"/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7"/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7"/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7"/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7"/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7"/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7"/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7"/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7"/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7"/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7"/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7"/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7"/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7"/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7"/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7"/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7"/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7"/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7"/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7"/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7"/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7"/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7"/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7"/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7"/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7"/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7"/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7"/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47"/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47"/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7"/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7"/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7"/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7"/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7"/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7"/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7"/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7"/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7"/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7"/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7"/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7"/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7"/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7"/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7"/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7"/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7"/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7"/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7"/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7"/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7"/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7"/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7"/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7"/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7"/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7"/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7"/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7"/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7"/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7"/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7"/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7"/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7"/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7"/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7"/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7"/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47"/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7"/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47"/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47"/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47"/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47"/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47"/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47"/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47"/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47"/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47"/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7"/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7"/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7"/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7"/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47"/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47"/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47"/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47"/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7"/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7"/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7"/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7"/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7"/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7"/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7"/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7"/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7"/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7"/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7"/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7"/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7"/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7"/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7"/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7"/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7"/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7"/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7"/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7"/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7"/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7"/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7"/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7"/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7"/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7"/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7"/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7"/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7"/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7"/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7"/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7"/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7"/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7"/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7"/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7"/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7"/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7"/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7"/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7"/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7"/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7"/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7"/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7"/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3" name="Google Shape;2253;p47"/>
          <p:cNvGrpSpPr/>
          <p:nvPr/>
        </p:nvGrpSpPr>
        <p:grpSpPr>
          <a:xfrm rot="-5400000">
            <a:off x="3005169" y="2446425"/>
            <a:ext cx="796060" cy="970806"/>
            <a:chOff x="1513135" y="818731"/>
            <a:chExt cx="1002089" cy="1219299"/>
          </a:xfrm>
        </p:grpSpPr>
        <p:sp>
          <p:nvSpPr>
            <p:cNvPr id="2254" name="Google Shape;2254;p47"/>
            <p:cNvSpPr/>
            <p:nvPr/>
          </p:nvSpPr>
          <p:spPr>
            <a:xfrm rot="5400000">
              <a:off x="1673971" y="979618"/>
              <a:ext cx="680348" cy="680183"/>
            </a:xfrm>
            <a:custGeom>
              <a:avLst/>
              <a:gdLst/>
              <a:ahLst/>
              <a:cxnLst/>
              <a:rect l="l" t="t" r="r" b="b"/>
              <a:pathLst>
                <a:path w="29619" h="29615" extrusionOk="0">
                  <a:moveTo>
                    <a:pt x="14809" y="1"/>
                  </a:moveTo>
                  <a:cubicBezTo>
                    <a:pt x="6631" y="1"/>
                    <a:pt x="0" y="6631"/>
                    <a:pt x="0" y="14809"/>
                  </a:cubicBezTo>
                  <a:cubicBezTo>
                    <a:pt x="0" y="22988"/>
                    <a:pt x="6631" y="29615"/>
                    <a:pt x="14809" y="29615"/>
                  </a:cubicBezTo>
                  <a:cubicBezTo>
                    <a:pt x="22987" y="29615"/>
                    <a:pt x="29618" y="22988"/>
                    <a:pt x="29618" y="14809"/>
                  </a:cubicBezTo>
                  <a:cubicBezTo>
                    <a:pt x="29618" y="6631"/>
                    <a:pt x="22987" y="1"/>
                    <a:pt x="14809" y="1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rgbClr val="FFFFF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04</a:t>
              </a:r>
              <a:endParaRPr sz="2400" b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55" name="Google Shape;2255;p47"/>
            <p:cNvSpPr/>
            <p:nvPr/>
          </p:nvSpPr>
          <p:spPr>
            <a:xfrm>
              <a:off x="1513135" y="818731"/>
              <a:ext cx="1002089" cy="1170378"/>
            </a:xfrm>
            <a:custGeom>
              <a:avLst/>
              <a:gdLst/>
              <a:ahLst/>
              <a:cxnLst/>
              <a:rect l="l" t="t" r="r" b="b"/>
              <a:pathLst>
                <a:path w="43626" h="50958" extrusionOk="0">
                  <a:moveTo>
                    <a:pt x="21811" y="0"/>
                  </a:moveTo>
                  <a:cubicBezTo>
                    <a:pt x="9785" y="0"/>
                    <a:pt x="0" y="9788"/>
                    <a:pt x="0" y="21814"/>
                  </a:cubicBezTo>
                  <a:cubicBezTo>
                    <a:pt x="8" y="22289"/>
                    <a:pt x="401" y="22672"/>
                    <a:pt x="876" y="22672"/>
                  </a:cubicBezTo>
                  <a:cubicBezTo>
                    <a:pt x="1355" y="22672"/>
                    <a:pt x="1744" y="22289"/>
                    <a:pt x="1755" y="21814"/>
                  </a:cubicBezTo>
                  <a:cubicBezTo>
                    <a:pt x="1755" y="10757"/>
                    <a:pt x="10754" y="1755"/>
                    <a:pt x="21811" y="1755"/>
                  </a:cubicBezTo>
                  <a:cubicBezTo>
                    <a:pt x="32869" y="1755"/>
                    <a:pt x="41867" y="10753"/>
                    <a:pt x="41867" y="21814"/>
                  </a:cubicBezTo>
                  <a:cubicBezTo>
                    <a:pt x="41871" y="32872"/>
                    <a:pt x="32869" y="41870"/>
                    <a:pt x="21811" y="41870"/>
                  </a:cubicBezTo>
                  <a:cubicBezTo>
                    <a:pt x="21329" y="41870"/>
                    <a:pt x="20932" y="42263"/>
                    <a:pt x="20935" y="42750"/>
                  </a:cubicBezTo>
                  <a:lnTo>
                    <a:pt x="20935" y="50957"/>
                  </a:lnTo>
                  <a:lnTo>
                    <a:pt x="22691" y="50942"/>
                  </a:lnTo>
                  <a:lnTo>
                    <a:pt x="22691" y="43610"/>
                  </a:lnTo>
                  <a:cubicBezTo>
                    <a:pt x="34312" y="43147"/>
                    <a:pt x="43626" y="33547"/>
                    <a:pt x="43626" y="21814"/>
                  </a:cubicBezTo>
                  <a:cubicBezTo>
                    <a:pt x="43626" y="9785"/>
                    <a:pt x="33841" y="0"/>
                    <a:pt x="21811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7"/>
            <p:cNvSpPr/>
            <p:nvPr/>
          </p:nvSpPr>
          <p:spPr>
            <a:xfrm>
              <a:off x="1876635" y="1878819"/>
              <a:ext cx="276444" cy="159211"/>
            </a:xfrm>
            <a:custGeom>
              <a:avLst/>
              <a:gdLst/>
              <a:ahLst/>
              <a:cxnLst/>
              <a:rect l="l" t="t" r="r" b="b"/>
              <a:pathLst>
                <a:path w="12035" h="6932" extrusionOk="0">
                  <a:moveTo>
                    <a:pt x="11087" y="1"/>
                  </a:moveTo>
                  <a:cubicBezTo>
                    <a:pt x="10861" y="1"/>
                    <a:pt x="10636" y="87"/>
                    <a:pt x="10465" y="260"/>
                  </a:cubicBezTo>
                  <a:lnTo>
                    <a:pt x="6866" y="3859"/>
                  </a:lnTo>
                  <a:lnTo>
                    <a:pt x="5979" y="4742"/>
                  </a:lnTo>
                  <a:lnTo>
                    <a:pt x="5110" y="3874"/>
                  </a:lnTo>
                  <a:lnTo>
                    <a:pt x="1496" y="260"/>
                  </a:lnTo>
                  <a:cubicBezTo>
                    <a:pt x="1342" y="153"/>
                    <a:pt x="1166" y="102"/>
                    <a:pt x="990" y="102"/>
                  </a:cubicBezTo>
                  <a:cubicBezTo>
                    <a:pt x="731" y="102"/>
                    <a:pt x="475" y="214"/>
                    <a:pt x="298" y="427"/>
                  </a:cubicBezTo>
                  <a:cubicBezTo>
                    <a:pt x="1" y="783"/>
                    <a:pt x="23" y="1306"/>
                    <a:pt x="350" y="1636"/>
                  </a:cubicBezTo>
                  <a:lnTo>
                    <a:pt x="5389" y="6675"/>
                  </a:lnTo>
                  <a:cubicBezTo>
                    <a:pt x="5559" y="6846"/>
                    <a:pt x="5784" y="6931"/>
                    <a:pt x="6009" y="6931"/>
                  </a:cubicBezTo>
                  <a:cubicBezTo>
                    <a:pt x="6234" y="6931"/>
                    <a:pt x="6459" y="6846"/>
                    <a:pt x="6632" y="6675"/>
                  </a:cubicBezTo>
                  <a:lnTo>
                    <a:pt x="11667" y="1636"/>
                  </a:lnTo>
                  <a:cubicBezTo>
                    <a:pt x="12016" y="1250"/>
                    <a:pt x="12034" y="668"/>
                    <a:pt x="11712" y="260"/>
                  </a:cubicBezTo>
                  <a:cubicBezTo>
                    <a:pt x="11539" y="87"/>
                    <a:pt x="11313" y="1"/>
                    <a:pt x="11087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7" name="Google Shape;2257;p47"/>
          <p:cNvGrpSpPr/>
          <p:nvPr/>
        </p:nvGrpSpPr>
        <p:grpSpPr>
          <a:xfrm rot="-5400000">
            <a:off x="5219757" y="3233037"/>
            <a:ext cx="796060" cy="970806"/>
            <a:chOff x="1513135" y="818731"/>
            <a:chExt cx="1002089" cy="1219299"/>
          </a:xfrm>
        </p:grpSpPr>
        <p:sp>
          <p:nvSpPr>
            <p:cNvPr id="2258" name="Google Shape;2258;p47"/>
            <p:cNvSpPr/>
            <p:nvPr/>
          </p:nvSpPr>
          <p:spPr>
            <a:xfrm rot="5400000">
              <a:off x="1673971" y="979618"/>
              <a:ext cx="680348" cy="680183"/>
            </a:xfrm>
            <a:custGeom>
              <a:avLst/>
              <a:gdLst/>
              <a:ahLst/>
              <a:cxnLst/>
              <a:rect l="l" t="t" r="r" b="b"/>
              <a:pathLst>
                <a:path w="29619" h="29615" extrusionOk="0">
                  <a:moveTo>
                    <a:pt x="14809" y="1"/>
                  </a:moveTo>
                  <a:cubicBezTo>
                    <a:pt x="6631" y="1"/>
                    <a:pt x="0" y="6631"/>
                    <a:pt x="0" y="14809"/>
                  </a:cubicBezTo>
                  <a:cubicBezTo>
                    <a:pt x="0" y="22988"/>
                    <a:pt x="6631" y="29615"/>
                    <a:pt x="14809" y="29615"/>
                  </a:cubicBezTo>
                  <a:cubicBezTo>
                    <a:pt x="22987" y="29615"/>
                    <a:pt x="29618" y="22988"/>
                    <a:pt x="29618" y="14809"/>
                  </a:cubicBezTo>
                  <a:cubicBezTo>
                    <a:pt x="29618" y="6631"/>
                    <a:pt x="22987" y="1"/>
                    <a:pt x="14809" y="1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rgbClr val="FFFFF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05</a:t>
              </a:r>
              <a:endParaRPr sz="2400" b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59" name="Google Shape;2259;p47"/>
            <p:cNvSpPr/>
            <p:nvPr/>
          </p:nvSpPr>
          <p:spPr>
            <a:xfrm>
              <a:off x="1513135" y="818731"/>
              <a:ext cx="1002089" cy="1170378"/>
            </a:xfrm>
            <a:custGeom>
              <a:avLst/>
              <a:gdLst/>
              <a:ahLst/>
              <a:cxnLst/>
              <a:rect l="l" t="t" r="r" b="b"/>
              <a:pathLst>
                <a:path w="43626" h="50958" extrusionOk="0">
                  <a:moveTo>
                    <a:pt x="21811" y="0"/>
                  </a:moveTo>
                  <a:cubicBezTo>
                    <a:pt x="9785" y="0"/>
                    <a:pt x="0" y="9788"/>
                    <a:pt x="0" y="21814"/>
                  </a:cubicBezTo>
                  <a:cubicBezTo>
                    <a:pt x="8" y="22289"/>
                    <a:pt x="401" y="22672"/>
                    <a:pt x="876" y="22672"/>
                  </a:cubicBezTo>
                  <a:cubicBezTo>
                    <a:pt x="1355" y="22672"/>
                    <a:pt x="1744" y="22289"/>
                    <a:pt x="1755" y="21814"/>
                  </a:cubicBezTo>
                  <a:cubicBezTo>
                    <a:pt x="1755" y="10757"/>
                    <a:pt x="10754" y="1755"/>
                    <a:pt x="21811" y="1755"/>
                  </a:cubicBezTo>
                  <a:cubicBezTo>
                    <a:pt x="32869" y="1755"/>
                    <a:pt x="41867" y="10753"/>
                    <a:pt x="41867" y="21814"/>
                  </a:cubicBezTo>
                  <a:cubicBezTo>
                    <a:pt x="41871" y="32872"/>
                    <a:pt x="32869" y="41870"/>
                    <a:pt x="21811" y="41870"/>
                  </a:cubicBezTo>
                  <a:cubicBezTo>
                    <a:pt x="21329" y="41870"/>
                    <a:pt x="20932" y="42263"/>
                    <a:pt x="20935" y="42750"/>
                  </a:cubicBezTo>
                  <a:lnTo>
                    <a:pt x="20935" y="50957"/>
                  </a:lnTo>
                  <a:lnTo>
                    <a:pt x="22691" y="50942"/>
                  </a:lnTo>
                  <a:lnTo>
                    <a:pt x="22691" y="43610"/>
                  </a:lnTo>
                  <a:cubicBezTo>
                    <a:pt x="34312" y="43147"/>
                    <a:pt x="43626" y="33547"/>
                    <a:pt x="43626" y="21814"/>
                  </a:cubicBezTo>
                  <a:cubicBezTo>
                    <a:pt x="43626" y="9785"/>
                    <a:pt x="33841" y="0"/>
                    <a:pt x="21811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7"/>
            <p:cNvSpPr/>
            <p:nvPr/>
          </p:nvSpPr>
          <p:spPr>
            <a:xfrm>
              <a:off x="1876635" y="1878819"/>
              <a:ext cx="276444" cy="159211"/>
            </a:xfrm>
            <a:custGeom>
              <a:avLst/>
              <a:gdLst/>
              <a:ahLst/>
              <a:cxnLst/>
              <a:rect l="l" t="t" r="r" b="b"/>
              <a:pathLst>
                <a:path w="12035" h="6932" extrusionOk="0">
                  <a:moveTo>
                    <a:pt x="11087" y="1"/>
                  </a:moveTo>
                  <a:cubicBezTo>
                    <a:pt x="10861" y="1"/>
                    <a:pt x="10636" y="87"/>
                    <a:pt x="10465" y="260"/>
                  </a:cubicBezTo>
                  <a:lnTo>
                    <a:pt x="6866" y="3859"/>
                  </a:lnTo>
                  <a:lnTo>
                    <a:pt x="5979" y="4742"/>
                  </a:lnTo>
                  <a:lnTo>
                    <a:pt x="5110" y="3874"/>
                  </a:lnTo>
                  <a:lnTo>
                    <a:pt x="1496" y="260"/>
                  </a:lnTo>
                  <a:cubicBezTo>
                    <a:pt x="1342" y="153"/>
                    <a:pt x="1166" y="102"/>
                    <a:pt x="990" y="102"/>
                  </a:cubicBezTo>
                  <a:cubicBezTo>
                    <a:pt x="731" y="102"/>
                    <a:pt x="475" y="214"/>
                    <a:pt x="298" y="427"/>
                  </a:cubicBezTo>
                  <a:cubicBezTo>
                    <a:pt x="1" y="783"/>
                    <a:pt x="23" y="1306"/>
                    <a:pt x="350" y="1636"/>
                  </a:cubicBezTo>
                  <a:lnTo>
                    <a:pt x="5389" y="6675"/>
                  </a:lnTo>
                  <a:cubicBezTo>
                    <a:pt x="5559" y="6846"/>
                    <a:pt x="5784" y="6931"/>
                    <a:pt x="6009" y="6931"/>
                  </a:cubicBezTo>
                  <a:cubicBezTo>
                    <a:pt x="6234" y="6931"/>
                    <a:pt x="6459" y="6846"/>
                    <a:pt x="6632" y="6675"/>
                  </a:cubicBezTo>
                  <a:lnTo>
                    <a:pt x="11667" y="1636"/>
                  </a:lnTo>
                  <a:cubicBezTo>
                    <a:pt x="12016" y="1250"/>
                    <a:pt x="12034" y="668"/>
                    <a:pt x="11712" y="260"/>
                  </a:cubicBezTo>
                  <a:cubicBezTo>
                    <a:pt x="11539" y="87"/>
                    <a:pt x="11313" y="1"/>
                    <a:pt x="11087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1" name="Google Shape;2261;p47"/>
          <p:cNvGrpSpPr/>
          <p:nvPr/>
        </p:nvGrpSpPr>
        <p:grpSpPr>
          <a:xfrm rot="-5400000">
            <a:off x="1892194" y="3216943"/>
            <a:ext cx="796060" cy="970806"/>
            <a:chOff x="1513135" y="818731"/>
            <a:chExt cx="1002089" cy="1219299"/>
          </a:xfrm>
        </p:grpSpPr>
        <p:sp>
          <p:nvSpPr>
            <p:cNvPr id="2262" name="Google Shape;2262;p47"/>
            <p:cNvSpPr/>
            <p:nvPr/>
          </p:nvSpPr>
          <p:spPr>
            <a:xfrm rot="5400000">
              <a:off x="1673971" y="979618"/>
              <a:ext cx="680348" cy="680183"/>
            </a:xfrm>
            <a:custGeom>
              <a:avLst/>
              <a:gdLst/>
              <a:ahLst/>
              <a:cxnLst/>
              <a:rect l="l" t="t" r="r" b="b"/>
              <a:pathLst>
                <a:path w="29619" h="29615" extrusionOk="0">
                  <a:moveTo>
                    <a:pt x="14809" y="1"/>
                  </a:moveTo>
                  <a:cubicBezTo>
                    <a:pt x="6631" y="1"/>
                    <a:pt x="0" y="6631"/>
                    <a:pt x="0" y="14809"/>
                  </a:cubicBezTo>
                  <a:cubicBezTo>
                    <a:pt x="0" y="22988"/>
                    <a:pt x="6631" y="29615"/>
                    <a:pt x="14809" y="29615"/>
                  </a:cubicBezTo>
                  <a:cubicBezTo>
                    <a:pt x="22987" y="29615"/>
                    <a:pt x="29618" y="22988"/>
                    <a:pt x="29618" y="14809"/>
                  </a:cubicBezTo>
                  <a:cubicBezTo>
                    <a:pt x="29618" y="6631"/>
                    <a:pt x="22987" y="1"/>
                    <a:pt x="14809" y="1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rgbClr val="FFFFF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02</a:t>
              </a:r>
              <a:endParaRPr sz="2400" b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63" name="Google Shape;2263;p47"/>
            <p:cNvSpPr/>
            <p:nvPr/>
          </p:nvSpPr>
          <p:spPr>
            <a:xfrm>
              <a:off x="1513135" y="818731"/>
              <a:ext cx="1002089" cy="1170378"/>
            </a:xfrm>
            <a:custGeom>
              <a:avLst/>
              <a:gdLst/>
              <a:ahLst/>
              <a:cxnLst/>
              <a:rect l="l" t="t" r="r" b="b"/>
              <a:pathLst>
                <a:path w="43626" h="50958" extrusionOk="0">
                  <a:moveTo>
                    <a:pt x="21811" y="0"/>
                  </a:moveTo>
                  <a:cubicBezTo>
                    <a:pt x="9785" y="0"/>
                    <a:pt x="0" y="9788"/>
                    <a:pt x="0" y="21814"/>
                  </a:cubicBezTo>
                  <a:cubicBezTo>
                    <a:pt x="8" y="22289"/>
                    <a:pt x="401" y="22672"/>
                    <a:pt x="876" y="22672"/>
                  </a:cubicBezTo>
                  <a:cubicBezTo>
                    <a:pt x="1355" y="22672"/>
                    <a:pt x="1744" y="22289"/>
                    <a:pt x="1755" y="21814"/>
                  </a:cubicBezTo>
                  <a:cubicBezTo>
                    <a:pt x="1755" y="10757"/>
                    <a:pt x="10754" y="1755"/>
                    <a:pt x="21811" y="1755"/>
                  </a:cubicBezTo>
                  <a:cubicBezTo>
                    <a:pt x="32869" y="1755"/>
                    <a:pt x="41867" y="10753"/>
                    <a:pt x="41867" y="21814"/>
                  </a:cubicBezTo>
                  <a:cubicBezTo>
                    <a:pt x="41871" y="32872"/>
                    <a:pt x="32869" y="41870"/>
                    <a:pt x="21811" y="41870"/>
                  </a:cubicBezTo>
                  <a:cubicBezTo>
                    <a:pt x="21329" y="41870"/>
                    <a:pt x="20932" y="42263"/>
                    <a:pt x="20935" y="42750"/>
                  </a:cubicBezTo>
                  <a:lnTo>
                    <a:pt x="20935" y="50957"/>
                  </a:lnTo>
                  <a:lnTo>
                    <a:pt x="22691" y="50942"/>
                  </a:lnTo>
                  <a:lnTo>
                    <a:pt x="22691" y="43610"/>
                  </a:lnTo>
                  <a:cubicBezTo>
                    <a:pt x="34312" y="43147"/>
                    <a:pt x="43626" y="33547"/>
                    <a:pt x="43626" y="21814"/>
                  </a:cubicBezTo>
                  <a:cubicBezTo>
                    <a:pt x="43626" y="9785"/>
                    <a:pt x="33841" y="0"/>
                    <a:pt x="21811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7"/>
            <p:cNvSpPr/>
            <p:nvPr/>
          </p:nvSpPr>
          <p:spPr>
            <a:xfrm>
              <a:off x="1876635" y="1878819"/>
              <a:ext cx="276444" cy="159211"/>
            </a:xfrm>
            <a:custGeom>
              <a:avLst/>
              <a:gdLst/>
              <a:ahLst/>
              <a:cxnLst/>
              <a:rect l="l" t="t" r="r" b="b"/>
              <a:pathLst>
                <a:path w="12035" h="6932" extrusionOk="0">
                  <a:moveTo>
                    <a:pt x="11087" y="1"/>
                  </a:moveTo>
                  <a:cubicBezTo>
                    <a:pt x="10861" y="1"/>
                    <a:pt x="10636" y="87"/>
                    <a:pt x="10465" y="260"/>
                  </a:cubicBezTo>
                  <a:lnTo>
                    <a:pt x="6866" y="3859"/>
                  </a:lnTo>
                  <a:lnTo>
                    <a:pt x="5979" y="4742"/>
                  </a:lnTo>
                  <a:lnTo>
                    <a:pt x="5110" y="3874"/>
                  </a:lnTo>
                  <a:lnTo>
                    <a:pt x="1496" y="260"/>
                  </a:lnTo>
                  <a:cubicBezTo>
                    <a:pt x="1342" y="153"/>
                    <a:pt x="1166" y="102"/>
                    <a:pt x="990" y="102"/>
                  </a:cubicBezTo>
                  <a:cubicBezTo>
                    <a:pt x="731" y="102"/>
                    <a:pt x="475" y="214"/>
                    <a:pt x="298" y="427"/>
                  </a:cubicBezTo>
                  <a:cubicBezTo>
                    <a:pt x="1" y="783"/>
                    <a:pt x="23" y="1306"/>
                    <a:pt x="350" y="1636"/>
                  </a:cubicBezTo>
                  <a:lnTo>
                    <a:pt x="5389" y="6675"/>
                  </a:lnTo>
                  <a:cubicBezTo>
                    <a:pt x="5559" y="6846"/>
                    <a:pt x="5784" y="6931"/>
                    <a:pt x="6009" y="6931"/>
                  </a:cubicBezTo>
                  <a:cubicBezTo>
                    <a:pt x="6234" y="6931"/>
                    <a:pt x="6459" y="6846"/>
                    <a:pt x="6632" y="6675"/>
                  </a:cubicBezTo>
                  <a:lnTo>
                    <a:pt x="11667" y="1636"/>
                  </a:lnTo>
                  <a:cubicBezTo>
                    <a:pt x="12016" y="1250"/>
                    <a:pt x="12034" y="668"/>
                    <a:pt x="11712" y="260"/>
                  </a:cubicBezTo>
                  <a:cubicBezTo>
                    <a:pt x="11539" y="87"/>
                    <a:pt x="11313" y="1"/>
                    <a:pt x="11087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5" name="Google Shape;2265;p47"/>
          <p:cNvGrpSpPr/>
          <p:nvPr/>
        </p:nvGrpSpPr>
        <p:grpSpPr>
          <a:xfrm rot="-5400000">
            <a:off x="3244887" y="1427627"/>
            <a:ext cx="796060" cy="970806"/>
            <a:chOff x="1513135" y="818731"/>
            <a:chExt cx="1002089" cy="1219299"/>
          </a:xfrm>
        </p:grpSpPr>
        <p:sp>
          <p:nvSpPr>
            <p:cNvPr id="2266" name="Google Shape;2266;p47"/>
            <p:cNvSpPr/>
            <p:nvPr/>
          </p:nvSpPr>
          <p:spPr>
            <a:xfrm rot="5400000">
              <a:off x="1673971" y="979618"/>
              <a:ext cx="680348" cy="680183"/>
            </a:xfrm>
            <a:custGeom>
              <a:avLst/>
              <a:gdLst/>
              <a:ahLst/>
              <a:cxnLst/>
              <a:rect l="l" t="t" r="r" b="b"/>
              <a:pathLst>
                <a:path w="29619" h="29615" extrusionOk="0">
                  <a:moveTo>
                    <a:pt x="14809" y="1"/>
                  </a:moveTo>
                  <a:cubicBezTo>
                    <a:pt x="6631" y="1"/>
                    <a:pt x="0" y="6631"/>
                    <a:pt x="0" y="14809"/>
                  </a:cubicBezTo>
                  <a:cubicBezTo>
                    <a:pt x="0" y="22988"/>
                    <a:pt x="6631" y="29615"/>
                    <a:pt x="14809" y="29615"/>
                  </a:cubicBezTo>
                  <a:cubicBezTo>
                    <a:pt x="22987" y="29615"/>
                    <a:pt x="29618" y="22988"/>
                    <a:pt x="29618" y="14809"/>
                  </a:cubicBezTo>
                  <a:cubicBezTo>
                    <a:pt x="29618" y="6631"/>
                    <a:pt x="22987" y="1"/>
                    <a:pt x="14809" y="1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rgbClr val="FFFFF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03</a:t>
              </a:r>
              <a:endParaRPr sz="1100">
                <a:solidFill>
                  <a:srgbClr val="FFFFFF"/>
                </a:solidFill>
                <a:latin typeface="Barlow SemiBold"/>
                <a:ea typeface="Barlow SemiBold"/>
                <a:cs typeface="Barlow SemiBold"/>
                <a:sym typeface="Barlow SemiBold"/>
              </a:endParaRPr>
            </a:p>
          </p:txBody>
        </p:sp>
        <p:sp>
          <p:nvSpPr>
            <p:cNvPr id="2267" name="Google Shape;2267;p47"/>
            <p:cNvSpPr/>
            <p:nvPr/>
          </p:nvSpPr>
          <p:spPr>
            <a:xfrm>
              <a:off x="1513135" y="818731"/>
              <a:ext cx="1002089" cy="1170378"/>
            </a:xfrm>
            <a:custGeom>
              <a:avLst/>
              <a:gdLst/>
              <a:ahLst/>
              <a:cxnLst/>
              <a:rect l="l" t="t" r="r" b="b"/>
              <a:pathLst>
                <a:path w="43626" h="50958" extrusionOk="0">
                  <a:moveTo>
                    <a:pt x="21811" y="0"/>
                  </a:moveTo>
                  <a:cubicBezTo>
                    <a:pt x="9785" y="0"/>
                    <a:pt x="0" y="9788"/>
                    <a:pt x="0" y="21814"/>
                  </a:cubicBezTo>
                  <a:cubicBezTo>
                    <a:pt x="8" y="22289"/>
                    <a:pt x="401" y="22672"/>
                    <a:pt x="876" y="22672"/>
                  </a:cubicBezTo>
                  <a:cubicBezTo>
                    <a:pt x="1355" y="22672"/>
                    <a:pt x="1744" y="22289"/>
                    <a:pt x="1755" y="21814"/>
                  </a:cubicBezTo>
                  <a:cubicBezTo>
                    <a:pt x="1755" y="10757"/>
                    <a:pt x="10754" y="1755"/>
                    <a:pt x="21811" y="1755"/>
                  </a:cubicBezTo>
                  <a:cubicBezTo>
                    <a:pt x="32869" y="1755"/>
                    <a:pt x="41867" y="10753"/>
                    <a:pt x="41867" y="21814"/>
                  </a:cubicBezTo>
                  <a:cubicBezTo>
                    <a:pt x="41871" y="32872"/>
                    <a:pt x="32869" y="41870"/>
                    <a:pt x="21811" y="41870"/>
                  </a:cubicBezTo>
                  <a:cubicBezTo>
                    <a:pt x="21329" y="41870"/>
                    <a:pt x="20932" y="42263"/>
                    <a:pt x="20935" y="42750"/>
                  </a:cubicBezTo>
                  <a:lnTo>
                    <a:pt x="20935" y="50957"/>
                  </a:lnTo>
                  <a:lnTo>
                    <a:pt x="22691" y="50942"/>
                  </a:lnTo>
                  <a:lnTo>
                    <a:pt x="22691" y="43610"/>
                  </a:lnTo>
                  <a:cubicBezTo>
                    <a:pt x="34312" y="43147"/>
                    <a:pt x="43626" y="33547"/>
                    <a:pt x="43626" y="21814"/>
                  </a:cubicBezTo>
                  <a:cubicBezTo>
                    <a:pt x="43626" y="9785"/>
                    <a:pt x="33841" y="0"/>
                    <a:pt x="21811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47"/>
            <p:cNvSpPr/>
            <p:nvPr/>
          </p:nvSpPr>
          <p:spPr>
            <a:xfrm>
              <a:off x="1876635" y="1878819"/>
              <a:ext cx="276444" cy="159211"/>
            </a:xfrm>
            <a:custGeom>
              <a:avLst/>
              <a:gdLst/>
              <a:ahLst/>
              <a:cxnLst/>
              <a:rect l="l" t="t" r="r" b="b"/>
              <a:pathLst>
                <a:path w="12035" h="6932" extrusionOk="0">
                  <a:moveTo>
                    <a:pt x="11087" y="1"/>
                  </a:moveTo>
                  <a:cubicBezTo>
                    <a:pt x="10861" y="1"/>
                    <a:pt x="10636" y="87"/>
                    <a:pt x="10465" y="260"/>
                  </a:cubicBezTo>
                  <a:lnTo>
                    <a:pt x="6866" y="3859"/>
                  </a:lnTo>
                  <a:lnTo>
                    <a:pt x="5979" y="4742"/>
                  </a:lnTo>
                  <a:lnTo>
                    <a:pt x="5110" y="3874"/>
                  </a:lnTo>
                  <a:lnTo>
                    <a:pt x="1496" y="260"/>
                  </a:lnTo>
                  <a:cubicBezTo>
                    <a:pt x="1342" y="153"/>
                    <a:pt x="1166" y="102"/>
                    <a:pt x="990" y="102"/>
                  </a:cubicBezTo>
                  <a:cubicBezTo>
                    <a:pt x="731" y="102"/>
                    <a:pt x="475" y="214"/>
                    <a:pt x="298" y="427"/>
                  </a:cubicBezTo>
                  <a:cubicBezTo>
                    <a:pt x="1" y="783"/>
                    <a:pt x="23" y="1306"/>
                    <a:pt x="350" y="1636"/>
                  </a:cubicBezTo>
                  <a:lnTo>
                    <a:pt x="5389" y="6675"/>
                  </a:lnTo>
                  <a:cubicBezTo>
                    <a:pt x="5559" y="6846"/>
                    <a:pt x="5784" y="6931"/>
                    <a:pt x="6009" y="6931"/>
                  </a:cubicBezTo>
                  <a:cubicBezTo>
                    <a:pt x="6234" y="6931"/>
                    <a:pt x="6459" y="6846"/>
                    <a:pt x="6632" y="6675"/>
                  </a:cubicBezTo>
                  <a:lnTo>
                    <a:pt x="11667" y="1636"/>
                  </a:lnTo>
                  <a:cubicBezTo>
                    <a:pt x="12016" y="1250"/>
                    <a:pt x="12034" y="668"/>
                    <a:pt x="11712" y="260"/>
                  </a:cubicBezTo>
                  <a:cubicBezTo>
                    <a:pt x="11539" y="87"/>
                    <a:pt x="11313" y="1"/>
                    <a:pt x="11087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9" name="Google Shape;2269;p47"/>
          <p:cNvGrpSpPr/>
          <p:nvPr/>
        </p:nvGrpSpPr>
        <p:grpSpPr>
          <a:xfrm rot="-5400000">
            <a:off x="1181603" y="1949868"/>
            <a:ext cx="796060" cy="970806"/>
            <a:chOff x="1513135" y="818731"/>
            <a:chExt cx="1002089" cy="1219299"/>
          </a:xfrm>
        </p:grpSpPr>
        <p:sp>
          <p:nvSpPr>
            <p:cNvPr id="2270" name="Google Shape;2270;p47"/>
            <p:cNvSpPr/>
            <p:nvPr/>
          </p:nvSpPr>
          <p:spPr>
            <a:xfrm rot="5400000">
              <a:off x="1673971" y="979618"/>
              <a:ext cx="680348" cy="680183"/>
            </a:xfrm>
            <a:custGeom>
              <a:avLst/>
              <a:gdLst/>
              <a:ahLst/>
              <a:cxnLst/>
              <a:rect l="l" t="t" r="r" b="b"/>
              <a:pathLst>
                <a:path w="29619" h="29615" extrusionOk="0">
                  <a:moveTo>
                    <a:pt x="14809" y="1"/>
                  </a:moveTo>
                  <a:cubicBezTo>
                    <a:pt x="6631" y="1"/>
                    <a:pt x="0" y="6631"/>
                    <a:pt x="0" y="14809"/>
                  </a:cubicBezTo>
                  <a:cubicBezTo>
                    <a:pt x="0" y="22988"/>
                    <a:pt x="6631" y="29615"/>
                    <a:pt x="14809" y="29615"/>
                  </a:cubicBezTo>
                  <a:cubicBezTo>
                    <a:pt x="22987" y="29615"/>
                    <a:pt x="29618" y="22988"/>
                    <a:pt x="29618" y="14809"/>
                  </a:cubicBezTo>
                  <a:cubicBezTo>
                    <a:pt x="29618" y="6631"/>
                    <a:pt x="22987" y="1"/>
                    <a:pt x="14809" y="1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rgbClr val="FFFFFF"/>
                  </a:solidFill>
                  <a:latin typeface="Barlow SemiBold"/>
                  <a:ea typeface="Barlow SemiBold"/>
                  <a:cs typeface="Barlow SemiBold"/>
                  <a:sym typeface="Barlow SemiBold"/>
                </a:rPr>
                <a:t>01</a:t>
              </a:r>
              <a:endParaRPr sz="2400" b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71" name="Google Shape;2271;p47"/>
            <p:cNvSpPr/>
            <p:nvPr/>
          </p:nvSpPr>
          <p:spPr>
            <a:xfrm>
              <a:off x="1513135" y="818731"/>
              <a:ext cx="1002089" cy="1170378"/>
            </a:xfrm>
            <a:custGeom>
              <a:avLst/>
              <a:gdLst/>
              <a:ahLst/>
              <a:cxnLst/>
              <a:rect l="l" t="t" r="r" b="b"/>
              <a:pathLst>
                <a:path w="43626" h="50958" extrusionOk="0">
                  <a:moveTo>
                    <a:pt x="21811" y="0"/>
                  </a:moveTo>
                  <a:cubicBezTo>
                    <a:pt x="9785" y="0"/>
                    <a:pt x="0" y="9788"/>
                    <a:pt x="0" y="21814"/>
                  </a:cubicBezTo>
                  <a:cubicBezTo>
                    <a:pt x="8" y="22289"/>
                    <a:pt x="401" y="22672"/>
                    <a:pt x="876" y="22672"/>
                  </a:cubicBezTo>
                  <a:cubicBezTo>
                    <a:pt x="1355" y="22672"/>
                    <a:pt x="1744" y="22289"/>
                    <a:pt x="1755" y="21814"/>
                  </a:cubicBezTo>
                  <a:cubicBezTo>
                    <a:pt x="1755" y="10757"/>
                    <a:pt x="10754" y="1755"/>
                    <a:pt x="21811" y="1755"/>
                  </a:cubicBezTo>
                  <a:cubicBezTo>
                    <a:pt x="32869" y="1755"/>
                    <a:pt x="41867" y="10753"/>
                    <a:pt x="41867" y="21814"/>
                  </a:cubicBezTo>
                  <a:cubicBezTo>
                    <a:pt x="41871" y="32872"/>
                    <a:pt x="32869" y="41870"/>
                    <a:pt x="21811" y="41870"/>
                  </a:cubicBezTo>
                  <a:cubicBezTo>
                    <a:pt x="21329" y="41870"/>
                    <a:pt x="20932" y="42263"/>
                    <a:pt x="20935" y="42750"/>
                  </a:cubicBezTo>
                  <a:lnTo>
                    <a:pt x="20935" y="50957"/>
                  </a:lnTo>
                  <a:lnTo>
                    <a:pt x="22691" y="50942"/>
                  </a:lnTo>
                  <a:lnTo>
                    <a:pt x="22691" y="43610"/>
                  </a:lnTo>
                  <a:cubicBezTo>
                    <a:pt x="34312" y="43147"/>
                    <a:pt x="43626" y="33547"/>
                    <a:pt x="43626" y="21814"/>
                  </a:cubicBezTo>
                  <a:cubicBezTo>
                    <a:pt x="43626" y="9785"/>
                    <a:pt x="33841" y="0"/>
                    <a:pt x="21811" y="0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47"/>
            <p:cNvSpPr/>
            <p:nvPr/>
          </p:nvSpPr>
          <p:spPr>
            <a:xfrm>
              <a:off x="1876635" y="1878819"/>
              <a:ext cx="276444" cy="159211"/>
            </a:xfrm>
            <a:custGeom>
              <a:avLst/>
              <a:gdLst/>
              <a:ahLst/>
              <a:cxnLst/>
              <a:rect l="l" t="t" r="r" b="b"/>
              <a:pathLst>
                <a:path w="12035" h="6932" extrusionOk="0">
                  <a:moveTo>
                    <a:pt x="11087" y="1"/>
                  </a:moveTo>
                  <a:cubicBezTo>
                    <a:pt x="10861" y="1"/>
                    <a:pt x="10636" y="87"/>
                    <a:pt x="10465" y="260"/>
                  </a:cubicBezTo>
                  <a:lnTo>
                    <a:pt x="6866" y="3859"/>
                  </a:lnTo>
                  <a:lnTo>
                    <a:pt x="5979" y="4742"/>
                  </a:lnTo>
                  <a:lnTo>
                    <a:pt x="5110" y="3874"/>
                  </a:lnTo>
                  <a:lnTo>
                    <a:pt x="1496" y="260"/>
                  </a:lnTo>
                  <a:cubicBezTo>
                    <a:pt x="1342" y="153"/>
                    <a:pt x="1166" y="102"/>
                    <a:pt x="990" y="102"/>
                  </a:cubicBezTo>
                  <a:cubicBezTo>
                    <a:pt x="731" y="102"/>
                    <a:pt x="475" y="214"/>
                    <a:pt x="298" y="427"/>
                  </a:cubicBezTo>
                  <a:cubicBezTo>
                    <a:pt x="1" y="783"/>
                    <a:pt x="23" y="1306"/>
                    <a:pt x="350" y="1636"/>
                  </a:cubicBezTo>
                  <a:lnTo>
                    <a:pt x="5389" y="6675"/>
                  </a:lnTo>
                  <a:cubicBezTo>
                    <a:pt x="5559" y="6846"/>
                    <a:pt x="5784" y="6931"/>
                    <a:pt x="6009" y="6931"/>
                  </a:cubicBezTo>
                  <a:cubicBezTo>
                    <a:pt x="6234" y="6931"/>
                    <a:pt x="6459" y="6846"/>
                    <a:pt x="6632" y="6675"/>
                  </a:cubicBezTo>
                  <a:lnTo>
                    <a:pt x="11667" y="1636"/>
                  </a:lnTo>
                  <a:cubicBezTo>
                    <a:pt x="12016" y="1250"/>
                    <a:pt x="12034" y="668"/>
                    <a:pt x="11712" y="260"/>
                  </a:cubicBezTo>
                  <a:cubicBezTo>
                    <a:pt x="11539" y="87"/>
                    <a:pt x="11313" y="1"/>
                    <a:pt x="11087" y="1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3" name="Google Shape;2273;p47"/>
          <p:cNvSpPr txBox="1">
            <a:spLocks noGrp="1"/>
          </p:cNvSpPr>
          <p:nvPr>
            <p:ph type="subTitle" idx="4294967295"/>
          </p:nvPr>
        </p:nvSpPr>
        <p:spPr>
          <a:xfrm>
            <a:off x="7519000" y="2168419"/>
            <a:ext cx="1064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Mars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74" name="Google Shape;2274;p47"/>
          <p:cNvSpPr txBox="1">
            <a:spLocks noGrp="1"/>
          </p:cNvSpPr>
          <p:nvPr>
            <p:ph type="subTitle" idx="4294967295"/>
          </p:nvPr>
        </p:nvSpPr>
        <p:spPr>
          <a:xfrm>
            <a:off x="7519000" y="1744250"/>
            <a:ext cx="1064100" cy="3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Mercury </a:t>
            </a:r>
            <a:endParaRPr/>
          </a:p>
        </p:txBody>
      </p:sp>
      <p:sp>
        <p:nvSpPr>
          <p:cNvPr id="2275" name="Google Shape;2275;p47"/>
          <p:cNvSpPr txBox="1">
            <a:spLocks noGrp="1"/>
          </p:cNvSpPr>
          <p:nvPr>
            <p:ph type="subTitle" idx="4294967295"/>
          </p:nvPr>
        </p:nvSpPr>
        <p:spPr>
          <a:xfrm>
            <a:off x="7519000" y="2596188"/>
            <a:ext cx="1064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Saturn </a:t>
            </a:r>
            <a:endParaRPr/>
          </a:p>
        </p:txBody>
      </p:sp>
      <p:sp>
        <p:nvSpPr>
          <p:cNvPr id="2276" name="Google Shape;2276;p47"/>
          <p:cNvSpPr txBox="1">
            <a:spLocks noGrp="1"/>
          </p:cNvSpPr>
          <p:nvPr>
            <p:ph type="subTitle" idx="4294967295"/>
          </p:nvPr>
        </p:nvSpPr>
        <p:spPr>
          <a:xfrm>
            <a:off x="7519000" y="3023956"/>
            <a:ext cx="1064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Jupiter</a:t>
            </a:r>
            <a:endParaRPr/>
          </a:p>
        </p:txBody>
      </p:sp>
      <p:sp>
        <p:nvSpPr>
          <p:cNvPr id="2277" name="Google Shape;2277;p47"/>
          <p:cNvSpPr txBox="1">
            <a:spLocks noGrp="1"/>
          </p:cNvSpPr>
          <p:nvPr>
            <p:ph type="subTitle" idx="4294967295"/>
          </p:nvPr>
        </p:nvSpPr>
        <p:spPr>
          <a:xfrm>
            <a:off x="7519000" y="3451725"/>
            <a:ext cx="1064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Venus </a:t>
            </a:r>
            <a:endParaRPr/>
          </a:p>
        </p:txBody>
      </p:sp>
      <p:sp>
        <p:nvSpPr>
          <p:cNvPr id="2278" name="Google Shape;2278;p47"/>
          <p:cNvSpPr txBox="1">
            <a:spLocks noGrp="1"/>
          </p:cNvSpPr>
          <p:nvPr>
            <p:ph type="title" idx="4294967295"/>
          </p:nvPr>
        </p:nvSpPr>
        <p:spPr>
          <a:xfrm>
            <a:off x="7074800" y="1714850"/>
            <a:ext cx="469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01</a:t>
            </a:r>
            <a:endParaRPr sz="1800"/>
          </a:p>
        </p:txBody>
      </p:sp>
      <p:sp>
        <p:nvSpPr>
          <p:cNvPr id="2279" name="Google Shape;2279;p47"/>
          <p:cNvSpPr txBox="1">
            <a:spLocks noGrp="1"/>
          </p:cNvSpPr>
          <p:nvPr>
            <p:ph type="title" idx="4294967295"/>
          </p:nvPr>
        </p:nvSpPr>
        <p:spPr>
          <a:xfrm>
            <a:off x="7074800" y="2142169"/>
            <a:ext cx="469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02</a:t>
            </a:r>
            <a:endParaRPr sz="1800"/>
          </a:p>
        </p:txBody>
      </p:sp>
      <p:sp>
        <p:nvSpPr>
          <p:cNvPr id="2280" name="Google Shape;2280;p47"/>
          <p:cNvSpPr txBox="1">
            <a:spLocks noGrp="1"/>
          </p:cNvSpPr>
          <p:nvPr>
            <p:ph type="title" idx="4294967295"/>
          </p:nvPr>
        </p:nvSpPr>
        <p:spPr>
          <a:xfrm>
            <a:off x="7074800" y="2569488"/>
            <a:ext cx="469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03</a:t>
            </a:r>
            <a:endParaRPr sz="1800"/>
          </a:p>
        </p:txBody>
      </p:sp>
      <p:sp>
        <p:nvSpPr>
          <p:cNvPr id="2281" name="Google Shape;2281;p47"/>
          <p:cNvSpPr txBox="1">
            <a:spLocks noGrp="1"/>
          </p:cNvSpPr>
          <p:nvPr>
            <p:ph type="title" idx="4294967295"/>
          </p:nvPr>
        </p:nvSpPr>
        <p:spPr>
          <a:xfrm>
            <a:off x="7049300" y="2996825"/>
            <a:ext cx="520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04</a:t>
            </a:r>
            <a:endParaRPr sz="1800"/>
          </a:p>
        </p:txBody>
      </p:sp>
      <p:sp>
        <p:nvSpPr>
          <p:cNvPr id="2282" name="Google Shape;2282;p47"/>
          <p:cNvSpPr txBox="1">
            <a:spLocks noGrp="1"/>
          </p:cNvSpPr>
          <p:nvPr>
            <p:ph type="title" idx="4294967295"/>
          </p:nvPr>
        </p:nvSpPr>
        <p:spPr>
          <a:xfrm>
            <a:off x="7074800" y="3424125"/>
            <a:ext cx="4698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05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48"/>
          <p:cNvSpPr txBox="1">
            <a:spLocks noGrp="1"/>
          </p:cNvSpPr>
          <p:nvPr>
            <p:ph type="title"/>
          </p:nvPr>
        </p:nvSpPr>
        <p:spPr>
          <a:xfrm>
            <a:off x="0" y="358032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TIMELINE ALWAYS WORKS WELL</a:t>
            </a:r>
            <a:endParaRPr/>
          </a:p>
        </p:txBody>
      </p:sp>
      <p:cxnSp>
        <p:nvCxnSpPr>
          <p:cNvPr id="2288" name="Google Shape;2288;p48"/>
          <p:cNvCxnSpPr>
            <a:endCxn id="2289" idx="1"/>
          </p:cNvCxnSpPr>
          <p:nvPr/>
        </p:nvCxnSpPr>
        <p:spPr>
          <a:xfrm>
            <a:off x="477600" y="2856175"/>
            <a:ext cx="8180700" cy="0"/>
          </a:xfrm>
          <a:prstGeom prst="straightConnector1">
            <a:avLst/>
          </a:prstGeom>
          <a:noFill/>
          <a:ln w="19050" cap="flat" cmpd="sng">
            <a:solidFill>
              <a:srgbClr val="FFAB40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290" name="Google Shape;2290;p48"/>
          <p:cNvSpPr txBox="1"/>
          <p:nvPr/>
        </p:nvSpPr>
        <p:spPr>
          <a:xfrm>
            <a:off x="1342100" y="2055350"/>
            <a:ext cx="8244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FFAB40"/>
                </a:solidFill>
                <a:latin typeface="Barlow"/>
                <a:ea typeface="Barlow"/>
                <a:cs typeface="Barlow"/>
                <a:sym typeface="Barlow"/>
              </a:rPr>
              <a:t>DAY 1</a:t>
            </a:r>
            <a:endParaRPr sz="1900" b="1">
              <a:solidFill>
                <a:srgbClr val="FFAB4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291" name="Google Shape;2291;p48"/>
          <p:cNvGrpSpPr/>
          <p:nvPr/>
        </p:nvGrpSpPr>
        <p:grpSpPr>
          <a:xfrm>
            <a:off x="2807276" y="1987579"/>
            <a:ext cx="628741" cy="1158152"/>
            <a:chOff x="2776539" y="2017943"/>
            <a:chExt cx="628741" cy="1116722"/>
          </a:xfrm>
        </p:grpSpPr>
        <p:sp>
          <p:nvSpPr>
            <p:cNvPr id="2292" name="Google Shape;2292;p48"/>
            <p:cNvSpPr/>
            <p:nvPr/>
          </p:nvSpPr>
          <p:spPr>
            <a:xfrm rot="10800000" flipH="1">
              <a:off x="2838134" y="2588636"/>
              <a:ext cx="567146" cy="546029"/>
            </a:xfrm>
            <a:custGeom>
              <a:avLst/>
              <a:gdLst/>
              <a:ahLst/>
              <a:cxnLst/>
              <a:rect l="l" t="t" r="r" b="b"/>
              <a:pathLst>
                <a:path w="82464" h="79307" extrusionOk="0">
                  <a:moveTo>
                    <a:pt x="42765" y="1038"/>
                  </a:moveTo>
                  <a:cubicBezTo>
                    <a:pt x="64067" y="1038"/>
                    <a:pt x="81415" y="18305"/>
                    <a:pt x="81415" y="39688"/>
                  </a:cubicBezTo>
                  <a:cubicBezTo>
                    <a:pt x="81415" y="55342"/>
                    <a:pt x="72055" y="69382"/>
                    <a:pt x="57531" y="75353"/>
                  </a:cubicBezTo>
                  <a:cubicBezTo>
                    <a:pt x="52724" y="77367"/>
                    <a:pt x="47676" y="78344"/>
                    <a:pt x="42672" y="78344"/>
                  </a:cubicBezTo>
                  <a:cubicBezTo>
                    <a:pt x="32640" y="78344"/>
                    <a:pt x="22787" y="74417"/>
                    <a:pt x="15412" y="67042"/>
                  </a:cubicBezTo>
                  <a:cubicBezTo>
                    <a:pt x="4358" y="55907"/>
                    <a:pt x="1049" y="39285"/>
                    <a:pt x="7020" y="24841"/>
                  </a:cubicBezTo>
                  <a:cubicBezTo>
                    <a:pt x="13072" y="10398"/>
                    <a:pt x="27112" y="1038"/>
                    <a:pt x="42765" y="1038"/>
                  </a:cubicBezTo>
                  <a:close/>
                  <a:moveTo>
                    <a:pt x="42782" y="1"/>
                  </a:moveTo>
                  <a:cubicBezTo>
                    <a:pt x="32470" y="1"/>
                    <a:pt x="22320" y="4055"/>
                    <a:pt x="14766" y="11608"/>
                  </a:cubicBezTo>
                  <a:cubicBezTo>
                    <a:pt x="3389" y="22985"/>
                    <a:pt x="0" y="40011"/>
                    <a:pt x="6133" y="54858"/>
                  </a:cubicBezTo>
                  <a:cubicBezTo>
                    <a:pt x="12265" y="69705"/>
                    <a:pt x="26708" y="79307"/>
                    <a:pt x="42765" y="79307"/>
                  </a:cubicBezTo>
                  <a:cubicBezTo>
                    <a:pt x="64632" y="79307"/>
                    <a:pt x="82383" y="61555"/>
                    <a:pt x="82464" y="39688"/>
                  </a:cubicBezTo>
                  <a:cubicBezTo>
                    <a:pt x="82464" y="23631"/>
                    <a:pt x="72781" y="9188"/>
                    <a:pt x="57935" y="3055"/>
                  </a:cubicBezTo>
                  <a:cubicBezTo>
                    <a:pt x="53042" y="996"/>
                    <a:pt x="47892" y="1"/>
                    <a:pt x="42782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48"/>
            <p:cNvSpPr/>
            <p:nvPr/>
          </p:nvSpPr>
          <p:spPr>
            <a:xfrm rot="10800000" flipH="1">
              <a:off x="2909165" y="2694190"/>
              <a:ext cx="390126" cy="335038"/>
            </a:xfrm>
            <a:custGeom>
              <a:avLst/>
              <a:gdLst/>
              <a:ahLst/>
              <a:cxnLst/>
              <a:rect l="l" t="t" r="r" b="b"/>
              <a:pathLst>
                <a:path w="56725" h="48662" extrusionOk="0">
                  <a:moveTo>
                    <a:pt x="32437" y="3072"/>
                  </a:moveTo>
                  <a:cubicBezTo>
                    <a:pt x="44218" y="3072"/>
                    <a:pt x="53739" y="12593"/>
                    <a:pt x="53739" y="24374"/>
                  </a:cubicBezTo>
                  <a:cubicBezTo>
                    <a:pt x="53739" y="37154"/>
                    <a:pt x="43240" y="45646"/>
                    <a:pt x="32302" y="45646"/>
                  </a:cubicBezTo>
                  <a:cubicBezTo>
                    <a:pt x="27080" y="45646"/>
                    <a:pt x="21757" y="43711"/>
                    <a:pt x="17429" y="39382"/>
                  </a:cubicBezTo>
                  <a:cubicBezTo>
                    <a:pt x="4035" y="25988"/>
                    <a:pt x="13476" y="3072"/>
                    <a:pt x="32437" y="3072"/>
                  </a:cubicBezTo>
                  <a:close/>
                  <a:moveTo>
                    <a:pt x="32289" y="0"/>
                  </a:moveTo>
                  <a:cubicBezTo>
                    <a:pt x="26312" y="0"/>
                    <a:pt x="20215" y="2223"/>
                    <a:pt x="15251" y="7187"/>
                  </a:cubicBezTo>
                  <a:cubicBezTo>
                    <a:pt x="1" y="22438"/>
                    <a:pt x="10813" y="48662"/>
                    <a:pt x="32437" y="48662"/>
                  </a:cubicBezTo>
                  <a:cubicBezTo>
                    <a:pt x="45832" y="48662"/>
                    <a:pt x="56725" y="37769"/>
                    <a:pt x="56725" y="24374"/>
                  </a:cubicBezTo>
                  <a:cubicBezTo>
                    <a:pt x="56725" y="9697"/>
                    <a:pt x="44770" y="0"/>
                    <a:pt x="3228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8"/>
            <p:cNvSpPr/>
            <p:nvPr/>
          </p:nvSpPr>
          <p:spPr>
            <a:xfrm rot="10800000" flipH="1">
              <a:off x="3054005" y="2783076"/>
              <a:ext cx="156498" cy="157226"/>
            </a:xfrm>
            <a:custGeom>
              <a:avLst/>
              <a:gdLst/>
              <a:ahLst/>
              <a:cxnLst/>
              <a:rect l="l" t="t" r="r" b="b"/>
              <a:pathLst>
                <a:path w="22755" h="22836" extrusionOk="0">
                  <a:moveTo>
                    <a:pt x="11377" y="0"/>
                  </a:moveTo>
                  <a:cubicBezTo>
                    <a:pt x="5084" y="0"/>
                    <a:pt x="0" y="5164"/>
                    <a:pt x="0" y="11458"/>
                  </a:cubicBezTo>
                  <a:cubicBezTo>
                    <a:pt x="0" y="17752"/>
                    <a:pt x="5084" y="22835"/>
                    <a:pt x="11377" y="22835"/>
                  </a:cubicBezTo>
                  <a:cubicBezTo>
                    <a:pt x="17671" y="22835"/>
                    <a:pt x="22754" y="17752"/>
                    <a:pt x="22754" y="11458"/>
                  </a:cubicBezTo>
                  <a:cubicBezTo>
                    <a:pt x="22754" y="5164"/>
                    <a:pt x="17671" y="0"/>
                    <a:pt x="11377" y="0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8"/>
            <p:cNvSpPr/>
            <p:nvPr/>
          </p:nvSpPr>
          <p:spPr>
            <a:xfrm rot="10800000" flipH="1">
              <a:off x="3077389" y="2017943"/>
              <a:ext cx="109729" cy="109729"/>
            </a:xfrm>
            <a:custGeom>
              <a:avLst/>
              <a:gdLst/>
              <a:ahLst/>
              <a:cxnLst/>
              <a:rect l="l" t="t" r="r" b="b"/>
              <a:pathLst>
                <a:path w="13153" h="13153" extrusionOk="0">
                  <a:moveTo>
                    <a:pt x="6536" y="0"/>
                  </a:moveTo>
                  <a:cubicBezTo>
                    <a:pt x="2905" y="0"/>
                    <a:pt x="1" y="2905"/>
                    <a:pt x="1" y="6536"/>
                  </a:cubicBezTo>
                  <a:cubicBezTo>
                    <a:pt x="1" y="10248"/>
                    <a:pt x="2905" y="13153"/>
                    <a:pt x="6536" y="13153"/>
                  </a:cubicBezTo>
                  <a:cubicBezTo>
                    <a:pt x="10167" y="13153"/>
                    <a:pt x="13153" y="10248"/>
                    <a:pt x="13153" y="6536"/>
                  </a:cubicBezTo>
                  <a:cubicBezTo>
                    <a:pt x="13153" y="2905"/>
                    <a:pt x="10167" y="0"/>
                    <a:pt x="6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8"/>
            <p:cNvSpPr/>
            <p:nvPr/>
          </p:nvSpPr>
          <p:spPr>
            <a:xfrm rot="10800000">
              <a:off x="3120341" y="2107038"/>
              <a:ext cx="23825" cy="484937"/>
            </a:xfrm>
            <a:custGeom>
              <a:avLst/>
              <a:gdLst/>
              <a:ahLst/>
              <a:cxnLst/>
              <a:rect l="l" t="t" r="r" b="b"/>
              <a:pathLst>
                <a:path w="969" h="125876" extrusionOk="0">
                  <a:moveTo>
                    <a:pt x="0" y="0"/>
                  </a:moveTo>
                  <a:lnTo>
                    <a:pt x="0" y="125876"/>
                  </a:lnTo>
                  <a:lnTo>
                    <a:pt x="968" y="125876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8"/>
            <p:cNvSpPr/>
            <p:nvPr/>
          </p:nvSpPr>
          <p:spPr>
            <a:xfrm rot="10800000" flipH="1">
              <a:off x="2776539" y="2500860"/>
              <a:ext cx="356268" cy="356671"/>
            </a:xfrm>
            <a:custGeom>
              <a:avLst/>
              <a:gdLst/>
              <a:ahLst/>
              <a:cxnLst/>
              <a:rect l="l" t="t" r="r" b="b"/>
              <a:pathLst>
                <a:path w="51802" h="51804" extrusionOk="0">
                  <a:moveTo>
                    <a:pt x="0" y="1"/>
                  </a:moveTo>
                  <a:cubicBezTo>
                    <a:pt x="0" y="28646"/>
                    <a:pt x="23158" y="51803"/>
                    <a:pt x="51802" y="51803"/>
                  </a:cubicBezTo>
                  <a:lnTo>
                    <a:pt x="51802" y="50835"/>
                  </a:lnTo>
                  <a:cubicBezTo>
                    <a:pt x="23722" y="50754"/>
                    <a:pt x="1049" y="28081"/>
                    <a:pt x="1049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8" name="Google Shape;2298;p48"/>
          <p:cNvSpPr txBox="1"/>
          <p:nvPr/>
        </p:nvSpPr>
        <p:spPr>
          <a:xfrm>
            <a:off x="4163400" y="2055200"/>
            <a:ext cx="8244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FFAB40"/>
                </a:solidFill>
                <a:latin typeface="Barlow"/>
                <a:ea typeface="Barlow"/>
                <a:cs typeface="Barlow"/>
                <a:sym typeface="Barlow"/>
              </a:rPr>
              <a:t>DAY 3</a:t>
            </a:r>
            <a:endParaRPr sz="1900" b="1">
              <a:solidFill>
                <a:srgbClr val="FFAB4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99" name="Google Shape;2299;p48"/>
          <p:cNvSpPr txBox="1"/>
          <p:nvPr/>
        </p:nvSpPr>
        <p:spPr>
          <a:xfrm>
            <a:off x="6984700" y="2055350"/>
            <a:ext cx="8244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FFAB40"/>
                </a:solidFill>
                <a:latin typeface="Barlow"/>
                <a:ea typeface="Barlow"/>
                <a:cs typeface="Barlow"/>
                <a:sym typeface="Barlow"/>
              </a:rPr>
              <a:t>DAY 5</a:t>
            </a:r>
            <a:endParaRPr sz="1900" b="1">
              <a:solidFill>
                <a:srgbClr val="FFAB4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00" name="Google Shape;2300;p48"/>
          <p:cNvSpPr txBox="1"/>
          <p:nvPr/>
        </p:nvSpPr>
        <p:spPr>
          <a:xfrm>
            <a:off x="2752750" y="3143300"/>
            <a:ext cx="8244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FFAB40"/>
                </a:solidFill>
                <a:latin typeface="Barlow"/>
                <a:ea typeface="Barlow"/>
                <a:cs typeface="Barlow"/>
                <a:sym typeface="Barlow"/>
              </a:rPr>
              <a:t>DAY 2</a:t>
            </a:r>
            <a:endParaRPr sz="1900" b="1">
              <a:solidFill>
                <a:srgbClr val="FFAB4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01" name="Google Shape;2301;p48"/>
          <p:cNvSpPr txBox="1"/>
          <p:nvPr/>
        </p:nvSpPr>
        <p:spPr>
          <a:xfrm>
            <a:off x="5574050" y="3143300"/>
            <a:ext cx="8244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FFAB40"/>
                </a:solidFill>
                <a:latin typeface="Barlow"/>
                <a:ea typeface="Barlow"/>
                <a:cs typeface="Barlow"/>
                <a:sym typeface="Barlow"/>
              </a:rPr>
              <a:t>DAY 4</a:t>
            </a:r>
            <a:endParaRPr sz="1900" b="1">
              <a:solidFill>
                <a:srgbClr val="FFAB4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02" name="Google Shape;2302;p48"/>
          <p:cNvSpPr txBox="1">
            <a:spLocks noGrp="1"/>
          </p:cNvSpPr>
          <p:nvPr>
            <p:ph type="subTitle" idx="4294967295"/>
          </p:nvPr>
        </p:nvSpPr>
        <p:spPr>
          <a:xfrm>
            <a:off x="5043175" y="1332475"/>
            <a:ext cx="1806900" cy="6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Saturn is the ringed one and a gas giant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3" name="Google Shape;2303;p48"/>
          <p:cNvSpPr txBox="1">
            <a:spLocks noGrp="1"/>
          </p:cNvSpPr>
          <p:nvPr>
            <p:ph type="subTitle" idx="4294967295"/>
          </p:nvPr>
        </p:nvSpPr>
        <p:spPr>
          <a:xfrm>
            <a:off x="720050" y="3728875"/>
            <a:ext cx="2068500" cy="6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Mercury is the closest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planet to the Sun</a:t>
            </a:r>
            <a:endParaRPr/>
          </a:p>
        </p:txBody>
      </p:sp>
      <p:sp>
        <p:nvSpPr>
          <p:cNvPr id="2304" name="Google Shape;2304;p48"/>
          <p:cNvSpPr txBox="1">
            <a:spLocks noGrp="1"/>
          </p:cNvSpPr>
          <p:nvPr>
            <p:ph type="subTitle" idx="4294967295"/>
          </p:nvPr>
        </p:nvSpPr>
        <p:spPr>
          <a:xfrm>
            <a:off x="3538300" y="3728875"/>
            <a:ext cx="2068500" cy="6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Despite being red,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Mars is a cold place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5" name="Google Shape;2305;p48"/>
          <p:cNvSpPr txBox="1">
            <a:spLocks noGrp="1"/>
          </p:cNvSpPr>
          <p:nvPr>
            <p:ph type="subTitle" idx="4294967295"/>
          </p:nvPr>
        </p:nvSpPr>
        <p:spPr>
          <a:xfrm>
            <a:off x="6560050" y="3728875"/>
            <a:ext cx="1673700" cy="6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Neptune is the farthest planet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6" name="Google Shape;2306;p48"/>
          <p:cNvSpPr txBox="1">
            <a:spLocks noGrp="1"/>
          </p:cNvSpPr>
          <p:nvPr>
            <p:ph type="subTitle" idx="4294967295"/>
          </p:nvPr>
        </p:nvSpPr>
        <p:spPr>
          <a:xfrm>
            <a:off x="2131275" y="1332475"/>
            <a:ext cx="2068500" cy="6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Venus has a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beautiful name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307" name="Google Shape;2307;p48"/>
          <p:cNvGrpSpPr/>
          <p:nvPr/>
        </p:nvGrpSpPr>
        <p:grpSpPr>
          <a:xfrm>
            <a:off x="5632260" y="1979213"/>
            <a:ext cx="628741" cy="1166863"/>
            <a:chOff x="2776539" y="2017943"/>
            <a:chExt cx="628741" cy="1116722"/>
          </a:xfrm>
        </p:grpSpPr>
        <p:sp>
          <p:nvSpPr>
            <p:cNvPr id="2308" name="Google Shape;2308;p48"/>
            <p:cNvSpPr/>
            <p:nvPr/>
          </p:nvSpPr>
          <p:spPr>
            <a:xfrm rot="10800000" flipH="1">
              <a:off x="2838134" y="2588636"/>
              <a:ext cx="567146" cy="546029"/>
            </a:xfrm>
            <a:custGeom>
              <a:avLst/>
              <a:gdLst/>
              <a:ahLst/>
              <a:cxnLst/>
              <a:rect l="l" t="t" r="r" b="b"/>
              <a:pathLst>
                <a:path w="82464" h="79307" extrusionOk="0">
                  <a:moveTo>
                    <a:pt x="42765" y="1038"/>
                  </a:moveTo>
                  <a:cubicBezTo>
                    <a:pt x="64067" y="1038"/>
                    <a:pt x="81415" y="18305"/>
                    <a:pt x="81415" y="39688"/>
                  </a:cubicBezTo>
                  <a:cubicBezTo>
                    <a:pt x="81415" y="55342"/>
                    <a:pt x="72055" y="69382"/>
                    <a:pt x="57531" y="75353"/>
                  </a:cubicBezTo>
                  <a:cubicBezTo>
                    <a:pt x="52724" y="77367"/>
                    <a:pt x="47676" y="78344"/>
                    <a:pt x="42672" y="78344"/>
                  </a:cubicBezTo>
                  <a:cubicBezTo>
                    <a:pt x="32640" y="78344"/>
                    <a:pt x="22787" y="74417"/>
                    <a:pt x="15412" y="67042"/>
                  </a:cubicBezTo>
                  <a:cubicBezTo>
                    <a:pt x="4358" y="55907"/>
                    <a:pt x="1049" y="39285"/>
                    <a:pt x="7020" y="24841"/>
                  </a:cubicBezTo>
                  <a:cubicBezTo>
                    <a:pt x="13072" y="10398"/>
                    <a:pt x="27112" y="1038"/>
                    <a:pt x="42765" y="1038"/>
                  </a:cubicBezTo>
                  <a:close/>
                  <a:moveTo>
                    <a:pt x="42782" y="1"/>
                  </a:moveTo>
                  <a:cubicBezTo>
                    <a:pt x="32470" y="1"/>
                    <a:pt x="22320" y="4055"/>
                    <a:pt x="14766" y="11608"/>
                  </a:cubicBezTo>
                  <a:cubicBezTo>
                    <a:pt x="3389" y="22985"/>
                    <a:pt x="0" y="40011"/>
                    <a:pt x="6133" y="54858"/>
                  </a:cubicBezTo>
                  <a:cubicBezTo>
                    <a:pt x="12265" y="69705"/>
                    <a:pt x="26708" y="79307"/>
                    <a:pt x="42765" y="79307"/>
                  </a:cubicBezTo>
                  <a:cubicBezTo>
                    <a:pt x="64632" y="79307"/>
                    <a:pt x="82383" y="61555"/>
                    <a:pt x="82464" y="39688"/>
                  </a:cubicBezTo>
                  <a:cubicBezTo>
                    <a:pt x="82464" y="23631"/>
                    <a:pt x="72781" y="9188"/>
                    <a:pt x="57935" y="3055"/>
                  </a:cubicBezTo>
                  <a:cubicBezTo>
                    <a:pt x="53042" y="996"/>
                    <a:pt x="47892" y="1"/>
                    <a:pt x="42782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8"/>
            <p:cNvSpPr/>
            <p:nvPr/>
          </p:nvSpPr>
          <p:spPr>
            <a:xfrm rot="10800000" flipH="1">
              <a:off x="2909165" y="2694190"/>
              <a:ext cx="390126" cy="335038"/>
            </a:xfrm>
            <a:custGeom>
              <a:avLst/>
              <a:gdLst/>
              <a:ahLst/>
              <a:cxnLst/>
              <a:rect l="l" t="t" r="r" b="b"/>
              <a:pathLst>
                <a:path w="56725" h="48662" extrusionOk="0">
                  <a:moveTo>
                    <a:pt x="32437" y="3072"/>
                  </a:moveTo>
                  <a:cubicBezTo>
                    <a:pt x="44218" y="3072"/>
                    <a:pt x="53739" y="12593"/>
                    <a:pt x="53739" y="24374"/>
                  </a:cubicBezTo>
                  <a:cubicBezTo>
                    <a:pt x="53739" y="37154"/>
                    <a:pt x="43240" y="45646"/>
                    <a:pt x="32302" y="45646"/>
                  </a:cubicBezTo>
                  <a:cubicBezTo>
                    <a:pt x="27080" y="45646"/>
                    <a:pt x="21757" y="43711"/>
                    <a:pt x="17429" y="39382"/>
                  </a:cubicBezTo>
                  <a:cubicBezTo>
                    <a:pt x="4035" y="25988"/>
                    <a:pt x="13476" y="3072"/>
                    <a:pt x="32437" y="3072"/>
                  </a:cubicBezTo>
                  <a:close/>
                  <a:moveTo>
                    <a:pt x="32289" y="0"/>
                  </a:moveTo>
                  <a:cubicBezTo>
                    <a:pt x="26312" y="0"/>
                    <a:pt x="20215" y="2223"/>
                    <a:pt x="15251" y="7187"/>
                  </a:cubicBezTo>
                  <a:cubicBezTo>
                    <a:pt x="1" y="22438"/>
                    <a:pt x="10813" y="48662"/>
                    <a:pt x="32437" y="48662"/>
                  </a:cubicBezTo>
                  <a:cubicBezTo>
                    <a:pt x="45832" y="48662"/>
                    <a:pt x="56725" y="37769"/>
                    <a:pt x="56725" y="24374"/>
                  </a:cubicBezTo>
                  <a:cubicBezTo>
                    <a:pt x="56725" y="9697"/>
                    <a:pt x="44770" y="0"/>
                    <a:pt x="3228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8"/>
            <p:cNvSpPr/>
            <p:nvPr/>
          </p:nvSpPr>
          <p:spPr>
            <a:xfrm rot="10800000" flipH="1">
              <a:off x="3054005" y="2783076"/>
              <a:ext cx="156498" cy="157226"/>
            </a:xfrm>
            <a:custGeom>
              <a:avLst/>
              <a:gdLst/>
              <a:ahLst/>
              <a:cxnLst/>
              <a:rect l="l" t="t" r="r" b="b"/>
              <a:pathLst>
                <a:path w="22755" h="22836" extrusionOk="0">
                  <a:moveTo>
                    <a:pt x="11377" y="0"/>
                  </a:moveTo>
                  <a:cubicBezTo>
                    <a:pt x="5084" y="0"/>
                    <a:pt x="0" y="5164"/>
                    <a:pt x="0" y="11458"/>
                  </a:cubicBezTo>
                  <a:cubicBezTo>
                    <a:pt x="0" y="17752"/>
                    <a:pt x="5084" y="22835"/>
                    <a:pt x="11377" y="22835"/>
                  </a:cubicBezTo>
                  <a:cubicBezTo>
                    <a:pt x="17671" y="22835"/>
                    <a:pt x="22754" y="17752"/>
                    <a:pt x="22754" y="11458"/>
                  </a:cubicBezTo>
                  <a:cubicBezTo>
                    <a:pt x="22754" y="5164"/>
                    <a:pt x="17671" y="0"/>
                    <a:pt x="11377" y="0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8"/>
            <p:cNvSpPr/>
            <p:nvPr/>
          </p:nvSpPr>
          <p:spPr>
            <a:xfrm rot="10800000" flipH="1">
              <a:off x="3077389" y="2017943"/>
              <a:ext cx="109729" cy="109729"/>
            </a:xfrm>
            <a:custGeom>
              <a:avLst/>
              <a:gdLst/>
              <a:ahLst/>
              <a:cxnLst/>
              <a:rect l="l" t="t" r="r" b="b"/>
              <a:pathLst>
                <a:path w="13153" h="13153" extrusionOk="0">
                  <a:moveTo>
                    <a:pt x="6536" y="0"/>
                  </a:moveTo>
                  <a:cubicBezTo>
                    <a:pt x="2905" y="0"/>
                    <a:pt x="1" y="2905"/>
                    <a:pt x="1" y="6536"/>
                  </a:cubicBezTo>
                  <a:cubicBezTo>
                    <a:pt x="1" y="10248"/>
                    <a:pt x="2905" y="13153"/>
                    <a:pt x="6536" y="13153"/>
                  </a:cubicBezTo>
                  <a:cubicBezTo>
                    <a:pt x="10167" y="13153"/>
                    <a:pt x="13153" y="10248"/>
                    <a:pt x="13153" y="6536"/>
                  </a:cubicBezTo>
                  <a:cubicBezTo>
                    <a:pt x="13153" y="2905"/>
                    <a:pt x="10167" y="0"/>
                    <a:pt x="6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8"/>
            <p:cNvSpPr/>
            <p:nvPr/>
          </p:nvSpPr>
          <p:spPr>
            <a:xfrm rot="10800000">
              <a:off x="3120341" y="2107038"/>
              <a:ext cx="23825" cy="484937"/>
            </a:xfrm>
            <a:custGeom>
              <a:avLst/>
              <a:gdLst/>
              <a:ahLst/>
              <a:cxnLst/>
              <a:rect l="l" t="t" r="r" b="b"/>
              <a:pathLst>
                <a:path w="969" h="125876" extrusionOk="0">
                  <a:moveTo>
                    <a:pt x="0" y="0"/>
                  </a:moveTo>
                  <a:lnTo>
                    <a:pt x="0" y="125876"/>
                  </a:lnTo>
                  <a:lnTo>
                    <a:pt x="968" y="125876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8"/>
            <p:cNvSpPr/>
            <p:nvPr/>
          </p:nvSpPr>
          <p:spPr>
            <a:xfrm rot="10800000" flipH="1">
              <a:off x="2776539" y="2500860"/>
              <a:ext cx="356268" cy="356671"/>
            </a:xfrm>
            <a:custGeom>
              <a:avLst/>
              <a:gdLst/>
              <a:ahLst/>
              <a:cxnLst/>
              <a:rect l="l" t="t" r="r" b="b"/>
              <a:pathLst>
                <a:path w="51802" h="51804" extrusionOk="0">
                  <a:moveTo>
                    <a:pt x="0" y="1"/>
                  </a:moveTo>
                  <a:cubicBezTo>
                    <a:pt x="0" y="28646"/>
                    <a:pt x="23158" y="51803"/>
                    <a:pt x="51802" y="51803"/>
                  </a:cubicBezTo>
                  <a:lnTo>
                    <a:pt x="51802" y="50835"/>
                  </a:lnTo>
                  <a:cubicBezTo>
                    <a:pt x="23722" y="50754"/>
                    <a:pt x="1049" y="28081"/>
                    <a:pt x="1049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4" name="Google Shape;2314;p48"/>
          <p:cNvGrpSpPr/>
          <p:nvPr/>
        </p:nvGrpSpPr>
        <p:grpSpPr>
          <a:xfrm rot="10800000">
            <a:off x="1483314" y="2583862"/>
            <a:ext cx="628741" cy="1141066"/>
            <a:chOff x="2776539" y="2017943"/>
            <a:chExt cx="628741" cy="1116722"/>
          </a:xfrm>
        </p:grpSpPr>
        <p:sp>
          <p:nvSpPr>
            <p:cNvPr id="2315" name="Google Shape;2315;p48"/>
            <p:cNvSpPr/>
            <p:nvPr/>
          </p:nvSpPr>
          <p:spPr>
            <a:xfrm rot="10800000" flipH="1">
              <a:off x="2838134" y="2588636"/>
              <a:ext cx="567146" cy="546029"/>
            </a:xfrm>
            <a:custGeom>
              <a:avLst/>
              <a:gdLst/>
              <a:ahLst/>
              <a:cxnLst/>
              <a:rect l="l" t="t" r="r" b="b"/>
              <a:pathLst>
                <a:path w="82464" h="79307" extrusionOk="0">
                  <a:moveTo>
                    <a:pt x="42765" y="1038"/>
                  </a:moveTo>
                  <a:cubicBezTo>
                    <a:pt x="64067" y="1038"/>
                    <a:pt x="81415" y="18305"/>
                    <a:pt x="81415" y="39688"/>
                  </a:cubicBezTo>
                  <a:cubicBezTo>
                    <a:pt x="81415" y="55342"/>
                    <a:pt x="72055" y="69382"/>
                    <a:pt x="57531" y="75353"/>
                  </a:cubicBezTo>
                  <a:cubicBezTo>
                    <a:pt x="52724" y="77367"/>
                    <a:pt x="47676" y="78344"/>
                    <a:pt x="42672" y="78344"/>
                  </a:cubicBezTo>
                  <a:cubicBezTo>
                    <a:pt x="32640" y="78344"/>
                    <a:pt x="22787" y="74417"/>
                    <a:pt x="15412" y="67042"/>
                  </a:cubicBezTo>
                  <a:cubicBezTo>
                    <a:pt x="4358" y="55907"/>
                    <a:pt x="1049" y="39285"/>
                    <a:pt x="7020" y="24841"/>
                  </a:cubicBezTo>
                  <a:cubicBezTo>
                    <a:pt x="13072" y="10398"/>
                    <a:pt x="27112" y="1038"/>
                    <a:pt x="42765" y="1038"/>
                  </a:cubicBezTo>
                  <a:close/>
                  <a:moveTo>
                    <a:pt x="42782" y="1"/>
                  </a:moveTo>
                  <a:cubicBezTo>
                    <a:pt x="32470" y="1"/>
                    <a:pt x="22320" y="4055"/>
                    <a:pt x="14766" y="11608"/>
                  </a:cubicBezTo>
                  <a:cubicBezTo>
                    <a:pt x="3389" y="22985"/>
                    <a:pt x="0" y="40011"/>
                    <a:pt x="6133" y="54858"/>
                  </a:cubicBezTo>
                  <a:cubicBezTo>
                    <a:pt x="12265" y="69705"/>
                    <a:pt x="26708" y="79307"/>
                    <a:pt x="42765" y="79307"/>
                  </a:cubicBezTo>
                  <a:cubicBezTo>
                    <a:pt x="64632" y="79307"/>
                    <a:pt x="82383" y="61555"/>
                    <a:pt x="82464" y="39688"/>
                  </a:cubicBezTo>
                  <a:cubicBezTo>
                    <a:pt x="82464" y="23631"/>
                    <a:pt x="72781" y="9188"/>
                    <a:pt x="57935" y="3055"/>
                  </a:cubicBezTo>
                  <a:cubicBezTo>
                    <a:pt x="53042" y="996"/>
                    <a:pt x="47892" y="1"/>
                    <a:pt x="42782" y="1"/>
                  </a:cubicBezTo>
                  <a:close/>
                </a:path>
              </a:pathLst>
            </a:custGeom>
            <a:solidFill>
              <a:srgbClr val="134F5C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8"/>
            <p:cNvSpPr/>
            <p:nvPr/>
          </p:nvSpPr>
          <p:spPr>
            <a:xfrm rot="10800000" flipH="1">
              <a:off x="2909165" y="2694190"/>
              <a:ext cx="390126" cy="335038"/>
            </a:xfrm>
            <a:custGeom>
              <a:avLst/>
              <a:gdLst/>
              <a:ahLst/>
              <a:cxnLst/>
              <a:rect l="l" t="t" r="r" b="b"/>
              <a:pathLst>
                <a:path w="56725" h="48662" extrusionOk="0">
                  <a:moveTo>
                    <a:pt x="32437" y="3072"/>
                  </a:moveTo>
                  <a:cubicBezTo>
                    <a:pt x="44218" y="3072"/>
                    <a:pt x="53739" y="12593"/>
                    <a:pt x="53739" y="24374"/>
                  </a:cubicBezTo>
                  <a:cubicBezTo>
                    <a:pt x="53739" y="37154"/>
                    <a:pt x="43240" y="45646"/>
                    <a:pt x="32302" y="45646"/>
                  </a:cubicBezTo>
                  <a:cubicBezTo>
                    <a:pt x="27080" y="45646"/>
                    <a:pt x="21757" y="43711"/>
                    <a:pt x="17429" y="39382"/>
                  </a:cubicBezTo>
                  <a:cubicBezTo>
                    <a:pt x="4035" y="25988"/>
                    <a:pt x="13476" y="3072"/>
                    <a:pt x="32437" y="3072"/>
                  </a:cubicBezTo>
                  <a:close/>
                  <a:moveTo>
                    <a:pt x="32289" y="0"/>
                  </a:moveTo>
                  <a:cubicBezTo>
                    <a:pt x="26312" y="0"/>
                    <a:pt x="20215" y="2223"/>
                    <a:pt x="15251" y="7187"/>
                  </a:cubicBezTo>
                  <a:cubicBezTo>
                    <a:pt x="1" y="22438"/>
                    <a:pt x="10813" y="48662"/>
                    <a:pt x="32437" y="48662"/>
                  </a:cubicBezTo>
                  <a:cubicBezTo>
                    <a:pt x="45832" y="48662"/>
                    <a:pt x="56725" y="37769"/>
                    <a:pt x="56725" y="24374"/>
                  </a:cubicBezTo>
                  <a:cubicBezTo>
                    <a:pt x="56725" y="9697"/>
                    <a:pt x="44770" y="0"/>
                    <a:pt x="3228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8"/>
            <p:cNvSpPr/>
            <p:nvPr/>
          </p:nvSpPr>
          <p:spPr>
            <a:xfrm rot="10800000" flipH="1">
              <a:off x="3054005" y="2783076"/>
              <a:ext cx="156498" cy="157226"/>
            </a:xfrm>
            <a:custGeom>
              <a:avLst/>
              <a:gdLst/>
              <a:ahLst/>
              <a:cxnLst/>
              <a:rect l="l" t="t" r="r" b="b"/>
              <a:pathLst>
                <a:path w="22755" h="22836" extrusionOk="0">
                  <a:moveTo>
                    <a:pt x="11377" y="0"/>
                  </a:moveTo>
                  <a:cubicBezTo>
                    <a:pt x="5084" y="0"/>
                    <a:pt x="0" y="5164"/>
                    <a:pt x="0" y="11458"/>
                  </a:cubicBezTo>
                  <a:cubicBezTo>
                    <a:pt x="0" y="17752"/>
                    <a:pt x="5084" y="22835"/>
                    <a:pt x="11377" y="22835"/>
                  </a:cubicBezTo>
                  <a:cubicBezTo>
                    <a:pt x="17671" y="22835"/>
                    <a:pt x="22754" y="17752"/>
                    <a:pt x="22754" y="11458"/>
                  </a:cubicBezTo>
                  <a:cubicBezTo>
                    <a:pt x="22754" y="5164"/>
                    <a:pt x="17671" y="0"/>
                    <a:pt x="11377" y="0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8"/>
            <p:cNvSpPr/>
            <p:nvPr/>
          </p:nvSpPr>
          <p:spPr>
            <a:xfrm rot="10800000" flipH="1">
              <a:off x="3077389" y="2017943"/>
              <a:ext cx="109729" cy="109729"/>
            </a:xfrm>
            <a:custGeom>
              <a:avLst/>
              <a:gdLst/>
              <a:ahLst/>
              <a:cxnLst/>
              <a:rect l="l" t="t" r="r" b="b"/>
              <a:pathLst>
                <a:path w="13153" h="13153" extrusionOk="0">
                  <a:moveTo>
                    <a:pt x="6536" y="0"/>
                  </a:moveTo>
                  <a:cubicBezTo>
                    <a:pt x="2905" y="0"/>
                    <a:pt x="1" y="2905"/>
                    <a:pt x="1" y="6536"/>
                  </a:cubicBezTo>
                  <a:cubicBezTo>
                    <a:pt x="1" y="10248"/>
                    <a:pt x="2905" y="13153"/>
                    <a:pt x="6536" y="13153"/>
                  </a:cubicBezTo>
                  <a:cubicBezTo>
                    <a:pt x="10167" y="13153"/>
                    <a:pt x="13153" y="10248"/>
                    <a:pt x="13153" y="6536"/>
                  </a:cubicBezTo>
                  <a:cubicBezTo>
                    <a:pt x="13153" y="2905"/>
                    <a:pt x="10167" y="0"/>
                    <a:pt x="6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8"/>
            <p:cNvSpPr/>
            <p:nvPr/>
          </p:nvSpPr>
          <p:spPr>
            <a:xfrm rot="10800000">
              <a:off x="3120341" y="2107038"/>
              <a:ext cx="23825" cy="484937"/>
            </a:xfrm>
            <a:custGeom>
              <a:avLst/>
              <a:gdLst/>
              <a:ahLst/>
              <a:cxnLst/>
              <a:rect l="l" t="t" r="r" b="b"/>
              <a:pathLst>
                <a:path w="969" h="125876" extrusionOk="0">
                  <a:moveTo>
                    <a:pt x="0" y="0"/>
                  </a:moveTo>
                  <a:lnTo>
                    <a:pt x="0" y="125876"/>
                  </a:lnTo>
                  <a:lnTo>
                    <a:pt x="968" y="125876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8"/>
            <p:cNvSpPr/>
            <p:nvPr/>
          </p:nvSpPr>
          <p:spPr>
            <a:xfrm rot="10800000" flipH="1">
              <a:off x="2776539" y="2500860"/>
              <a:ext cx="356268" cy="356671"/>
            </a:xfrm>
            <a:custGeom>
              <a:avLst/>
              <a:gdLst/>
              <a:ahLst/>
              <a:cxnLst/>
              <a:rect l="l" t="t" r="r" b="b"/>
              <a:pathLst>
                <a:path w="51802" h="51804" extrusionOk="0">
                  <a:moveTo>
                    <a:pt x="0" y="1"/>
                  </a:moveTo>
                  <a:cubicBezTo>
                    <a:pt x="0" y="28646"/>
                    <a:pt x="23158" y="51803"/>
                    <a:pt x="51802" y="51803"/>
                  </a:cubicBezTo>
                  <a:lnTo>
                    <a:pt x="51802" y="50835"/>
                  </a:lnTo>
                  <a:cubicBezTo>
                    <a:pt x="23722" y="50754"/>
                    <a:pt x="1049" y="28081"/>
                    <a:pt x="1049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1" name="Google Shape;2321;p48"/>
          <p:cNvGrpSpPr/>
          <p:nvPr/>
        </p:nvGrpSpPr>
        <p:grpSpPr>
          <a:xfrm rot="10800000">
            <a:off x="4306864" y="2583862"/>
            <a:ext cx="628741" cy="1141066"/>
            <a:chOff x="2776539" y="2017943"/>
            <a:chExt cx="628741" cy="1116722"/>
          </a:xfrm>
        </p:grpSpPr>
        <p:sp>
          <p:nvSpPr>
            <p:cNvPr id="2322" name="Google Shape;2322;p48"/>
            <p:cNvSpPr/>
            <p:nvPr/>
          </p:nvSpPr>
          <p:spPr>
            <a:xfrm rot="10800000" flipH="1">
              <a:off x="2838134" y="2588636"/>
              <a:ext cx="567146" cy="546029"/>
            </a:xfrm>
            <a:custGeom>
              <a:avLst/>
              <a:gdLst/>
              <a:ahLst/>
              <a:cxnLst/>
              <a:rect l="l" t="t" r="r" b="b"/>
              <a:pathLst>
                <a:path w="82464" h="79307" extrusionOk="0">
                  <a:moveTo>
                    <a:pt x="42765" y="1038"/>
                  </a:moveTo>
                  <a:cubicBezTo>
                    <a:pt x="64067" y="1038"/>
                    <a:pt x="81415" y="18305"/>
                    <a:pt x="81415" y="39688"/>
                  </a:cubicBezTo>
                  <a:cubicBezTo>
                    <a:pt x="81415" y="55342"/>
                    <a:pt x="72055" y="69382"/>
                    <a:pt x="57531" y="75353"/>
                  </a:cubicBezTo>
                  <a:cubicBezTo>
                    <a:pt x="52724" y="77367"/>
                    <a:pt x="47676" y="78344"/>
                    <a:pt x="42672" y="78344"/>
                  </a:cubicBezTo>
                  <a:cubicBezTo>
                    <a:pt x="32640" y="78344"/>
                    <a:pt x="22787" y="74417"/>
                    <a:pt x="15412" y="67042"/>
                  </a:cubicBezTo>
                  <a:cubicBezTo>
                    <a:pt x="4358" y="55907"/>
                    <a:pt x="1049" y="39285"/>
                    <a:pt x="7020" y="24841"/>
                  </a:cubicBezTo>
                  <a:cubicBezTo>
                    <a:pt x="13072" y="10398"/>
                    <a:pt x="27112" y="1038"/>
                    <a:pt x="42765" y="1038"/>
                  </a:cubicBezTo>
                  <a:close/>
                  <a:moveTo>
                    <a:pt x="42782" y="1"/>
                  </a:moveTo>
                  <a:cubicBezTo>
                    <a:pt x="32470" y="1"/>
                    <a:pt x="22320" y="4055"/>
                    <a:pt x="14766" y="11608"/>
                  </a:cubicBezTo>
                  <a:cubicBezTo>
                    <a:pt x="3389" y="22985"/>
                    <a:pt x="0" y="40011"/>
                    <a:pt x="6133" y="54858"/>
                  </a:cubicBezTo>
                  <a:cubicBezTo>
                    <a:pt x="12265" y="69705"/>
                    <a:pt x="26708" y="79307"/>
                    <a:pt x="42765" y="79307"/>
                  </a:cubicBezTo>
                  <a:cubicBezTo>
                    <a:pt x="64632" y="79307"/>
                    <a:pt x="82383" y="61555"/>
                    <a:pt x="82464" y="39688"/>
                  </a:cubicBezTo>
                  <a:cubicBezTo>
                    <a:pt x="82464" y="23631"/>
                    <a:pt x="72781" y="9188"/>
                    <a:pt x="57935" y="3055"/>
                  </a:cubicBezTo>
                  <a:cubicBezTo>
                    <a:pt x="53042" y="996"/>
                    <a:pt x="47892" y="1"/>
                    <a:pt x="42782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8"/>
            <p:cNvSpPr/>
            <p:nvPr/>
          </p:nvSpPr>
          <p:spPr>
            <a:xfrm rot="10800000" flipH="1">
              <a:off x="2909165" y="2694190"/>
              <a:ext cx="390126" cy="335038"/>
            </a:xfrm>
            <a:custGeom>
              <a:avLst/>
              <a:gdLst/>
              <a:ahLst/>
              <a:cxnLst/>
              <a:rect l="l" t="t" r="r" b="b"/>
              <a:pathLst>
                <a:path w="56725" h="48662" extrusionOk="0">
                  <a:moveTo>
                    <a:pt x="32437" y="3072"/>
                  </a:moveTo>
                  <a:cubicBezTo>
                    <a:pt x="44218" y="3072"/>
                    <a:pt x="53739" y="12593"/>
                    <a:pt x="53739" y="24374"/>
                  </a:cubicBezTo>
                  <a:cubicBezTo>
                    <a:pt x="53739" y="37154"/>
                    <a:pt x="43240" y="45646"/>
                    <a:pt x="32302" y="45646"/>
                  </a:cubicBezTo>
                  <a:cubicBezTo>
                    <a:pt x="27080" y="45646"/>
                    <a:pt x="21757" y="43711"/>
                    <a:pt x="17429" y="39382"/>
                  </a:cubicBezTo>
                  <a:cubicBezTo>
                    <a:pt x="4035" y="25988"/>
                    <a:pt x="13476" y="3072"/>
                    <a:pt x="32437" y="3072"/>
                  </a:cubicBezTo>
                  <a:close/>
                  <a:moveTo>
                    <a:pt x="32289" y="0"/>
                  </a:moveTo>
                  <a:cubicBezTo>
                    <a:pt x="26312" y="0"/>
                    <a:pt x="20215" y="2223"/>
                    <a:pt x="15251" y="7187"/>
                  </a:cubicBezTo>
                  <a:cubicBezTo>
                    <a:pt x="1" y="22438"/>
                    <a:pt x="10813" y="48662"/>
                    <a:pt x="32437" y="48662"/>
                  </a:cubicBezTo>
                  <a:cubicBezTo>
                    <a:pt x="45832" y="48662"/>
                    <a:pt x="56725" y="37769"/>
                    <a:pt x="56725" y="24374"/>
                  </a:cubicBezTo>
                  <a:cubicBezTo>
                    <a:pt x="56725" y="9697"/>
                    <a:pt x="44770" y="0"/>
                    <a:pt x="3228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8"/>
            <p:cNvSpPr/>
            <p:nvPr/>
          </p:nvSpPr>
          <p:spPr>
            <a:xfrm rot="10800000" flipH="1">
              <a:off x="3054005" y="2783076"/>
              <a:ext cx="156498" cy="157226"/>
            </a:xfrm>
            <a:custGeom>
              <a:avLst/>
              <a:gdLst/>
              <a:ahLst/>
              <a:cxnLst/>
              <a:rect l="l" t="t" r="r" b="b"/>
              <a:pathLst>
                <a:path w="22755" h="22836" extrusionOk="0">
                  <a:moveTo>
                    <a:pt x="11377" y="0"/>
                  </a:moveTo>
                  <a:cubicBezTo>
                    <a:pt x="5084" y="0"/>
                    <a:pt x="0" y="5164"/>
                    <a:pt x="0" y="11458"/>
                  </a:cubicBezTo>
                  <a:cubicBezTo>
                    <a:pt x="0" y="17752"/>
                    <a:pt x="5084" y="22835"/>
                    <a:pt x="11377" y="22835"/>
                  </a:cubicBezTo>
                  <a:cubicBezTo>
                    <a:pt x="17671" y="22835"/>
                    <a:pt x="22754" y="17752"/>
                    <a:pt x="22754" y="11458"/>
                  </a:cubicBezTo>
                  <a:cubicBezTo>
                    <a:pt x="22754" y="5164"/>
                    <a:pt x="17671" y="0"/>
                    <a:pt x="11377" y="0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8"/>
            <p:cNvSpPr/>
            <p:nvPr/>
          </p:nvSpPr>
          <p:spPr>
            <a:xfrm rot="10800000" flipH="1">
              <a:off x="3077389" y="2017943"/>
              <a:ext cx="109729" cy="109729"/>
            </a:xfrm>
            <a:custGeom>
              <a:avLst/>
              <a:gdLst/>
              <a:ahLst/>
              <a:cxnLst/>
              <a:rect l="l" t="t" r="r" b="b"/>
              <a:pathLst>
                <a:path w="13153" h="13153" extrusionOk="0">
                  <a:moveTo>
                    <a:pt x="6536" y="0"/>
                  </a:moveTo>
                  <a:cubicBezTo>
                    <a:pt x="2905" y="0"/>
                    <a:pt x="1" y="2905"/>
                    <a:pt x="1" y="6536"/>
                  </a:cubicBezTo>
                  <a:cubicBezTo>
                    <a:pt x="1" y="10248"/>
                    <a:pt x="2905" y="13153"/>
                    <a:pt x="6536" y="13153"/>
                  </a:cubicBezTo>
                  <a:cubicBezTo>
                    <a:pt x="10167" y="13153"/>
                    <a:pt x="13153" y="10248"/>
                    <a:pt x="13153" y="6536"/>
                  </a:cubicBezTo>
                  <a:cubicBezTo>
                    <a:pt x="13153" y="2905"/>
                    <a:pt x="10167" y="0"/>
                    <a:pt x="6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8"/>
            <p:cNvSpPr/>
            <p:nvPr/>
          </p:nvSpPr>
          <p:spPr>
            <a:xfrm rot="10800000">
              <a:off x="3120341" y="2107038"/>
              <a:ext cx="23825" cy="484937"/>
            </a:xfrm>
            <a:custGeom>
              <a:avLst/>
              <a:gdLst/>
              <a:ahLst/>
              <a:cxnLst/>
              <a:rect l="l" t="t" r="r" b="b"/>
              <a:pathLst>
                <a:path w="969" h="125876" extrusionOk="0">
                  <a:moveTo>
                    <a:pt x="0" y="0"/>
                  </a:moveTo>
                  <a:lnTo>
                    <a:pt x="0" y="125876"/>
                  </a:lnTo>
                  <a:lnTo>
                    <a:pt x="968" y="125876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8"/>
            <p:cNvSpPr/>
            <p:nvPr/>
          </p:nvSpPr>
          <p:spPr>
            <a:xfrm rot="10800000" flipH="1">
              <a:off x="2776539" y="2500860"/>
              <a:ext cx="356268" cy="356671"/>
            </a:xfrm>
            <a:custGeom>
              <a:avLst/>
              <a:gdLst/>
              <a:ahLst/>
              <a:cxnLst/>
              <a:rect l="l" t="t" r="r" b="b"/>
              <a:pathLst>
                <a:path w="51802" h="51804" extrusionOk="0">
                  <a:moveTo>
                    <a:pt x="0" y="1"/>
                  </a:moveTo>
                  <a:cubicBezTo>
                    <a:pt x="0" y="28646"/>
                    <a:pt x="23158" y="51803"/>
                    <a:pt x="51802" y="51803"/>
                  </a:cubicBezTo>
                  <a:lnTo>
                    <a:pt x="51802" y="50835"/>
                  </a:lnTo>
                  <a:cubicBezTo>
                    <a:pt x="23722" y="50754"/>
                    <a:pt x="1049" y="28081"/>
                    <a:pt x="1049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8" name="Google Shape;2328;p48"/>
          <p:cNvGrpSpPr/>
          <p:nvPr/>
        </p:nvGrpSpPr>
        <p:grpSpPr>
          <a:xfrm rot="10800000">
            <a:off x="7121539" y="2583862"/>
            <a:ext cx="628741" cy="1141066"/>
            <a:chOff x="2776539" y="2017943"/>
            <a:chExt cx="628741" cy="1116722"/>
          </a:xfrm>
        </p:grpSpPr>
        <p:sp>
          <p:nvSpPr>
            <p:cNvPr id="2329" name="Google Shape;2329;p48"/>
            <p:cNvSpPr/>
            <p:nvPr/>
          </p:nvSpPr>
          <p:spPr>
            <a:xfrm rot="10800000" flipH="1">
              <a:off x="2838134" y="2588636"/>
              <a:ext cx="567146" cy="546029"/>
            </a:xfrm>
            <a:custGeom>
              <a:avLst/>
              <a:gdLst/>
              <a:ahLst/>
              <a:cxnLst/>
              <a:rect l="l" t="t" r="r" b="b"/>
              <a:pathLst>
                <a:path w="82464" h="79307" extrusionOk="0">
                  <a:moveTo>
                    <a:pt x="42765" y="1038"/>
                  </a:moveTo>
                  <a:cubicBezTo>
                    <a:pt x="64067" y="1038"/>
                    <a:pt x="81415" y="18305"/>
                    <a:pt x="81415" y="39688"/>
                  </a:cubicBezTo>
                  <a:cubicBezTo>
                    <a:pt x="81415" y="55342"/>
                    <a:pt x="72055" y="69382"/>
                    <a:pt x="57531" y="75353"/>
                  </a:cubicBezTo>
                  <a:cubicBezTo>
                    <a:pt x="52724" y="77367"/>
                    <a:pt x="47676" y="78344"/>
                    <a:pt x="42672" y="78344"/>
                  </a:cubicBezTo>
                  <a:cubicBezTo>
                    <a:pt x="32640" y="78344"/>
                    <a:pt x="22787" y="74417"/>
                    <a:pt x="15412" y="67042"/>
                  </a:cubicBezTo>
                  <a:cubicBezTo>
                    <a:pt x="4358" y="55907"/>
                    <a:pt x="1049" y="39285"/>
                    <a:pt x="7020" y="24841"/>
                  </a:cubicBezTo>
                  <a:cubicBezTo>
                    <a:pt x="13072" y="10398"/>
                    <a:pt x="27112" y="1038"/>
                    <a:pt x="42765" y="1038"/>
                  </a:cubicBezTo>
                  <a:close/>
                  <a:moveTo>
                    <a:pt x="42782" y="1"/>
                  </a:moveTo>
                  <a:cubicBezTo>
                    <a:pt x="32470" y="1"/>
                    <a:pt x="22320" y="4055"/>
                    <a:pt x="14766" y="11608"/>
                  </a:cubicBezTo>
                  <a:cubicBezTo>
                    <a:pt x="3389" y="22985"/>
                    <a:pt x="0" y="40011"/>
                    <a:pt x="6133" y="54858"/>
                  </a:cubicBezTo>
                  <a:cubicBezTo>
                    <a:pt x="12265" y="69705"/>
                    <a:pt x="26708" y="79307"/>
                    <a:pt x="42765" y="79307"/>
                  </a:cubicBezTo>
                  <a:cubicBezTo>
                    <a:pt x="64632" y="79307"/>
                    <a:pt x="82383" y="61555"/>
                    <a:pt x="82464" y="39688"/>
                  </a:cubicBezTo>
                  <a:cubicBezTo>
                    <a:pt x="82464" y="23631"/>
                    <a:pt x="72781" y="9188"/>
                    <a:pt x="57935" y="3055"/>
                  </a:cubicBezTo>
                  <a:cubicBezTo>
                    <a:pt x="53042" y="996"/>
                    <a:pt x="47892" y="1"/>
                    <a:pt x="42782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8"/>
            <p:cNvSpPr/>
            <p:nvPr/>
          </p:nvSpPr>
          <p:spPr>
            <a:xfrm rot="10800000" flipH="1">
              <a:off x="2909165" y="2694190"/>
              <a:ext cx="390126" cy="335038"/>
            </a:xfrm>
            <a:custGeom>
              <a:avLst/>
              <a:gdLst/>
              <a:ahLst/>
              <a:cxnLst/>
              <a:rect l="l" t="t" r="r" b="b"/>
              <a:pathLst>
                <a:path w="56725" h="48662" extrusionOk="0">
                  <a:moveTo>
                    <a:pt x="32437" y="3072"/>
                  </a:moveTo>
                  <a:cubicBezTo>
                    <a:pt x="44218" y="3072"/>
                    <a:pt x="53739" y="12593"/>
                    <a:pt x="53739" y="24374"/>
                  </a:cubicBezTo>
                  <a:cubicBezTo>
                    <a:pt x="53739" y="37154"/>
                    <a:pt x="43240" y="45646"/>
                    <a:pt x="32302" y="45646"/>
                  </a:cubicBezTo>
                  <a:cubicBezTo>
                    <a:pt x="27080" y="45646"/>
                    <a:pt x="21757" y="43711"/>
                    <a:pt x="17429" y="39382"/>
                  </a:cubicBezTo>
                  <a:cubicBezTo>
                    <a:pt x="4035" y="25988"/>
                    <a:pt x="13476" y="3072"/>
                    <a:pt x="32437" y="3072"/>
                  </a:cubicBezTo>
                  <a:close/>
                  <a:moveTo>
                    <a:pt x="32289" y="0"/>
                  </a:moveTo>
                  <a:cubicBezTo>
                    <a:pt x="26312" y="0"/>
                    <a:pt x="20215" y="2223"/>
                    <a:pt x="15251" y="7187"/>
                  </a:cubicBezTo>
                  <a:cubicBezTo>
                    <a:pt x="1" y="22438"/>
                    <a:pt x="10813" y="48662"/>
                    <a:pt x="32437" y="48662"/>
                  </a:cubicBezTo>
                  <a:cubicBezTo>
                    <a:pt x="45832" y="48662"/>
                    <a:pt x="56725" y="37769"/>
                    <a:pt x="56725" y="24374"/>
                  </a:cubicBezTo>
                  <a:cubicBezTo>
                    <a:pt x="56725" y="9697"/>
                    <a:pt x="44770" y="0"/>
                    <a:pt x="3228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8"/>
            <p:cNvSpPr/>
            <p:nvPr/>
          </p:nvSpPr>
          <p:spPr>
            <a:xfrm rot="10800000" flipH="1">
              <a:off x="3054005" y="2783076"/>
              <a:ext cx="156498" cy="157226"/>
            </a:xfrm>
            <a:custGeom>
              <a:avLst/>
              <a:gdLst/>
              <a:ahLst/>
              <a:cxnLst/>
              <a:rect l="l" t="t" r="r" b="b"/>
              <a:pathLst>
                <a:path w="22755" h="22836" extrusionOk="0">
                  <a:moveTo>
                    <a:pt x="11377" y="0"/>
                  </a:moveTo>
                  <a:cubicBezTo>
                    <a:pt x="5084" y="0"/>
                    <a:pt x="0" y="5164"/>
                    <a:pt x="0" y="11458"/>
                  </a:cubicBezTo>
                  <a:cubicBezTo>
                    <a:pt x="0" y="17752"/>
                    <a:pt x="5084" y="22835"/>
                    <a:pt x="11377" y="22835"/>
                  </a:cubicBezTo>
                  <a:cubicBezTo>
                    <a:pt x="17671" y="22835"/>
                    <a:pt x="22754" y="17752"/>
                    <a:pt x="22754" y="11458"/>
                  </a:cubicBezTo>
                  <a:cubicBezTo>
                    <a:pt x="22754" y="5164"/>
                    <a:pt x="17671" y="0"/>
                    <a:pt x="11377" y="0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8"/>
            <p:cNvSpPr/>
            <p:nvPr/>
          </p:nvSpPr>
          <p:spPr>
            <a:xfrm rot="10800000" flipH="1">
              <a:off x="3077389" y="2017943"/>
              <a:ext cx="109729" cy="109729"/>
            </a:xfrm>
            <a:custGeom>
              <a:avLst/>
              <a:gdLst/>
              <a:ahLst/>
              <a:cxnLst/>
              <a:rect l="l" t="t" r="r" b="b"/>
              <a:pathLst>
                <a:path w="13153" h="13153" extrusionOk="0">
                  <a:moveTo>
                    <a:pt x="6536" y="0"/>
                  </a:moveTo>
                  <a:cubicBezTo>
                    <a:pt x="2905" y="0"/>
                    <a:pt x="1" y="2905"/>
                    <a:pt x="1" y="6536"/>
                  </a:cubicBezTo>
                  <a:cubicBezTo>
                    <a:pt x="1" y="10248"/>
                    <a:pt x="2905" y="13153"/>
                    <a:pt x="6536" y="13153"/>
                  </a:cubicBezTo>
                  <a:cubicBezTo>
                    <a:pt x="10167" y="13153"/>
                    <a:pt x="13153" y="10248"/>
                    <a:pt x="13153" y="6536"/>
                  </a:cubicBezTo>
                  <a:cubicBezTo>
                    <a:pt x="13153" y="2905"/>
                    <a:pt x="10167" y="0"/>
                    <a:pt x="6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8"/>
            <p:cNvSpPr/>
            <p:nvPr/>
          </p:nvSpPr>
          <p:spPr>
            <a:xfrm rot="10800000">
              <a:off x="3120341" y="2107038"/>
              <a:ext cx="23825" cy="484937"/>
            </a:xfrm>
            <a:custGeom>
              <a:avLst/>
              <a:gdLst/>
              <a:ahLst/>
              <a:cxnLst/>
              <a:rect l="l" t="t" r="r" b="b"/>
              <a:pathLst>
                <a:path w="969" h="125876" extrusionOk="0">
                  <a:moveTo>
                    <a:pt x="0" y="0"/>
                  </a:moveTo>
                  <a:lnTo>
                    <a:pt x="0" y="125876"/>
                  </a:lnTo>
                  <a:lnTo>
                    <a:pt x="968" y="125876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8"/>
            <p:cNvSpPr/>
            <p:nvPr/>
          </p:nvSpPr>
          <p:spPr>
            <a:xfrm rot="10800000" flipH="1">
              <a:off x="2776539" y="2500860"/>
              <a:ext cx="356268" cy="356671"/>
            </a:xfrm>
            <a:custGeom>
              <a:avLst/>
              <a:gdLst/>
              <a:ahLst/>
              <a:cxnLst/>
              <a:rect l="l" t="t" r="r" b="b"/>
              <a:pathLst>
                <a:path w="51802" h="51804" extrusionOk="0">
                  <a:moveTo>
                    <a:pt x="0" y="1"/>
                  </a:moveTo>
                  <a:cubicBezTo>
                    <a:pt x="0" y="28646"/>
                    <a:pt x="23158" y="51803"/>
                    <a:pt x="51802" y="51803"/>
                  </a:cubicBezTo>
                  <a:lnTo>
                    <a:pt x="51802" y="50835"/>
                  </a:lnTo>
                  <a:cubicBezTo>
                    <a:pt x="23722" y="50754"/>
                    <a:pt x="1049" y="28081"/>
                    <a:pt x="1049" y="1"/>
                  </a:cubicBez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49"/>
          <p:cNvSpPr txBox="1">
            <a:spLocks noGrp="1"/>
          </p:cNvSpPr>
          <p:nvPr>
            <p:ph type="title"/>
          </p:nvPr>
        </p:nvSpPr>
        <p:spPr>
          <a:xfrm>
            <a:off x="713225" y="1588538"/>
            <a:ext cx="7704000" cy="143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234,000</a:t>
            </a:r>
            <a:endParaRPr/>
          </a:p>
        </p:txBody>
      </p:sp>
      <p:sp>
        <p:nvSpPr>
          <p:cNvPr id="2340" name="Google Shape;2340;p49"/>
          <p:cNvSpPr txBox="1">
            <a:spLocks noGrp="1"/>
          </p:cNvSpPr>
          <p:nvPr>
            <p:ph type="subTitle" idx="1"/>
          </p:nvPr>
        </p:nvSpPr>
        <p:spPr>
          <a:xfrm>
            <a:off x="720000" y="2988347"/>
            <a:ext cx="77040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numbers catch your audience’s attention!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50"/>
          <p:cNvSpPr txBox="1">
            <a:spLocks noGrp="1"/>
          </p:cNvSpPr>
          <p:nvPr>
            <p:ph type="title"/>
          </p:nvPr>
        </p:nvSpPr>
        <p:spPr>
          <a:xfrm>
            <a:off x="3272900" y="696650"/>
            <a:ext cx="4571100" cy="8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24h 37m</a:t>
            </a:r>
            <a:endParaRPr/>
          </a:p>
        </p:txBody>
      </p:sp>
      <p:sp>
        <p:nvSpPr>
          <p:cNvPr id="2346" name="Google Shape;2346;p50"/>
          <p:cNvSpPr txBox="1">
            <a:spLocks noGrp="1"/>
          </p:cNvSpPr>
          <p:nvPr>
            <p:ph type="subTitle" idx="1"/>
          </p:nvPr>
        </p:nvSpPr>
        <p:spPr>
          <a:xfrm>
            <a:off x="3272900" y="1292800"/>
            <a:ext cx="4571100" cy="4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earths is the Sun’s mass</a:t>
            </a:r>
            <a:endParaRPr/>
          </a:p>
        </p:txBody>
      </p:sp>
      <p:sp>
        <p:nvSpPr>
          <p:cNvPr id="2347" name="Google Shape;2347;p50"/>
          <p:cNvSpPr txBox="1">
            <a:spLocks noGrp="1"/>
          </p:cNvSpPr>
          <p:nvPr>
            <p:ph type="title" idx="2"/>
          </p:nvPr>
        </p:nvSpPr>
        <p:spPr>
          <a:xfrm>
            <a:off x="3272900" y="2053899"/>
            <a:ext cx="45711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$234,000</a:t>
            </a:r>
            <a:endParaRPr/>
          </a:p>
        </p:txBody>
      </p:sp>
      <p:sp>
        <p:nvSpPr>
          <p:cNvPr id="2348" name="Google Shape;2348;p50"/>
          <p:cNvSpPr txBox="1">
            <a:spLocks noGrp="1"/>
          </p:cNvSpPr>
          <p:nvPr>
            <p:ph type="subTitle" idx="3"/>
          </p:nvPr>
        </p:nvSpPr>
        <p:spPr>
          <a:xfrm>
            <a:off x="3272900" y="2651273"/>
            <a:ext cx="4571100" cy="4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Jupiter’s rotation period</a:t>
            </a:r>
            <a:endParaRPr/>
          </a:p>
        </p:txBody>
      </p:sp>
      <p:grpSp>
        <p:nvGrpSpPr>
          <p:cNvPr id="2349" name="Google Shape;2349;p50"/>
          <p:cNvGrpSpPr/>
          <p:nvPr/>
        </p:nvGrpSpPr>
        <p:grpSpPr>
          <a:xfrm>
            <a:off x="2139227" y="772007"/>
            <a:ext cx="809666" cy="808769"/>
            <a:chOff x="5823294" y="2309751"/>
            <a:chExt cx="315327" cy="314978"/>
          </a:xfrm>
        </p:grpSpPr>
        <p:sp>
          <p:nvSpPr>
            <p:cNvPr id="2350" name="Google Shape;2350;p50"/>
            <p:cNvSpPr/>
            <p:nvPr/>
          </p:nvSpPr>
          <p:spPr>
            <a:xfrm>
              <a:off x="5823294" y="2309751"/>
              <a:ext cx="315327" cy="314978"/>
            </a:xfrm>
            <a:custGeom>
              <a:avLst/>
              <a:gdLst/>
              <a:ahLst/>
              <a:cxnLst/>
              <a:rect l="l" t="t" r="r" b="b"/>
              <a:pathLst>
                <a:path w="9930" h="9919" extrusionOk="0">
                  <a:moveTo>
                    <a:pt x="4953" y="0"/>
                  </a:moveTo>
                  <a:cubicBezTo>
                    <a:pt x="3632" y="0"/>
                    <a:pt x="2381" y="524"/>
                    <a:pt x="1465" y="1465"/>
                  </a:cubicBezTo>
                  <a:cubicBezTo>
                    <a:pt x="524" y="2405"/>
                    <a:pt x="0" y="3656"/>
                    <a:pt x="0" y="4965"/>
                  </a:cubicBezTo>
                  <a:cubicBezTo>
                    <a:pt x="0" y="6275"/>
                    <a:pt x="524" y="7537"/>
                    <a:pt x="1465" y="8466"/>
                  </a:cubicBezTo>
                  <a:cubicBezTo>
                    <a:pt x="2393" y="9394"/>
                    <a:pt x="3643" y="9918"/>
                    <a:pt x="4953" y="9918"/>
                  </a:cubicBezTo>
                  <a:cubicBezTo>
                    <a:pt x="6263" y="9918"/>
                    <a:pt x="7537" y="9394"/>
                    <a:pt x="8454" y="8466"/>
                  </a:cubicBezTo>
                  <a:cubicBezTo>
                    <a:pt x="9394" y="7525"/>
                    <a:pt x="9918" y="6275"/>
                    <a:pt x="9918" y="4965"/>
                  </a:cubicBezTo>
                  <a:cubicBezTo>
                    <a:pt x="9930" y="4858"/>
                    <a:pt x="9930" y="4775"/>
                    <a:pt x="9930" y="4680"/>
                  </a:cubicBezTo>
                  <a:cubicBezTo>
                    <a:pt x="9930" y="4613"/>
                    <a:pt x="9869" y="4547"/>
                    <a:pt x="9803" y="4547"/>
                  </a:cubicBezTo>
                  <a:cubicBezTo>
                    <a:pt x="9798" y="4547"/>
                    <a:pt x="9792" y="4548"/>
                    <a:pt x="9787" y="4549"/>
                  </a:cubicBezTo>
                  <a:cubicBezTo>
                    <a:pt x="9704" y="4549"/>
                    <a:pt x="9632" y="4620"/>
                    <a:pt x="9644" y="4691"/>
                  </a:cubicBezTo>
                  <a:lnTo>
                    <a:pt x="9644" y="4953"/>
                  </a:lnTo>
                  <a:cubicBezTo>
                    <a:pt x="9644" y="6204"/>
                    <a:pt x="9156" y="7358"/>
                    <a:pt x="8275" y="8251"/>
                  </a:cubicBezTo>
                  <a:cubicBezTo>
                    <a:pt x="7394" y="9144"/>
                    <a:pt x="6227" y="9621"/>
                    <a:pt x="4977" y="9621"/>
                  </a:cubicBezTo>
                  <a:cubicBezTo>
                    <a:pt x="3727" y="9621"/>
                    <a:pt x="2560" y="9132"/>
                    <a:pt x="1667" y="8251"/>
                  </a:cubicBezTo>
                  <a:cubicBezTo>
                    <a:pt x="774" y="7370"/>
                    <a:pt x="298" y="6204"/>
                    <a:pt x="298" y="4953"/>
                  </a:cubicBezTo>
                  <a:cubicBezTo>
                    <a:pt x="298" y="3703"/>
                    <a:pt x="786" y="2536"/>
                    <a:pt x="1667" y="1643"/>
                  </a:cubicBezTo>
                  <a:cubicBezTo>
                    <a:pt x="2548" y="750"/>
                    <a:pt x="3727" y="274"/>
                    <a:pt x="4977" y="274"/>
                  </a:cubicBezTo>
                  <a:cubicBezTo>
                    <a:pt x="6072" y="274"/>
                    <a:pt x="7144" y="667"/>
                    <a:pt x="7977" y="1382"/>
                  </a:cubicBezTo>
                  <a:cubicBezTo>
                    <a:pt x="8811" y="2072"/>
                    <a:pt x="9382" y="3048"/>
                    <a:pt x="9561" y="4120"/>
                  </a:cubicBezTo>
                  <a:cubicBezTo>
                    <a:pt x="9572" y="4185"/>
                    <a:pt x="9632" y="4241"/>
                    <a:pt x="9697" y="4241"/>
                  </a:cubicBezTo>
                  <a:cubicBezTo>
                    <a:pt x="9703" y="4241"/>
                    <a:pt x="9709" y="4240"/>
                    <a:pt x="9716" y="4239"/>
                  </a:cubicBezTo>
                  <a:cubicBezTo>
                    <a:pt x="9799" y="4215"/>
                    <a:pt x="9858" y="4144"/>
                    <a:pt x="9835" y="4072"/>
                  </a:cubicBezTo>
                  <a:cubicBezTo>
                    <a:pt x="9632" y="2941"/>
                    <a:pt x="9037" y="1917"/>
                    <a:pt x="8156" y="1167"/>
                  </a:cubicBezTo>
                  <a:cubicBezTo>
                    <a:pt x="7263" y="405"/>
                    <a:pt x="6132" y="0"/>
                    <a:pt x="49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0"/>
            <p:cNvSpPr/>
            <p:nvPr/>
          </p:nvSpPr>
          <p:spPr>
            <a:xfrm>
              <a:off x="5846348" y="2332805"/>
              <a:ext cx="268457" cy="268489"/>
            </a:xfrm>
            <a:custGeom>
              <a:avLst/>
              <a:gdLst/>
              <a:ahLst/>
              <a:cxnLst/>
              <a:rect l="l" t="t" r="r" b="b"/>
              <a:pathLst>
                <a:path w="8454" h="8455" extrusionOk="0">
                  <a:moveTo>
                    <a:pt x="4227" y="1"/>
                  </a:moveTo>
                  <a:cubicBezTo>
                    <a:pt x="3632" y="1"/>
                    <a:pt x="3060" y="120"/>
                    <a:pt x="2501" y="370"/>
                  </a:cubicBezTo>
                  <a:cubicBezTo>
                    <a:pt x="1989" y="608"/>
                    <a:pt x="1512" y="929"/>
                    <a:pt x="1120" y="1358"/>
                  </a:cubicBezTo>
                  <a:cubicBezTo>
                    <a:pt x="1060" y="1418"/>
                    <a:pt x="1072" y="1513"/>
                    <a:pt x="1131" y="1572"/>
                  </a:cubicBezTo>
                  <a:cubicBezTo>
                    <a:pt x="1158" y="1599"/>
                    <a:pt x="1192" y="1611"/>
                    <a:pt x="1227" y="1611"/>
                  </a:cubicBezTo>
                  <a:cubicBezTo>
                    <a:pt x="1270" y="1611"/>
                    <a:pt x="1313" y="1593"/>
                    <a:pt x="1346" y="1560"/>
                  </a:cubicBezTo>
                  <a:cubicBezTo>
                    <a:pt x="1715" y="1156"/>
                    <a:pt x="2155" y="846"/>
                    <a:pt x="2644" y="632"/>
                  </a:cubicBezTo>
                  <a:cubicBezTo>
                    <a:pt x="3144" y="405"/>
                    <a:pt x="3679" y="286"/>
                    <a:pt x="4251" y="286"/>
                  </a:cubicBezTo>
                  <a:cubicBezTo>
                    <a:pt x="6418" y="286"/>
                    <a:pt x="8192" y="2060"/>
                    <a:pt x="8192" y="4239"/>
                  </a:cubicBezTo>
                  <a:cubicBezTo>
                    <a:pt x="8192" y="6406"/>
                    <a:pt x="6418" y="8180"/>
                    <a:pt x="4251" y="8180"/>
                  </a:cubicBezTo>
                  <a:cubicBezTo>
                    <a:pt x="2072" y="8180"/>
                    <a:pt x="298" y="6406"/>
                    <a:pt x="298" y="4239"/>
                  </a:cubicBezTo>
                  <a:cubicBezTo>
                    <a:pt x="298" y="3465"/>
                    <a:pt x="524" y="2703"/>
                    <a:pt x="965" y="2060"/>
                  </a:cubicBezTo>
                  <a:cubicBezTo>
                    <a:pt x="1001" y="1989"/>
                    <a:pt x="989" y="1882"/>
                    <a:pt x="917" y="1846"/>
                  </a:cubicBezTo>
                  <a:cubicBezTo>
                    <a:pt x="893" y="1827"/>
                    <a:pt x="862" y="1818"/>
                    <a:pt x="830" y="1818"/>
                  </a:cubicBezTo>
                  <a:cubicBezTo>
                    <a:pt x="781" y="1818"/>
                    <a:pt x="731" y="1839"/>
                    <a:pt x="703" y="1882"/>
                  </a:cubicBezTo>
                  <a:cubicBezTo>
                    <a:pt x="250" y="2584"/>
                    <a:pt x="0" y="3394"/>
                    <a:pt x="0" y="4227"/>
                  </a:cubicBezTo>
                  <a:cubicBezTo>
                    <a:pt x="0" y="5358"/>
                    <a:pt x="453" y="6406"/>
                    <a:pt x="1239" y="7216"/>
                  </a:cubicBezTo>
                  <a:cubicBezTo>
                    <a:pt x="2048" y="8014"/>
                    <a:pt x="3096" y="8454"/>
                    <a:pt x="4227" y="8454"/>
                  </a:cubicBezTo>
                  <a:cubicBezTo>
                    <a:pt x="5358" y="8454"/>
                    <a:pt x="6418" y="8002"/>
                    <a:pt x="7227" y="7216"/>
                  </a:cubicBezTo>
                  <a:cubicBezTo>
                    <a:pt x="8025" y="6430"/>
                    <a:pt x="8454" y="5358"/>
                    <a:pt x="8454" y="4227"/>
                  </a:cubicBezTo>
                  <a:cubicBezTo>
                    <a:pt x="8454" y="3096"/>
                    <a:pt x="8013" y="2037"/>
                    <a:pt x="7227" y="1227"/>
                  </a:cubicBezTo>
                  <a:cubicBezTo>
                    <a:pt x="6418" y="429"/>
                    <a:pt x="5358" y="1"/>
                    <a:pt x="42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50"/>
            <p:cNvSpPr/>
            <p:nvPr/>
          </p:nvSpPr>
          <p:spPr>
            <a:xfrm>
              <a:off x="5869402" y="2462111"/>
              <a:ext cx="15909" cy="9495"/>
            </a:xfrm>
            <a:custGeom>
              <a:avLst/>
              <a:gdLst/>
              <a:ahLst/>
              <a:cxnLst/>
              <a:rect l="l" t="t" r="r" b="b"/>
              <a:pathLst>
                <a:path w="501" h="299" extrusionOk="0">
                  <a:moveTo>
                    <a:pt x="144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27"/>
                    <a:pt x="60" y="298"/>
                    <a:pt x="144" y="298"/>
                  </a:cubicBezTo>
                  <a:lnTo>
                    <a:pt x="358" y="298"/>
                  </a:lnTo>
                  <a:cubicBezTo>
                    <a:pt x="429" y="298"/>
                    <a:pt x="501" y="239"/>
                    <a:pt x="501" y="155"/>
                  </a:cubicBezTo>
                  <a:cubicBezTo>
                    <a:pt x="501" y="60"/>
                    <a:pt x="441" y="1"/>
                    <a:pt x="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50"/>
            <p:cNvSpPr/>
            <p:nvPr/>
          </p:nvSpPr>
          <p:spPr>
            <a:xfrm>
              <a:off x="5976416" y="2354748"/>
              <a:ext cx="116858" cy="116858"/>
            </a:xfrm>
            <a:custGeom>
              <a:avLst/>
              <a:gdLst/>
              <a:ahLst/>
              <a:cxnLst/>
              <a:rect l="l" t="t" r="r" b="b"/>
              <a:pathLst>
                <a:path w="3680" h="3680" extrusionOk="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lnTo>
                    <a:pt x="0" y="3536"/>
                  </a:lnTo>
                  <a:cubicBezTo>
                    <a:pt x="0" y="3608"/>
                    <a:pt x="60" y="3679"/>
                    <a:pt x="155" y="3679"/>
                  </a:cubicBezTo>
                  <a:lnTo>
                    <a:pt x="3536" y="3679"/>
                  </a:lnTo>
                  <a:cubicBezTo>
                    <a:pt x="3608" y="3679"/>
                    <a:pt x="3679" y="3620"/>
                    <a:pt x="3679" y="3536"/>
                  </a:cubicBezTo>
                  <a:cubicBezTo>
                    <a:pt x="3679" y="3441"/>
                    <a:pt x="3620" y="3382"/>
                    <a:pt x="3536" y="3382"/>
                  </a:cubicBezTo>
                  <a:lnTo>
                    <a:pt x="298" y="3382"/>
                  </a:lnTo>
                  <a:lnTo>
                    <a:pt x="298" y="155"/>
                  </a:lnTo>
                  <a:cubicBezTo>
                    <a:pt x="298" y="84"/>
                    <a:pt x="238" y="0"/>
                    <a:pt x="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50"/>
            <p:cNvSpPr/>
            <p:nvPr/>
          </p:nvSpPr>
          <p:spPr>
            <a:xfrm>
              <a:off x="5976416" y="2562679"/>
              <a:ext cx="9463" cy="16290"/>
            </a:xfrm>
            <a:custGeom>
              <a:avLst/>
              <a:gdLst/>
              <a:ahLst/>
              <a:cxnLst/>
              <a:rect l="l" t="t" r="r" b="b"/>
              <a:pathLst>
                <a:path w="298" h="513" extrusionOk="0">
                  <a:moveTo>
                    <a:pt x="155" y="1"/>
                  </a:moveTo>
                  <a:cubicBezTo>
                    <a:pt x="60" y="1"/>
                    <a:pt x="0" y="60"/>
                    <a:pt x="0" y="155"/>
                  </a:cubicBezTo>
                  <a:lnTo>
                    <a:pt x="0" y="358"/>
                  </a:lnTo>
                  <a:cubicBezTo>
                    <a:pt x="0" y="441"/>
                    <a:pt x="60" y="513"/>
                    <a:pt x="155" y="513"/>
                  </a:cubicBezTo>
                  <a:cubicBezTo>
                    <a:pt x="238" y="513"/>
                    <a:pt x="298" y="453"/>
                    <a:pt x="298" y="358"/>
                  </a:cubicBezTo>
                  <a:lnTo>
                    <a:pt x="298" y="155"/>
                  </a:lnTo>
                  <a:cubicBezTo>
                    <a:pt x="298" y="84"/>
                    <a:pt x="238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50"/>
            <p:cNvSpPr/>
            <p:nvPr/>
          </p:nvSpPr>
          <p:spPr>
            <a:xfrm>
              <a:off x="5900395" y="2386217"/>
              <a:ext cx="15179" cy="13909"/>
            </a:xfrm>
            <a:custGeom>
              <a:avLst/>
              <a:gdLst/>
              <a:ahLst/>
              <a:cxnLst/>
              <a:rect l="l" t="t" r="r" b="b"/>
              <a:pathLst>
                <a:path w="478" h="438" extrusionOk="0">
                  <a:moveTo>
                    <a:pt x="168" y="0"/>
                  </a:moveTo>
                  <a:cubicBezTo>
                    <a:pt x="129" y="0"/>
                    <a:pt x="90" y="15"/>
                    <a:pt x="61" y="45"/>
                  </a:cubicBezTo>
                  <a:cubicBezTo>
                    <a:pt x="1" y="105"/>
                    <a:pt x="1" y="188"/>
                    <a:pt x="61" y="247"/>
                  </a:cubicBezTo>
                  <a:lnTo>
                    <a:pt x="215" y="402"/>
                  </a:lnTo>
                  <a:cubicBezTo>
                    <a:pt x="239" y="426"/>
                    <a:pt x="275" y="438"/>
                    <a:pt x="311" y="438"/>
                  </a:cubicBezTo>
                  <a:cubicBezTo>
                    <a:pt x="358" y="438"/>
                    <a:pt x="394" y="426"/>
                    <a:pt x="418" y="402"/>
                  </a:cubicBezTo>
                  <a:cubicBezTo>
                    <a:pt x="477" y="343"/>
                    <a:pt x="477" y="247"/>
                    <a:pt x="418" y="188"/>
                  </a:cubicBezTo>
                  <a:lnTo>
                    <a:pt x="275" y="45"/>
                  </a:lnTo>
                  <a:cubicBezTo>
                    <a:pt x="245" y="15"/>
                    <a:pt x="206" y="0"/>
                    <a:pt x="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0"/>
            <p:cNvSpPr/>
            <p:nvPr/>
          </p:nvSpPr>
          <p:spPr>
            <a:xfrm>
              <a:off x="6047484" y="2533655"/>
              <a:ext cx="15147" cy="13940"/>
            </a:xfrm>
            <a:custGeom>
              <a:avLst/>
              <a:gdLst/>
              <a:ahLst/>
              <a:cxnLst/>
              <a:rect l="l" t="t" r="r" b="b"/>
              <a:pathLst>
                <a:path w="477" h="439" extrusionOk="0">
                  <a:moveTo>
                    <a:pt x="161" y="1"/>
                  </a:moveTo>
                  <a:cubicBezTo>
                    <a:pt x="126" y="1"/>
                    <a:pt x="90" y="16"/>
                    <a:pt x="60" y="46"/>
                  </a:cubicBezTo>
                  <a:cubicBezTo>
                    <a:pt x="1" y="93"/>
                    <a:pt x="1" y="188"/>
                    <a:pt x="60" y="248"/>
                  </a:cubicBezTo>
                  <a:lnTo>
                    <a:pt x="203" y="391"/>
                  </a:lnTo>
                  <a:cubicBezTo>
                    <a:pt x="239" y="427"/>
                    <a:pt x="262" y="438"/>
                    <a:pt x="310" y="438"/>
                  </a:cubicBezTo>
                  <a:cubicBezTo>
                    <a:pt x="358" y="438"/>
                    <a:pt x="382" y="427"/>
                    <a:pt x="417" y="391"/>
                  </a:cubicBezTo>
                  <a:cubicBezTo>
                    <a:pt x="477" y="343"/>
                    <a:pt x="477" y="248"/>
                    <a:pt x="417" y="188"/>
                  </a:cubicBezTo>
                  <a:lnTo>
                    <a:pt x="262" y="46"/>
                  </a:lnTo>
                  <a:cubicBezTo>
                    <a:pt x="233" y="16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0"/>
            <p:cNvSpPr/>
            <p:nvPr/>
          </p:nvSpPr>
          <p:spPr>
            <a:xfrm>
              <a:off x="6047484" y="2386217"/>
              <a:ext cx="15147" cy="13909"/>
            </a:xfrm>
            <a:custGeom>
              <a:avLst/>
              <a:gdLst/>
              <a:ahLst/>
              <a:cxnLst/>
              <a:rect l="l" t="t" r="r" b="b"/>
              <a:pathLst>
                <a:path w="477" h="438" extrusionOk="0">
                  <a:moveTo>
                    <a:pt x="310" y="0"/>
                  </a:moveTo>
                  <a:cubicBezTo>
                    <a:pt x="271" y="0"/>
                    <a:pt x="233" y="15"/>
                    <a:pt x="203" y="45"/>
                  </a:cubicBezTo>
                  <a:lnTo>
                    <a:pt x="60" y="188"/>
                  </a:lnTo>
                  <a:cubicBezTo>
                    <a:pt x="1" y="247"/>
                    <a:pt x="1" y="343"/>
                    <a:pt x="60" y="402"/>
                  </a:cubicBezTo>
                  <a:cubicBezTo>
                    <a:pt x="84" y="426"/>
                    <a:pt x="120" y="438"/>
                    <a:pt x="167" y="438"/>
                  </a:cubicBezTo>
                  <a:cubicBezTo>
                    <a:pt x="203" y="438"/>
                    <a:pt x="239" y="426"/>
                    <a:pt x="262" y="402"/>
                  </a:cubicBezTo>
                  <a:lnTo>
                    <a:pt x="417" y="247"/>
                  </a:lnTo>
                  <a:cubicBezTo>
                    <a:pt x="477" y="188"/>
                    <a:pt x="477" y="105"/>
                    <a:pt x="417" y="45"/>
                  </a:cubicBezTo>
                  <a:cubicBezTo>
                    <a:pt x="387" y="15"/>
                    <a:pt x="349" y="0"/>
                    <a:pt x="3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0"/>
            <p:cNvSpPr/>
            <p:nvPr/>
          </p:nvSpPr>
          <p:spPr>
            <a:xfrm>
              <a:off x="5900395" y="2533655"/>
              <a:ext cx="15179" cy="13940"/>
            </a:xfrm>
            <a:custGeom>
              <a:avLst/>
              <a:gdLst/>
              <a:ahLst/>
              <a:cxnLst/>
              <a:rect l="l" t="t" r="r" b="b"/>
              <a:pathLst>
                <a:path w="478" h="439" extrusionOk="0">
                  <a:moveTo>
                    <a:pt x="316" y="1"/>
                  </a:moveTo>
                  <a:cubicBezTo>
                    <a:pt x="281" y="1"/>
                    <a:pt x="245" y="16"/>
                    <a:pt x="215" y="46"/>
                  </a:cubicBezTo>
                  <a:lnTo>
                    <a:pt x="61" y="188"/>
                  </a:lnTo>
                  <a:cubicBezTo>
                    <a:pt x="1" y="248"/>
                    <a:pt x="1" y="343"/>
                    <a:pt x="61" y="403"/>
                  </a:cubicBezTo>
                  <a:cubicBezTo>
                    <a:pt x="96" y="427"/>
                    <a:pt x="120" y="438"/>
                    <a:pt x="168" y="438"/>
                  </a:cubicBezTo>
                  <a:cubicBezTo>
                    <a:pt x="215" y="438"/>
                    <a:pt x="239" y="427"/>
                    <a:pt x="275" y="403"/>
                  </a:cubicBezTo>
                  <a:lnTo>
                    <a:pt x="418" y="248"/>
                  </a:lnTo>
                  <a:cubicBezTo>
                    <a:pt x="477" y="188"/>
                    <a:pt x="477" y="105"/>
                    <a:pt x="418" y="46"/>
                  </a:cubicBezTo>
                  <a:cubicBezTo>
                    <a:pt x="388" y="16"/>
                    <a:pt x="352" y="1"/>
                    <a:pt x="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50"/>
            <p:cNvSpPr/>
            <p:nvPr/>
          </p:nvSpPr>
          <p:spPr>
            <a:xfrm>
              <a:off x="5877341" y="2420639"/>
              <a:ext cx="16671" cy="11654"/>
            </a:xfrm>
            <a:custGeom>
              <a:avLst/>
              <a:gdLst/>
              <a:ahLst/>
              <a:cxnLst/>
              <a:rect l="l" t="t" r="r" b="b"/>
              <a:pathLst>
                <a:path w="525" h="367" extrusionOk="0">
                  <a:moveTo>
                    <a:pt x="167" y="0"/>
                  </a:moveTo>
                  <a:cubicBezTo>
                    <a:pt x="106" y="0"/>
                    <a:pt x="52" y="29"/>
                    <a:pt x="25" y="92"/>
                  </a:cubicBezTo>
                  <a:cubicBezTo>
                    <a:pt x="1" y="164"/>
                    <a:pt x="25" y="247"/>
                    <a:pt x="108" y="283"/>
                  </a:cubicBezTo>
                  <a:lnTo>
                    <a:pt x="298" y="354"/>
                  </a:lnTo>
                  <a:cubicBezTo>
                    <a:pt x="310" y="366"/>
                    <a:pt x="346" y="366"/>
                    <a:pt x="358" y="366"/>
                  </a:cubicBezTo>
                  <a:cubicBezTo>
                    <a:pt x="417" y="366"/>
                    <a:pt x="465" y="342"/>
                    <a:pt x="489" y="283"/>
                  </a:cubicBezTo>
                  <a:cubicBezTo>
                    <a:pt x="525" y="187"/>
                    <a:pt x="489" y="116"/>
                    <a:pt x="417" y="92"/>
                  </a:cubicBezTo>
                  <a:lnTo>
                    <a:pt x="227" y="9"/>
                  </a:lnTo>
                  <a:cubicBezTo>
                    <a:pt x="207" y="3"/>
                    <a:pt x="186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50"/>
            <p:cNvSpPr/>
            <p:nvPr/>
          </p:nvSpPr>
          <p:spPr>
            <a:xfrm>
              <a:off x="6068665" y="2501519"/>
              <a:ext cx="16671" cy="11654"/>
            </a:xfrm>
            <a:custGeom>
              <a:avLst/>
              <a:gdLst/>
              <a:ahLst/>
              <a:cxnLst/>
              <a:rect l="l" t="t" r="r" b="b"/>
              <a:pathLst>
                <a:path w="525" h="367" extrusionOk="0">
                  <a:moveTo>
                    <a:pt x="170" y="1"/>
                  </a:moveTo>
                  <a:cubicBezTo>
                    <a:pt x="112" y="1"/>
                    <a:pt x="54" y="28"/>
                    <a:pt x="36" y="81"/>
                  </a:cubicBezTo>
                  <a:cubicBezTo>
                    <a:pt x="0" y="165"/>
                    <a:pt x="36" y="248"/>
                    <a:pt x="107" y="284"/>
                  </a:cubicBezTo>
                  <a:lnTo>
                    <a:pt x="298" y="355"/>
                  </a:lnTo>
                  <a:cubicBezTo>
                    <a:pt x="310" y="367"/>
                    <a:pt x="346" y="367"/>
                    <a:pt x="357" y="367"/>
                  </a:cubicBezTo>
                  <a:cubicBezTo>
                    <a:pt x="417" y="367"/>
                    <a:pt x="465" y="343"/>
                    <a:pt x="488" y="284"/>
                  </a:cubicBezTo>
                  <a:cubicBezTo>
                    <a:pt x="524" y="200"/>
                    <a:pt x="488" y="117"/>
                    <a:pt x="417" y="81"/>
                  </a:cubicBezTo>
                  <a:lnTo>
                    <a:pt x="226" y="10"/>
                  </a:lnTo>
                  <a:cubicBezTo>
                    <a:pt x="209" y="4"/>
                    <a:pt x="189" y="1"/>
                    <a:pt x="1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50"/>
            <p:cNvSpPr/>
            <p:nvPr/>
          </p:nvSpPr>
          <p:spPr>
            <a:xfrm>
              <a:off x="6015729" y="2363353"/>
              <a:ext cx="12893" cy="15623"/>
            </a:xfrm>
            <a:custGeom>
              <a:avLst/>
              <a:gdLst/>
              <a:ahLst/>
              <a:cxnLst/>
              <a:rect l="l" t="t" r="r" b="b"/>
              <a:pathLst>
                <a:path w="406" h="492" extrusionOk="0">
                  <a:moveTo>
                    <a:pt x="237" y="1"/>
                  </a:moveTo>
                  <a:cubicBezTo>
                    <a:pt x="181" y="1"/>
                    <a:pt x="125" y="34"/>
                    <a:pt x="108" y="86"/>
                  </a:cubicBezTo>
                  <a:lnTo>
                    <a:pt x="36" y="277"/>
                  </a:lnTo>
                  <a:cubicBezTo>
                    <a:pt x="0" y="360"/>
                    <a:pt x="36" y="444"/>
                    <a:pt x="108" y="479"/>
                  </a:cubicBezTo>
                  <a:cubicBezTo>
                    <a:pt x="119" y="479"/>
                    <a:pt x="131" y="491"/>
                    <a:pt x="167" y="491"/>
                  </a:cubicBezTo>
                  <a:cubicBezTo>
                    <a:pt x="227" y="491"/>
                    <a:pt x="274" y="467"/>
                    <a:pt x="298" y="396"/>
                  </a:cubicBezTo>
                  <a:lnTo>
                    <a:pt x="369" y="205"/>
                  </a:lnTo>
                  <a:cubicBezTo>
                    <a:pt x="405" y="134"/>
                    <a:pt x="369" y="39"/>
                    <a:pt x="298" y="15"/>
                  </a:cubicBezTo>
                  <a:cubicBezTo>
                    <a:pt x="279" y="5"/>
                    <a:pt x="258" y="1"/>
                    <a:pt x="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50"/>
            <p:cNvSpPr/>
            <p:nvPr/>
          </p:nvSpPr>
          <p:spPr>
            <a:xfrm>
              <a:off x="5934055" y="2554836"/>
              <a:ext cx="13274" cy="15433"/>
            </a:xfrm>
            <a:custGeom>
              <a:avLst/>
              <a:gdLst/>
              <a:ahLst/>
              <a:cxnLst/>
              <a:rect l="l" t="t" r="r" b="b"/>
              <a:pathLst>
                <a:path w="418" h="486" extrusionOk="0">
                  <a:moveTo>
                    <a:pt x="255" y="1"/>
                  </a:moveTo>
                  <a:cubicBezTo>
                    <a:pt x="197" y="1"/>
                    <a:pt x="138" y="30"/>
                    <a:pt x="120" y="93"/>
                  </a:cubicBezTo>
                  <a:lnTo>
                    <a:pt x="48" y="283"/>
                  </a:lnTo>
                  <a:cubicBezTo>
                    <a:pt x="1" y="355"/>
                    <a:pt x="48" y="450"/>
                    <a:pt x="120" y="474"/>
                  </a:cubicBezTo>
                  <a:cubicBezTo>
                    <a:pt x="132" y="486"/>
                    <a:pt x="167" y="486"/>
                    <a:pt x="179" y="486"/>
                  </a:cubicBezTo>
                  <a:cubicBezTo>
                    <a:pt x="239" y="486"/>
                    <a:pt x="286" y="462"/>
                    <a:pt x="310" y="402"/>
                  </a:cubicBezTo>
                  <a:lnTo>
                    <a:pt x="382" y="212"/>
                  </a:lnTo>
                  <a:cubicBezTo>
                    <a:pt x="417" y="129"/>
                    <a:pt x="382" y="45"/>
                    <a:pt x="310" y="10"/>
                  </a:cubicBezTo>
                  <a:cubicBezTo>
                    <a:pt x="293" y="4"/>
                    <a:pt x="274" y="1"/>
                    <a:pt x="2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50"/>
            <p:cNvSpPr/>
            <p:nvPr/>
          </p:nvSpPr>
          <p:spPr>
            <a:xfrm>
              <a:off x="5935960" y="2362401"/>
              <a:ext cx="12861" cy="15814"/>
            </a:xfrm>
            <a:custGeom>
              <a:avLst/>
              <a:gdLst/>
              <a:ahLst/>
              <a:cxnLst/>
              <a:rect l="l" t="t" r="r" b="b"/>
              <a:pathLst>
                <a:path w="405" h="498" extrusionOk="0">
                  <a:moveTo>
                    <a:pt x="161" y="1"/>
                  </a:moveTo>
                  <a:cubicBezTo>
                    <a:pt x="143" y="1"/>
                    <a:pt x="125" y="3"/>
                    <a:pt x="107" y="9"/>
                  </a:cubicBezTo>
                  <a:cubicBezTo>
                    <a:pt x="24" y="45"/>
                    <a:pt x="0" y="128"/>
                    <a:pt x="24" y="212"/>
                  </a:cubicBezTo>
                  <a:lnTo>
                    <a:pt x="107" y="402"/>
                  </a:lnTo>
                  <a:cubicBezTo>
                    <a:pt x="131" y="462"/>
                    <a:pt x="191" y="497"/>
                    <a:pt x="238" y="497"/>
                  </a:cubicBezTo>
                  <a:cubicBezTo>
                    <a:pt x="250" y="497"/>
                    <a:pt x="262" y="497"/>
                    <a:pt x="298" y="474"/>
                  </a:cubicBezTo>
                  <a:cubicBezTo>
                    <a:pt x="369" y="450"/>
                    <a:pt x="405" y="355"/>
                    <a:pt x="369" y="283"/>
                  </a:cubicBezTo>
                  <a:lnTo>
                    <a:pt x="298" y="93"/>
                  </a:lnTo>
                  <a:cubicBezTo>
                    <a:pt x="271" y="29"/>
                    <a:pt x="216" y="1"/>
                    <a:pt x="1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50"/>
            <p:cNvSpPr/>
            <p:nvPr/>
          </p:nvSpPr>
          <p:spPr>
            <a:xfrm>
              <a:off x="6013824" y="2555820"/>
              <a:ext cx="12893" cy="15592"/>
            </a:xfrm>
            <a:custGeom>
              <a:avLst/>
              <a:gdLst/>
              <a:ahLst/>
              <a:cxnLst/>
              <a:rect l="l" t="t" r="r" b="b"/>
              <a:pathLst>
                <a:path w="406" h="491" extrusionOk="0">
                  <a:moveTo>
                    <a:pt x="167" y="0"/>
                  </a:moveTo>
                  <a:cubicBezTo>
                    <a:pt x="147" y="0"/>
                    <a:pt x="127" y="5"/>
                    <a:pt x="108" y="14"/>
                  </a:cubicBezTo>
                  <a:cubicBezTo>
                    <a:pt x="37" y="38"/>
                    <a:pt x="1" y="133"/>
                    <a:pt x="37" y="205"/>
                  </a:cubicBezTo>
                  <a:lnTo>
                    <a:pt x="108" y="395"/>
                  </a:lnTo>
                  <a:cubicBezTo>
                    <a:pt x="132" y="455"/>
                    <a:pt x="179" y="491"/>
                    <a:pt x="239" y="491"/>
                  </a:cubicBezTo>
                  <a:cubicBezTo>
                    <a:pt x="251" y="491"/>
                    <a:pt x="275" y="491"/>
                    <a:pt x="299" y="479"/>
                  </a:cubicBezTo>
                  <a:cubicBezTo>
                    <a:pt x="370" y="443"/>
                    <a:pt x="406" y="360"/>
                    <a:pt x="370" y="276"/>
                  </a:cubicBezTo>
                  <a:lnTo>
                    <a:pt x="299" y="86"/>
                  </a:lnTo>
                  <a:cubicBezTo>
                    <a:pt x="272" y="33"/>
                    <a:pt x="221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0"/>
            <p:cNvSpPr/>
            <p:nvPr/>
          </p:nvSpPr>
          <p:spPr>
            <a:xfrm>
              <a:off x="6069776" y="2422132"/>
              <a:ext cx="16290" cy="11654"/>
            </a:xfrm>
            <a:custGeom>
              <a:avLst/>
              <a:gdLst/>
              <a:ahLst/>
              <a:cxnLst/>
              <a:rect l="l" t="t" r="r" b="b"/>
              <a:pathLst>
                <a:path w="513" h="367" extrusionOk="0">
                  <a:moveTo>
                    <a:pt x="354" y="1"/>
                  </a:moveTo>
                  <a:cubicBezTo>
                    <a:pt x="335" y="1"/>
                    <a:pt x="316" y="3"/>
                    <a:pt x="299" y="9"/>
                  </a:cubicBezTo>
                  <a:lnTo>
                    <a:pt x="96" y="81"/>
                  </a:lnTo>
                  <a:cubicBezTo>
                    <a:pt x="25" y="117"/>
                    <a:pt x="1" y="200"/>
                    <a:pt x="25" y="283"/>
                  </a:cubicBezTo>
                  <a:cubicBezTo>
                    <a:pt x="37" y="343"/>
                    <a:pt x="96" y="367"/>
                    <a:pt x="156" y="367"/>
                  </a:cubicBezTo>
                  <a:cubicBezTo>
                    <a:pt x="180" y="367"/>
                    <a:pt x="191" y="367"/>
                    <a:pt x="215" y="355"/>
                  </a:cubicBezTo>
                  <a:lnTo>
                    <a:pt x="418" y="283"/>
                  </a:lnTo>
                  <a:cubicBezTo>
                    <a:pt x="489" y="248"/>
                    <a:pt x="513" y="164"/>
                    <a:pt x="489" y="81"/>
                  </a:cubicBezTo>
                  <a:cubicBezTo>
                    <a:pt x="462" y="27"/>
                    <a:pt x="409" y="1"/>
                    <a:pt x="3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50"/>
            <p:cNvSpPr/>
            <p:nvPr/>
          </p:nvSpPr>
          <p:spPr>
            <a:xfrm>
              <a:off x="5876960" y="2500027"/>
              <a:ext cx="16290" cy="11654"/>
            </a:xfrm>
            <a:custGeom>
              <a:avLst/>
              <a:gdLst/>
              <a:ahLst/>
              <a:cxnLst/>
              <a:rect l="l" t="t" r="r" b="b"/>
              <a:pathLst>
                <a:path w="513" h="367" extrusionOk="0">
                  <a:moveTo>
                    <a:pt x="352" y="0"/>
                  </a:moveTo>
                  <a:cubicBezTo>
                    <a:pt x="334" y="0"/>
                    <a:pt x="316" y="3"/>
                    <a:pt x="298" y="9"/>
                  </a:cubicBezTo>
                  <a:lnTo>
                    <a:pt x="96" y="92"/>
                  </a:lnTo>
                  <a:cubicBezTo>
                    <a:pt x="25" y="116"/>
                    <a:pt x="1" y="212"/>
                    <a:pt x="25" y="283"/>
                  </a:cubicBezTo>
                  <a:cubicBezTo>
                    <a:pt x="60" y="343"/>
                    <a:pt x="96" y="366"/>
                    <a:pt x="156" y="366"/>
                  </a:cubicBezTo>
                  <a:cubicBezTo>
                    <a:pt x="179" y="366"/>
                    <a:pt x="191" y="366"/>
                    <a:pt x="215" y="354"/>
                  </a:cubicBezTo>
                  <a:lnTo>
                    <a:pt x="418" y="283"/>
                  </a:lnTo>
                  <a:cubicBezTo>
                    <a:pt x="489" y="247"/>
                    <a:pt x="513" y="164"/>
                    <a:pt x="489" y="92"/>
                  </a:cubicBezTo>
                  <a:cubicBezTo>
                    <a:pt x="462" y="29"/>
                    <a:pt x="408" y="0"/>
                    <a:pt x="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7" name="Google Shape;2367;p50"/>
          <p:cNvGrpSpPr/>
          <p:nvPr/>
        </p:nvGrpSpPr>
        <p:grpSpPr>
          <a:xfrm>
            <a:off x="2120658" y="2126580"/>
            <a:ext cx="846802" cy="809990"/>
            <a:chOff x="7390435" y="3680868"/>
            <a:chExt cx="372073" cy="355243"/>
          </a:xfrm>
        </p:grpSpPr>
        <p:sp>
          <p:nvSpPr>
            <p:cNvPr id="2368" name="Google Shape;2368;p50"/>
            <p:cNvSpPr/>
            <p:nvPr/>
          </p:nvSpPr>
          <p:spPr>
            <a:xfrm>
              <a:off x="7390435" y="3744950"/>
              <a:ext cx="294178" cy="291162"/>
            </a:xfrm>
            <a:custGeom>
              <a:avLst/>
              <a:gdLst/>
              <a:ahLst/>
              <a:cxnLst/>
              <a:rect l="l" t="t" r="r" b="b"/>
              <a:pathLst>
                <a:path w="9264" h="9169" extrusionOk="0">
                  <a:moveTo>
                    <a:pt x="4668" y="0"/>
                  </a:moveTo>
                  <a:cubicBezTo>
                    <a:pt x="3441" y="0"/>
                    <a:pt x="2287" y="477"/>
                    <a:pt x="1417" y="1334"/>
                  </a:cubicBezTo>
                  <a:cubicBezTo>
                    <a:pt x="1358" y="1393"/>
                    <a:pt x="1358" y="1501"/>
                    <a:pt x="1417" y="1572"/>
                  </a:cubicBezTo>
                  <a:cubicBezTo>
                    <a:pt x="1447" y="1602"/>
                    <a:pt x="1489" y="1617"/>
                    <a:pt x="1532" y="1617"/>
                  </a:cubicBezTo>
                  <a:cubicBezTo>
                    <a:pt x="1575" y="1617"/>
                    <a:pt x="1620" y="1602"/>
                    <a:pt x="1655" y="1572"/>
                  </a:cubicBezTo>
                  <a:cubicBezTo>
                    <a:pt x="2465" y="774"/>
                    <a:pt x="3537" y="322"/>
                    <a:pt x="4668" y="322"/>
                  </a:cubicBezTo>
                  <a:cubicBezTo>
                    <a:pt x="5799" y="322"/>
                    <a:pt x="6870" y="774"/>
                    <a:pt x="7668" y="1572"/>
                  </a:cubicBezTo>
                  <a:cubicBezTo>
                    <a:pt x="8478" y="2382"/>
                    <a:pt x="8918" y="3453"/>
                    <a:pt x="8918" y="4584"/>
                  </a:cubicBezTo>
                  <a:cubicBezTo>
                    <a:pt x="8918" y="5715"/>
                    <a:pt x="8478" y="6787"/>
                    <a:pt x="7668" y="7585"/>
                  </a:cubicBezTo>
                  <a:cubicBezTo>
                    <a:pt x="6841" y="8412"/>
                    <a:pt x="5751" y="8826"/>
                    <a:pt x="4662" y="8826"/>
                  </a:cubicBezTo>
                  <a:cubicBezTo>
                    <a:pt x="3572" y="8826"/>
                    <a:pt x="2483" y="8412"/>
                    <a:pt x="1655" y="7585"/>
                  </a:cubicBezTo>
                  <a:cubicBezTo>
                    <a:pt x="953" y="6882"/>
                    <a:pt x="524" y="5965"/>
                    <a:pt x="441" y="4977"/>
                  </a:cubicBezTo>
                  <a:cubicBezTo>
                    <a:pt x="346" y="4013"/>
                    <a:pt x="596" y="3037"/>
                    <a:pt x="1132" y="2227"/>
                  </a:cubicBezTo>
                  <a:cubicBezTo>
                    <a:pt x="1179" y="2155"/>
                    <a:pt x="1167" y="2048"/>
                    <a:pt x="1096" y="1989"/>
                  </a:cubicBezTo>
                  <a:cubicBezTo>
                    <a:pt x="1066" y="1972"/>
                    <a:pt x="1035" y="1964"/>
                    <a:pt x="1005" y="1964"/>
                  </a:cubicBezTo>
                  <a:cubicBezTo>
                    <a:pt x="950" y="1964"/>
                    <a:pt x="896" y="1990"/>
                    <a:pt x="858" y="2036"/>
                  </a:cubicBezTo>
                  <a:cubicBezTo>
                    <a:pt x="274" y="2894"/>
                    <a:pt x="1" y="3953"/>
                    <a:pt x="108" y="5013"/>
                  </a:cubicBezTo>
                  <a:cubicBezTo>
                    <a:pt x="215" y="6073"/>
                    <a:pt x="679" y="7085"/>
                    <a:pt x="1429" y="7823"/>
                  </a:cubicBezTo>
                  <a:cubicBezTo>
                    <a:pt x="2322" y="8716"/>
                    <a:pt x="3501" y="9168"/>
                    <a:pt x="4680" y="9168"/>
                  </a:cubicBezTo>
                  <a:cubicBezTo>
                    <a:pt x="5858" y="9168"/>
                    <a:pt x="7025" y="8716"/>
                    <a:pt x="7918" y="7823"/>
                  </a:cubicBezTo>
                  <a:cubicBezTo>
                    <a:pt x="8787" y="6966"/>
                    <a:pt x="9264" y="5799"/>
                    <a:pt x="9264" y="4584"/>
                  </a:cubicBezTo>
                  <a:cubicBezTo>
                    <a:pt x="9264" y="3358"/>
                    <a:pt x="8787" y="2203"/>
                    <a:pt x="7906" y="1334"/>
                  </a:cubicBezTo>
                  <a:cubicBezTo>
                    <a:pt x="7049" y="477"/>
                    <a:pt x="5882" y="0"/>
                    <a:pt x="46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50"/>
            <p:cNvSpPr/>
            <p:nvPr/>
          </p:nvSpPr>
          <p:spPr>
            <a:xfrm>
              <a:off x="7408948" y="3772259"/>
              <a:ext cx="259407" cy="236257"/>
            </a:xfrm>
            <a:custGeom>
              <a:avLst/>
              <a:gdLst/>
              <a:ahLst/>
              <a:cxnLst/>
              <a:rect l="l" t="t" r="r" b="b"/>
              <a:pathLst>
                <a:path w="8169" h="7440" extrusionOk="0">
                  <a:moveTo>
                    <a:pt x="4085" y="319"/>
                  </a:moveTo>
                  <a:cubicBezTo>
                    <a:pt x="4942" y="319"/>
                    <a:pt x="5823" y="653"/>
                    <a:pt x="6478" y="1319"/>
                  </a:cubicBezTo>
                  <a:cubicBezTo>
                    <a:pt x="7800" y="2653"/>
                    <a:pt x="7800" y="4796"/>
                    <a:pt x="6478" y="6117"/>
                  </a:cubicBezTo>
                  <a:cubicBezTo>
                    <a:pt x="5817" y="6778"/>
                    <a:pt x="4951" y="7109"/>
                    <a:pt x="4083" y="7109"/>
                  </a:cubicBezTo>
                  <a:cubicBezTo>
                    <a:pt x="3216" y="7109"/>
                    <a:pt x="2346" y="6778"/>
                    <a:pt x="1680" y="6117"/>
                  </a:cubicBezTo>
                  <a:cubicBezTo>
                    <a:pt x="358" y="4796"/>
                    <a:pt x="358" y="2653"/>
                    <a:pt x="1680" y="1319"/>
                  </a:cubicBezTo>
                  <a:cubicBezTo>
                    <a:pt x="2335" y="664"/>
                    <a:pt x="3216" y="319"/>
                    <a:pt x="4085" y="319"/>
                  </a:cubicBezTo>
                  <a:close/>
                  <a:moveTo>
                    <a:pt x="4088" y="1"/>
                  </a:moveTo>
                  <a:cubicBezTo>
                    <a:pt x="3132" y="1"/>
                    <a:pt x="2174" y="361"/>
                    <a:pt x="1442" y="1081"/>
                  </a:cubicBezTo>
                  <a:cubicBezTo>
                    <a:pt x="1" y="2534"/>
                    <a:pt x="1" y="4891"/>
                    <a:pt x="1442" y="6356"/>
                  </a:cubicBezTo>
                  <a:cubicBezTo>
                    <a:pt x="2180" y="7082"/>
                    <a:pt x="3120" y="7439"/>
                    <a:pt x="4085" y="7439"/>
                  </a:cubicBezTo>
                  <a:cubicBezTo>
                    <a:pt x="5037" y="7439"/>
                    <a:pt x="5978" y="7082"/>
                    <a:pt x="6716" y="6356"/>
                  </a:cubicBezTo>
                  <a:cubicBezTo>
                    <a:pt x="8169" y="4891"/>
                    <a:pt x="8169" y="2546"/>
                    <a:pt x="6716" y="1081"/>
                  </a:cubicBezTo>
                  <a:cubicBezTo>
                    <a:pt x="5996" y="361"/>
                    <a:pt x="5043" y="1"/>
                    <a:pt x="40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50"/>
            <p:cNvSpPr/>
            <p:nvPr/>
          </p:nvSpPr>
          <p:spPr>
            <a:xfrm>
              <a:off x="7487986" y="3680868"/>
              <a:ext cx="274522" cy="259565"/>
            </a:xfrm>
            <a:custGeom>
              <a:avLst/>
              <a:gdLst/>
              <a:ahLst/>
              <a:cxnLst/>
              <a:rect l="l" t="t" r="r" b="b"/>
              <a:pathLst>
                <a:path w="8645" h="8174" extrusionOk="0">
                  <a:moveTo>
                    <a:pt x="3614" y="0"/>
                  </a:moveTo>
                  <a:cubicBezTo>
                    <a:pt x="2438" y="0"/>
                    <a:pt x="1262" y="447"/>
                    <a:pt x="369" y="1340"/>
                  </a:cubicBezTo>
                  <a:cubicBezTo>
                    <a:pt x="262" y="1447"/>
                    <a:pt x="167" y="1566"/>
                    <a:pt x="60" y="1685"/>
                  </a:cubicBezTo>
                  <a:cubicBezTo>
                    <a:pt x="0" y="1756"/>
                    <a:pt x="12" y="1864"/>
                    <a:pt x="84" y="1923"/>
                  </a:cubicBezTo>
                  <a:cubicBezTo>
                    <a:pt x="118" y="1948"/>
                    <a:pt x="155" y="1960"/>
                    <a:pt x="191" y="1960"/>
                  </a:cubicBezTo>
                  <a:cubicBezTo>
                    <a:pt x="240" y="1960"/>
                    <a:pt x="287" y="1936"/>
                    <a:pt x="322" y="1887"/>
                  </a:cubicBezTo>
                  <a:cubicBezTo>
                    <a:pt x="417" y="1792"/>
                    <a:pt x="500" y="1685"/>
                    <a:pt x="608" y="1578"/>
                  </a:cubicBezTo>
                  <a:cubicBezTo>
                    <a:pt x="1435" y="750"/>
                    <a:pt x="2524" y="337"/>
                    <a:pt x="3614" y="337"/>
                  </a:cubicBezTo>
                  <a:cubicBezTo>
                    <a:pt x="4703" y="337"/>
                    <a:pt x="5793" y="750"/>
                    <a:pt x="6620" y="1578"/>
                  </a:cubicBezTo>
                  <a:cubicBezTo>
                    <a:pt x="8275" y="3233"/>
                    <a:pt x="8275" y="5936"/>
                    <a:pt x="6620" y="7591"/>
                  </a:cubicBezTo>
                  <a:cubicBezTo>
                    <a:pt x="6513" y="7698"/>
                    <a:pt x="6418" y="7781"/>
                    <a:pt x="6311" y="7876"/>
                  </a:cubicBezTo>
                  <a:cubicBezTo>
                    <a:pt x="6239" y="7936"/>
                    <a:pt x="6215" y="8043"/>
                    <a:pt x="6275" y="8114"/>
                  </a:cubicBezTo>
                  <a:cubicBezTo>
                    <a:pt x="6311" y="8162"/>
                    <a:pt x="6358" y="8174"/>
                    <a:pt x="6418" y="8174"/>
                  </a:cubicBezTo>
                  <a:cubicBezTo>
                    <a:pt x="6454" y="8174"/>
                    <a:pt x="6489" y="8162"/>
                    <a:pt x="6513" y="8126"/>
                  </a:cubicBezTo>
                  <a:cubicBezTo>
                    <a:pt x="6632" y="8043"/>
                    <a:pt x="6751" y="7936"/>
                    <a:pt x="6858" y="7817"/>
                  </a:cubicBezTo>
                  <a:cubicBezTo>
                    <a:pt x="8644" y="6031"/>
                    <a:pt x="8644" y="3126"/>
                    <a:pt x="6858" y="1340"/>
                  </a:cubicBezTo>
                  <a:cubicBezTo>
                    <a:pt x="5965" y="447"/>
                    <a:pt x="4790" y="0"/>
                    <a:pt x="36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50"/>
            <p:cNvSpPr/>
            <p:nvPr/>
          </p:nvSpPr>
          <p:spPr>
            <a:xfrm>
              <a:off x="7691758" y="3789502"/>
              <a:ext cx="34073" cy="102918"/>
            </a:xfrm>
            <a:custGeom>
              <a:avLst/>
              <a:gdLst/>
              <a:ahLst/>
              <a:cxnLst/>
              <a:rect l="l" t="t" r="r" b="b"/>
              <a:pathLst>
                <a:path w="1073" h="3241" extrusionOk="0">
                  <a:moveTo>
                    <a:pt x="589" y="1"/>
                  </a:moveTo>
                  <a:cubicBezTo>
                    <a:pt x="580" y="1"/>
                    <a:pt x="570" y="1"/>
                    <a:pt x="560" y="2"/>
                  </a:cubicBezTo>
                  <a:cubicBezTo>
                    <a:pt x="477" y="38"/>
                    <a:pt x="429" y="121"/>
                    <a:pt x="441" y="217"/>
                  </a:cubicBezTo>
                  <a:cubicBezTo>
                    <a:pt x="715" y="1157"/>
                    <a:pt x="560" y="2145"/>
                    <a:pt x="37" y="2967"/>
                  </a:cubicBezTo>
                  <a:cubicBezTo>
                    <a:pt x="1" y="3038"/>
                    <a:pt x="13" y="3146"/>
                    <a:pt x="84" y="3205"/>
                  </a:cubicBezTo>
                  <a:cubicBezTo>
                    <a:pt x="120" y="3217"/>
                    <a:pt x="144" y="3241"/>
                    <a:pt x="167" y="3241"/>
                  </a:cubicBezTo>
                  <a:cubicBezTo>
                    <a:pt x="239" y="3241"/>
                    <a:pt x="275" y="3205"/>
                    <a:pt x="310" y="3158"/>
                  </a:cubicBezTo>
                  <a:cubicBezTo>
                    <a:pt x="906" y="2265"/>
                    <a:pt x="1072" y="1169"/>
                    <a:pt x="775" y="121"/>
                  </a:cubicBezTo>
                  <a:cubicBezTo>
                    <a:pt x="743" y="47"/>
                    <a:pt x="672" y="1"/>
                    <a:pt x="5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50"/>
            <p:cNvSpPr/>
            <p:nvPr/>
          </p:nvSpPr>
          <p:spPr>
            <a:xfrm>
              <a:off x="7536000" y="3708082"/>
              <a:ext cx="173192" cy="72052"/>
            </a:xfrm>
            <a:custGeom>
              <a:avLst/>
              <a:gdLst/>
              <a:ahLst/>
              <a:cxnLst/>
              <a:rect l="l" t="t" r="r" b="b"/>
              <a:pathLst>
                <a:path w="5454" h="2269" extrusionOk="0">
                  <a:moveTo>
                    <a:pt x="2121" y="0"/>
                  </a:moveTo>
                  <a:cubicBezTo>
                    <a:pt x="1410" y="0"/>
                    <a:pt x="707" y="204"/>
                    <a:pt x="108" y="590"/>
                  </a:cubicBezTo>
                  <a:cubicBezTo>
                    <a:pt x="36" y="638"/>
                    <a:pt x="0" y="733"/>
                    <a:pt x="60" y="828"/>
                  </a:cubicBezTo>
                  <a:cubicBezTo>
                    <a:pt x="91" y="874"/>
                    <a:pt x="147" y="906"/>
                    <a:pt x="205" y="906"/>
                  </a:cubicBezTo>
                  <a:cubicBezTo>
                    <a:pt x="237" y="906"/>
                    <a:pt x="269" y="897"/>
                    <a:pt x="298" y="876"/>
                  </a:cubicBezTo>
                  <a:cubicBezTo>
                    <a:pt x="841" y="534"/>
                    <a:pt x="1478" y="344"/>
                    <a:pt x="2123" y="344"/>
                  </a:cubicBezTo>
                  <a:cubicBezTo>
                    <a:pt x="2241" y="344"/>
                    <a:pt x="2359" y="351"/>
                    <a:pt x="2477" y="364"/>
                  </a:cubicBezTo>
                  <a:cubicBezTo>
                    <a:pt x="3251" y="435"/>
                    <a:pt x="3977" y="792"/>
                    <a:pt x="4513" y="1328"/>
                  </a:cubicBezTo>
                  <a:cubicBezTo>
                    <a:pt x="4763" y="1590"/>
                    <a:pt x="4977" y="1864"/>
                    <a:pt x="5120" y="2185"/>
                  </a:cubicBezTo>
                  <a:cubicBezTo>
                    <a:pt x="5156" y="2245"/>
                    <a:pt x="5215" y="2269"/>
                    <a:pt x="5275" y="2269"/>
                  </a:cubicBezTo>
                  <a:cubicBezTo>
                    <a:pt x="5299" y="2269"/>
                    <a:pt x="5323" y="2269"/>
                    <a:pt x="5346" y="2257"/>
                  </a:cubicBezTo>
                  <a:cubicBezTo>
                    <a:pt x="5418" y="2197"/>
                    <a:pt x="5453" y="2102"/>
                    <a:pt x="5406" y="2019"/>
                  </a:cubicBezTo>
                  <a:cubicBezTo>
                    <a:pt x="5227" y="1673"/>
                    <a:pt x="5001" y="1364"/>
                    <a:pt x="4739" y="1102"/>
                  </a:cubicBezTo>
                  <a:cubicBezTo>
                    <a:pt x="4144" y="507"/>
                    <a:pt x="3334" y="114"/>
                    <a:pt x="2489" y="18"/>
                  </a:cubicBezTo>
                  <a:cubicBezTo>
                    <a:pt x="2366" y="6"/>
                    <a:pt x="2243" y="0"/>
                    <a:pt x="2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50"/>
            <p:cNvSpPr/>
            <p:nvPr/>
          </p:nvSpPr>
          <p:spPr>
            <a:xfrm>
              <a:off x="7501228" y="3819415"/>
              <a:ext cx="75640" cy="141437"/>
            </a:xfrm>
            <a:custGeom>
              <a:avLst/>
              <a:gdLst/>
              <a:ahLst/>
              <a:cxnLst/>
              <a:rect l="l" t="t" r="r" b="b"/>
              <a:pathLst>
                <a:path w="2382" h="4454" extrusionOk="0">
                  <a:moveTo>
                    <a:pt x="1012" y="692"/>
                  </a:moveTo>
                  <a:lnTo>
                    <a:pt x="1012" y="2061"/>
                  </a:lnTo>
                  <a:cubicBezTo>
                    <a:pt x="607" y="2001"/>
                    <a:pt x="310" y="1715"/>
                    <a:pt x="310" y="1370"/>
                  </a:cubicBezTo>
                  <a:cubicBezTo>
                    <a:pt x="310" y="1025"/>
                    <a:pt x="607" y="763"/>
                    <a:pt x="1012" y="692"/>
                  </a:cubicBezTo>
                  <a:close/>
                  <a:moveTo>
                    <a:pt x="1357" y="2418"/>
                  </a:moveTo>
                  <a:cubicBezTo>
                    <a:pt x="1750" y="2477"/>
                    <a:pt x="2048" y="2751"/>
                    <a:pt x="2048" y="3097"/>
                  </a:cubicBezTo>
                  <a:cubicBezTo>
                    <a:pt x="2048" y="3430"/>
                    <a:pt x="1738" y="3704"/>
                    <a:pt x="1357" y="3763"/>
                  </a:cubicBezTo>
                  <a:lnTo>
                    <a:pt x="1357" y="2418"/>
                  </a:lnTo>
                  <a:close/>
                  <a:moveTo>
                    <a:pt x="1191" y="1"/>
                  </a:moveTo>
                  <a:cubicBezTo>
                    <a:pt x="1095" y="1"/>
                    <a:pt x="1024" y="72"/>
                    <a:pt x="1024" y="168"/>
                  </a:cubicBezTo>
                  <a:lnTo>
                    <a:pt x="1024" y="358"/>
                  </a:lnTo>
                  <a:cubicBezTo>
                    <a:pt x="441" y="430"/>
                    <a:pt x="0" y="870"/>
                    <a:pt x="0" y="1370"/>
                  </a:cubicBezTo>
                  <a:cubicBezTo>
                    <a:pt x="0" y="1882"/>
                    <a:pt x="441" y="2323"/>
                    <a:pt x="1024" y="2382"/>
                  </a:cubicBezTo>
                  <a:lnTo>
                    <a:pt x="1024" y="3763"/>
                  </a:lnTo>
                  <a:cubicBezTo>
                    <a:pt x="619" y="3704"/>
                    <a:pt x="322" y="3430"/>
                    <a:pt x="322" y="3085"/>
                  </a:cubicBezTo>
                  <a:cubicBezTo>
                    <a:pt x="322" y="2989"/>
                    <a:pt x="250" y="2918"/>
                    <a:pt x="167" y="2918"/>
                  </a:cubicBezTo>
                  <a:cubicBezTo>
                    <a:pt x="71" y="2918"/>
                    <a:pt x="0" y="2989"/>
                    <a:pt x="0" y="3085"/>
                  </a:cubicBezTo>
                  <a:cubicBezTo>
                    <a:pt x="0" y="3609"/>
                    <a:pt x="441" y="4037"/>
                    <a:pt x="1024" y="4097"/>
                  </a:cubicBezTo>
                  <a:lnTo>
                    <a:pt x="1024" y="4287"/>
                  </a:lnTo>
                  <a:cubicBezTo>
                    <a:pt x="1024" y="4371"/>
                    <a:pt x="1095" y="4454"/>
                    <a:pt x="1191" y="4454"/>
                  </a:cubicBezTo>
                  <a:cubicBezTo>
                    <a:pt x="1274" y="4454"/>
                    <a:pt x="1357" y="4371"/>
                    <a:pt x="1357" y="4287"/>
                  </a:cubicBezTo>
                  <a:lnTo>
                    <a:pt x="1357" y="4097"/>
                  </a:lnTo>
                  <a:cubicBezTo>
                    <a:pt x="1929" y="4025"/>
                    <a:pt x="2381" y="3585"/>
                    <a:pt x="2381" y="3085"/>
                  </a:cubicBezTo>
                  <a:cubicBezTo>
                    <a:pt x="2381" y="2573"/>
                    <a:pt x="1929" y="2144"/>
                    <a:pt x="1357" y="2073"/>
                  </a:cubicBezTo>
                  <a:lnTo>
                    <a:pt x="1357" y="692"/>
                  </a:lnTo>
                  <a:cubicBezTo>
                    <a:pt x="1750" y="751"/>
                    <a:pt x="2048" y="1025"/>
                    <a:pt x="2048" y="1370"/>
                  </a:cubicBezTo>
                  <a:cubicBezTo>
                    <a:pt x="2048" y="1465"/>
                    <a:pt x="2131" y="1537"/>
                    <a:pt x="2215" y="1537"/>
                  </a:cubicBezTo>
                  <a:cubicBezTo>
                    <a:pt x="2298" y="1537"/>
                    <a:pt x="2381" y="1465"/>
                    <a:pt x="2381" y="1370"/>
                  </a:cubicBezTo>
                  <a:cubicBezTo>
                    <a:pt x="2381" y="846"/>
                    <a:pt x="1929" y="418"/>
                    <a:pt x="1345" y="358"/>
                  </a:cubicBezTo>
                  <a:lnTo>
                    <a:pt x="1345" y="168"/>
                  </a:lnTo>
                  <a:cubicBezTo>
                    <a:pt x="1345" y="72"/>
                    <a:pt x="1274" y="1"/>
                    <a:pt x="1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4" name="Google Shape;2374;p50"/>
          <p:cNvGrpSpPr/>
          <p:nvPr/>
        </p:nvGrpSpPr>
        <p:grpSpPr>
          <a:xfrm>
            <a:off x="2266086" y="3478967"/>
            <a:ext cx="555946" cy="809992"/>
            <a:chOff x="3662144" y="4135505"/>
            <a:chExt cx="232955" cy="340318"/>
          </a:xfrm>
        </p:grpSpPr>
        <p:sp>
          <p:nvSpPr>
            <p:cNvPr id="2375" name="Google Shape;2375;p50"/>
            <p:cNvSpPr/>
            <p:nvPr/>
          </p:nvSpPr>
          <p:spPr>
            <a:xfrm>
              <a:off x="3662144" y="4135505"/>
              <a:ext cx="163761" cy="340318"/>
            </a:xfrm>
            <a:custGeom>
              <a:avLst/>
              <a:gdLst/>
              <a:ahLst/>
              <a:cxnLst/>
              <a:rect l="l" t="t" r="r" b="b"/>
              <a:pathLst>
                <a:path w="5157" h="10717" extrusionOk="0">
                  <a:moveTo>
                    <a:pt x="2573" y="1"/>
                  </a:moveTo>
                  <a:cubicBezTo>
                    <a:pt x="1715" y="1"/>
                    <a:pt x="1013" y="703"/>
                    <a:pt x="1013" y="1572"/>
                  </a:cubicBezTo>
                  <a:lnTo>
                    <a:pt x="1013" y="6097"/>
                  </a:lnTo>
                  <a:cubicBezTo>
                    <a:pt x="370" y="6585"/>
                    <a:pt x="1" y="7347"/>
                    <a:pt x="1" y="8144"/>
                  </a:cubicBezTo>
                  <a:cubicBezTo>
                    <a:pt x="1" y="9561"/>
                    <a:pt x="1156" y="10716"/>
                    <a:pt x="2573" y="10716"/>
                  </a:cubicBezTo>
                  <a:cubicBezTo>
                    <a:pt x="3990" y="10716"/>
                    <a:pt x="5144" y="9561"/>
                    <a:pt x="5144" y="8144"/>
                  </a:cubicBezTo>
                  <a:cubicBezTo>
                    <a:pt x="5156" y="7323"/>
                    <a:pt x="4775" y="6573"/>
                    <a:pt x="4144" y="6073"/>
                  </a:cubicBezTo>
                  <a:lnTo>
                    <a:pt x="4144" y="3322"/>
                  </a:lnTo>
                  <a:cubicBezTo>
                    <a:pt x="4144" y="3239"/>
                    <a:pt x="4061" y="3156"/>
                    <a:pt x="3978" y="3156"/>
                  </a:cubicBezTo>
                  <a:cubicBezTo>
                    <a:pt x="3882" y="3156"/>
                    <a:pt x="3811" y="3239"/>
                    <a:pt x="3811" y="3322"/>
                  </a:cubicBezTo>
                  <a:lnTo>
                    <a:pt x="3811" y="6168"/>
                  </a:lnTo>
                  <a:cubicBezTo>
                    <a:pt x="3811" y="6216"/>
                    <a:pt x="3847" y="6275"/>
                    <a:pt x="3871" y="6299"/>
                  </a:cubicBezTo>
                  <a:cubicBezTo>
                    <a:pt x="4466" y="6716"/>
                    <a:pt x="4823" y="7418"/>
                    <a:pt x="4823" y="8133"/>
                  </a:cubicBezTo>
                  <a:cubicBezTo>
                    <a:pt x="4823" y="9359"/>
                    <a:pt x="3811" y="10383"/>
                    <a:pt x="2573" y="10383"/>
                  </a:cubicBezTo>
                  <a:cubicBezTo>
                    <a:pt x="1346" y="10383"/>
                    <a:pt x="322" y="9371"/>
                    <a:pt x="322" y="8133"/>
                  </a:cubicBezTo>
                  <a:cubicBezTo>
                    <a:pt x="322" y="7406"/>
                    <a:pt x="680" y="6716"/>
                    <a:pt x="1275" y="6299"/>
                  </a:cubicBezTo>
                  <a:cubicBezTo>
                    <a:pt x="1323" y="6275"/>
                    <a:pt x="1334" y="6228"/>
                    <a:pt x="1334" y="6168"/>
                  </a:cubicBezTo>
                  <a:lnTo>
                    <a:pt x="1334" y="1572"/>
                  </a:lnTo>
                  <a:cubicBezTo>
                    <a:pt x="1334" y="882"/>
                    <a:pt x="1894" y="334"/>
                    <a:pt x="2573" y="334"/>
                  </a:cubicBezTo>
                  <a:cubicBezTo>
                    <a:pt x="3263" y="334"/>
                    <a:pt x="3811" y="882"/>
                    <a:pt x="3811" y="1572"/>
                  </a:cubicBezTo>
                  <a:lnTo>
                    <a:pt x="3811" y="2703"/>
                  </a:lnTo>
                  <a:cubicBezTo>
                    <a:pt x="3811" y="2787"/>
                    <a:pt x="3882" y="2858"/>
                    <a:pt x="3978" y="2858"/>
                  </a:cubicBezTo>
                  <a:cubicBezTo>
                    <a:pt x="4061" y="2858"/>
                    <a:pt x="4132" y="2787"/>
                    <a:pt x="4132" y="2703"/>
                  </a:cubicBezTo>
                  <a:lnTo>
                    <a:pt x="4132" y="1572"/>
                  </a:lnTo>
                  <a:cubicBezTo>
                    <a:pt x="4132" y="703"/>
                    <a:pt x="3442" y="1"/>
                    <a:pt x="25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50"/>
            <p:cNvSpPr/>
            <p:nvPr/>
          </p:nvSpPr>
          <p:spPr>
            <a:xfrm>
              <a:off x="3689771" y="4162719"/>
              <a:ext cx="109650" cy="285859"/>
            </a:xfrm>
            <a:custGeom>
              <a:avLst/>
              <a:gdLst/>
              <a:ahLst/>
              <a:cxnLst/>
              <a:rect l="l" t="t" r="r" b="b"/>
              <a:pathLst>
                <a:path w="3453" h="9002" extrusionOk="0">
                  <a:moveTo>
                    <a:pt x="1727" y="310"/>
                  </a:moveTo>
                  <a:cubicBezTo>
                    <a:pt x="1941" y="310"/>
                    <a:pt x="2108" y="489"/>
                    <a:pt x="2108" y="691"/>
                  </a:cubicBezTo>
                  <a:lnTo>
                    <a:pt x="2108" y="1156"/>
                  </a:lnTo>
                  <a:lnTo>
                    <a:pt x="1322" y="1156"/>
                  </a:lnTo>
                  <a:lnTo>
                    <a:pt x="1322" y="691"/>
                  </a:lnTo>
                  <a:cubicBezTo>
                    <a:pt x="1322" y="489"/>
                    <a:pt x="1500" y="310"/>
                    <a:pt x="1727" y="310"/>
                  </a:cubicBezTo>
                  <a:close/>
                  <a:moveTo>
                    <a:pt x="2108" y="1489"/>
                  </a:moveTo>
                  <a:lnTo>
                    <a:pt x="2108" y="2382"/>
                  </a:lnTo>
                  <a:lnTo>
                    <a:pt x="1322" y="2382"/>
                  </a:lnTo>
                  <a:lnTo>
                    <a:pt x="1322" y="1489"/>
                  </a:lnTo>
                  <a:close/>
                  <a:moveTo>
                    <a:pt x="2108" y="2704"/>
                  </a:moveTo>
                  <a:lnTo>
                    <a:pt x="2108" y="3596"/>
                  </a:lnTo>
                  <a:lnTo>
                    <a:pt x="1322" y="3596"/>
                  </a:lnTo>
                  <a:lnTo>
                    <a:pt x="1322" y="2704"/>
                  </a:lnTo>
                  <a:close/>
                  <a:moveTo>
                    <a:pt x="2108" y="3906"/>
                  </a:moveTo>
                  <a:lnTo>
                    <a:pt x="2108" y="4799"/>
                  </a:lnTo>
                  <a:lnTo>
                    <a:pt x="1322" y="4799"/>
                  </a:lnTo>
                  <a:lnTo>
                    <a:pt x="1322" y="3906"/>
                  </a:lnTo>
                  <a:close/>
                  <a:moveTo>
                    <a:pt x="1727" y="1"/>
                  </a:moveTo>
                  <a:cubicBezTo>
                    <a:pt x="1334" y="1"/>
                    <a:pt x="1012" y="310"/>
                    <a:pt x="1012" y="715"/>
                  </a:cubicBezTo>
                  <a:lnTo>
                    <a:pt x="1012" y="5668"/>
                  </a:lnTo>
                  <a:lnTo>
                    <a:pt x="726" y="5871"/>
                  </a:lnTo>
                  <a:cubicBezTo>
                    <a:pt x="262" y="6204"/>
                    <a:pt x="0" y="6728"/>
                    <a:pt x="0" y="7276"/>
                  </a:cubicBezTo>
                  <a:cubicBezTo>
                    <a:pt x="0" y="7609"/>
                    <a:pt x="95" y="7954"/>
                    <a:pt x="298" y="8240"/>
                  </a:cubicBezTo>
                  <a:cubicBezTo>
                    <a:pt x="321" y="8286"/>
                    <a:pt x="374" y="8312"/>
                    <a:pt x="427" y="8312"/>
                  </a:cubicBezTo>
                  <a:cubicBezTo>
                    <a:pt x="457" y="8312"/>
                    <a:pt x="487" y="8304"/>
                    <a:pt x="512" y="8288"/>
                  </a:cubicBezTo>
                  <a:cubicBezTo>
                    <a:pt x="595" y="8240"/>
                    <a:pt x="607" y="8133"/>
                    <a:pt x="560" y="8061"/>
                  </a:cubicBezTo>
                  <a:cubicBezTo>
                    <a:pt x="393" y="7823"/>
                    <a:pt x="322" y="7549"/>
                    <a:pt x="322" y="7276"/>
                  </a:cubicBezTo>
                  <a:cubicBezTo>
                    <a:pt x="322" y="6811"/>
                    <a:pt x="548" y="6394"/>
                    <a:pt x="917" y="6121"/>
                  </a:cubicBezTo>
                  <a:lnTo>
                    <a:pt x="1274" y="5871"/>
                  </a:lnTo>
                  <a:cubicBezTo>
                    <a:pt x="1322" y="5847"/>
                    <a:pt x="1334" y="5799"/>
                    <a:pt x="1334" y="5740"/>
                  </a:cubicBezTo>
                  <a:lnTo>
                    <a:pt x="1334" y="5132"/>
                  </a:lnTo>
                  <a:lnTo>
                    <a:pt x="2119" y="5132"/>
                  </a:lnTo>
                  <a:lnTo>
                    <a:pt x="2119" y="5740"/>
                  </a:lnTo>
                  <a:cubicBezTo>
                    <a:pt x="2119" y="5787"/>
                    <a:pt x="2155" y="5847"/>
                    <a:pt x="2179" y="5871"/>
                  </a:cubicBezTo>
                  <a:lnTo>
                    <a:pt x="2536" y="6121"/>
                  </a:lnTo>
                  <a:cubicBezTo>
                    <a:pt x="2917" y="6394"/>
                    <a:pt x="3131" y="6823"/>
                    <a:pt x="3131" y="7276"/>
                  </a:cubicBezTo>
                  <a:cubicBezTo>
                    <a:pt x="3120" y="8049"/>
                    <a:pt x="2500" y="8669"/>
                    <a:pt x="1727" y="8669"/>
                  </a:cubicBezTo>
                  <a:cubicBezTo>
                    <a:pt x="1441" y="8669"/>
                    <a:pt x="1155" y="8585"/>
                    <a:pt x="917" y="8419"/>
                  </a:cubicBezTo>
                  <a:cubicBezTo>
                    <a:pt x="892" y="8402"/>
                    <a:pt x="863" y="8394"/>
                    <a:pt x="835" y="8394"/>
                  </a:cubicBezTo>
                  <a:cubicBezTo>
                    <a:pt x="782" y="8394"/>
                    <a:pt x="729" y="8420"/>
                    <a:pt x="691" y="8466"/>
                  </a:cubicBezTo>
                  <a:cubicBezTo>
                    <a:pt x="655" y="8538"/>
                    <a:pt x="667" y="8633"/>
                    <a:pt x="738" y="8692"/>
                  </a:cubicBezTo>
                  <a:cubicBezTo>
                    <a:pt x="1036" y="8895"/>
                    <a:pt x="1369" y="9002"/>
                    <a:pt x="1727" y="9002"/>
                  </a:cubicBezTo>
                  <a:cubicBezTo>
                    <a:pt x="2679" y="9002"/>
                    <a:pt x="3453" y="8228"/>
                    <a:pt x="3453" y="7276"/>
                  </a:cubicBezTo>
                  <a:cubicBezTo>
                    <a:pt x="3453" y="6716"/>
                    <a:pt x="3179" y="6192"/>
                    <a:pt x="2715" y="5871"/>
                  </a:cubicBezTo>
                  <a:lnTo>
                    <a:pt x="2441" y="5668"/>
                  </a:lnTo>
                  <a:lnTo>
                    <a:pt x="2441" y="715"/>
                  </a:lnTo>
                  <a:cubicBezTo>
                    <a:pt x="2441" y="322"/>
                    <a:pt x="2119" y="1"/>
                    <a:pt x="17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50"/>
            <p:cNvSpPr/>
            <p:nvPr/>
          </p:nvSpPr>
          <p:spPr>
            <a:xfrm>
              <a:off x="3838352" y="4182375"/>
              <a:ext cx="56746" cy="94947"/>
            </a:xfrm>
            <a:custGeom>
              <a:avLst/>
              <a:gdLst/>
              <a:ahLst/>
              <a:cxnLst/>
              <a:rect l="l" t="t" r="r" b="b"/>
              <a:pathLst>
                <a:path w="1787" h="2990" extrusionOk="0">
                  <a:moveTo>
                    <a:pt x="881" y="1"/>
                  </a:moveTo>
                  <a:cubicBezTo>
                    <a:pt x="334" y="1"/>
                    <a:pt x="0" y="334"/>
                    <a:pt x="0" y="894"/>
                  </a:cubicBezTo>
                  <a:lnTo>
                    <a:pt x="0" y="2096"/>
                  </a:lnTo>
                  <a:cubicBezTo>
                    <a:pt x="0" y="2394"/>
                    <a:pt x="96" y="2632"/>
                    <a:pt x="262" y="2787"/>
                  </a:cubicBezTo>
                  <a:cubicBezTo>
                    <a:pt x="405" y="2918"/>
                    <a:pt x="619" y="2989"/>
                    <a:pt x="869" y="2989"/>
                  </a:cubicBezTo>
                  <a:cubicBezTo>
                    <a:pt x="1393" y="2989"/>
                    <a:pt x="1751" y="2692"/>
                    <a:pt x="1751" y="2263"/>
                  </a:cubicBezTo>
                  <a:cubicBezTo>
                    <a:pt x="1786" y="2120"/>
                    <a:pt x="1715" y="2073"/>
                    <a:pt x="1596" y="2073"/>
                  </a:cubicBezTo>
                  <a:cubicBezTo>
                    <a:pt x="1489" y="2073"/>
                    <a:pt x="1417" y="2120"/>
                    <a:pt x="1417" y="2192"/>
                  </a:cubicBezTo>
                  <a:cubicBezTo>
                    <a:pt x="1393" y="2382"/>
                    <a:pt x="1358" y="2668"/>
                    <a:pt x="917" y="2668"/>
                  </a:cubicBezTo>
                  <a:cubicBezTo>
                    <a:pt x="560" y="2668"/>
                    <a:pt x="381" y="2489"/>
                    <a:pt x="381" y="2096"/>
                  </a:cubicBezTo>
                  <a:lnTo>
                    <a:pt x="381" y="894"/>
                  </a:lnTo>
                  <a:cubicBezTo>
                    <a:pt x="381" y="525"/>
                    <a:pt x="560" y="334"/>
                    <a:pt x="893" y="334"/>
                  </a:cubicBezTo>
                  <a:cubicBezTo>
                    <a:pt x="1298" y="334"/>
                    <a:pt x="1405" y="584"/>
                    <a:pt x="1405" y="775"/>
                  </a:cubicBezTo>
                  <a:cubicBezTo>
                    <a:pt x="1405" y="846"/>
                    <a:pt x="1477" y="906"/>
                    <a:pt x="1584" y="906"/>
                  </a:cubicBezTo>
                  <a:cubicBezTo>
                    <a:pt x="1703" y="906"/>
                    <a:pt x="1762" y="882"/>
                    <a:pt x="1762" y="715"/>
                  </a:cubicBezTo>
                  <a:cubicBezTo>
                    <a:pt x="1762" y="299"/>
                    <a:pt x="1405" y="1"/>
                    <a:pt x="8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50"/>
            <p:cNvSpPr/>
            <p:nvPr/>
          </p:nvSpPr>
          <p:spPr>
            <a:xfrm>
              <a:off x="3813012" y="4151763"/>
              <a:ext cx="32930" cy="32930"/>
            </a:xfrm>
            <a:custGeom>
              <a:avLst/>
              <a:gdLst/>
              <a:ahLst/>
              <a:cxnLst/>
              <a:rect l="l" t="t" r="r" b="b"/>
              <a:pathLst>
                <a:path w="1037" h="1037" extrusionOk="0">
                  <a:moveTo>
                    <a:pt x="536" y="310"/>
                  </a:moveTo>
                  <a:cubicBezTo>
                    <a:pt x="644" y="310"/>
                    <a:pt x="739" y="405"/>
                    <a:pt x="739" y="524"/>
                  </a:cubicBezTo>
                  <a:cubicBezTo>
                    <a:pt x="727" y="620"/>
                    <a:pt x="644" y="727"/>
                    <a:pt x="536" y="727"/>
                  </a:cubicBezTo>
                  <a:cubicBezTo>
                    <a:pt x="429" y="727"/>
                    <a:pt x="322" y="643"/>
                    <a:pt x="322" y="524"/>
                  </a:cubicBezTo>
                  <a:cubicBezTo>
                    <a:pt x="322" y="417"/>
                    <a:pt x="417" y="310"/>
                    <a:pt x="536" y="310"/>
                  </a:cubicBezTo>
                  <a:close/>
                  <a:moveTo>
                    <a:pt x="524" y="1"/>
                  </a:moveTo>
                  <a:cubicBezTo>
                    <a:pt x="239" y="1"/>
                    <a:pt x="1" y="239"/>
                    <a:pt x="1" y="524"/>
                  </a:cubicBezTo>
                  <a:cubicBezTo>
                    <a:pt x="1" y="798"/>
                    <a:pt x="239" y="1036"/>
                    <a:pt x="524" y="1036"/>
                  </a:cubicBezTo>
                  <a:cubicBezTo>
                    <a:pt x="822" y="1036"/>
                    <a:pt x="1036" y="798"/>
                    <a:pt x="1036" y="524"/>
                  </a:cubicBezTo>
                  <a:cubicBezTo>
                    <a:pt x="1036" y="239"/>
                    <a:pt x="798" y="1"/>
                    <a:pt x="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50"/>
          <p:cNvSpPr txBox="1">
            <a:spLocks noGrp="1"/>
          </p:cNvSpPr>
          <p:nvPr>
            <p:ph type="title" idx="4"/>
          </p:nvPr>
        </p:nvSpPr>
        <p:spPr>
          <a:xfrm>
            <a:off x="3272900" y="3406371"/>
            <a:ext cx="45711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234</a:t>
            </a:r>
            <a:endParaRPr/>
          </a:p>
        </p:txBody>
      </p:sp>
      <p:sp>
        <p:nvSpPr>
          <p:cNvPr id="2380" name="Google Shape;2380;p50"/>
          <p:cNvSpPr txBox="1">
            <a:spLocks noGrp="1"/>
          </p:cNvSpPr>
          <p:nvPr>
            <p:ph type="subTitle" idx="5"/>
          </p:nvPr>
        </p:nvSpPr>
        <p:spPr>
          <a:xfrm>
            <a:off x="3272900" y="4003745"/>
            <a:ext cx="4571100" cy="4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a very high temperature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Google Shape;2385;p51"/>
          <p:cNvSpPr/>
          <p:nvPr/>
        </p:nvSpPr>
        <p:spPr>
          <a:xfrm rot="9277841">
            <a:off x="5890982" y="1632649"/>
            <a:ext cx="2625883" cy="1024988"/>
          </a:xfrm>
          <a:custGeom>
            <a:avLst/>
            <a:gdLst/>
            <a:ahLst/>
            <a:cxnLst/>
            <a:rect l="l" t="t" r="r" b="b"/>
            <a:pathLst>
              <a:path w="54701" h="21353" extrusionOk="0">
                <a:moveTo>
                  <a:pt x="1980" y="1"/>
                </a:moveTo>
                <a:cubicBezTo>
                  <a:pt x="568" y="1"/>
                  <a:pt x="0" y="1040"/>
                  <a:pt x="673" y="2525"/>
                </a:cubicBezTo>
                <a:lnTo>
                  <a:pt x="8400" y="19056"/>
                </a:lnTo>
                <a:cubicBezTo>
                  <a:pt x="9111" y="20478"/>
                  <a:pt x="10566" y="21352"/>
                  <a:pt x="12110" y="21352"/>
                </a:cubicBezTo>
                <a:cubicBezTo>
                  <a:pt x="12423" y="21352"/>
                  <a:pt x="12740" y="21316"/>
                  <a:pt x="13056" y="21241"/>
                </a:cubicBezTo>
                <a:lnTo>
                  <a:pt x="52927" y="10474"/>
                </a:lnTo>
                <a:cubicBezTo>
                  <a:pt x="54700" y="9999"/>
                  <a:pt x="54669" y="9334"/>
                  <a:pt x="52864" y="9017"/>
                </a:cubicBezTo>
                <a:lnTo>
                  <a:pt x="2573" y="55"/>
                </a:lnTo>
                <a:cubicBezTo>
                  <a:pt x="2362" y="18"/>
                  <a:pt x="2164" y="1"/>
                  <a:pt x="1980" y="1"/>
                </a:cubicBezTo>
                <a:close/>
              </a:path>
            </a:pathLst>
          </a:custGeom>
          <a:solidFill>
            <a:srgbClr val="0058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6" name="Google Shape;2386;p51"/>
          <p:cNvSpPr/>
          <p:nvPr/>
        </p:nvSpPr>
        <p:spPr>
          <a:xfrm rot="-228070">
            <a:off x="3311656" y="1564037"/>
            <a:ext cx="2625955" cy="1025014"/>
          </a:xfrm>
          <a:custGeom>
            <a:avLst/>
            <a:gdLst/>
            <a:ahLst/>
            <a:cxnLst/>
            <a:rect l="l" t="t" r="r" b="b"/>
            <a:pathLst>
              <a:path w="54701" h="21353" extrusionOk="0">
                <a:moveTo>
                  <a:pt x="1980" y="1"/>
                </a:moveTo>
                <a:cubicBezTo>
                  <a:pt x="568" y="1"/>
                  <a:pt x="0" y="1040"/>
                  <a:pt x="673" y="2525"/>
                </a:cubicBezTo>
                <a:lnTo>
                  <a:pt x="8400" y="19056"/>
                </a:lnTo>
                <a:cubicBezTo>
                  <a:pt x="9111" y="20478"/>
                  <a:pt x="10566" y="21352"/>
                  <a:pt x="12110" y="21352"/>
                </a:cubicBezTo>
                <a:cubicBezTo>
                  <a:pt x="12423" y="21352"/>
                  <a:pt x="12740" y="21316"/>
                  <a:pt x="13056" y="21241"/>
                </a:cubicBezTo>
                <a:lnTo>
                  <a:pt x="52927" y="10474"/>
                </a:lnTo>
                <a:cubicBezTo>
                  <a:pt x="54700" y="9999"/>
                  <a:pt x="54669" y="9334"/>
                  <a:pt x="52864" y="9017"/>
                </a:cubicBezTo>
                <a:lnTo>
                  <a:pt x="2573" y="55"/>
                </a:lnTo>
                <a:cubicBezTo>
                  <a:pt x="2362" y="18"/>
                  <a:pt x="2164" y="1"/>
                  <a:pt x="1980" y="1"/>
                </a:cubicBezTo>
                <a:close/>
              </a:path>
            </a:pathLst>
          </a:custGeom>
          <a:solidFill>
            <a:srgbClr val="0058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7" name="Google Shape;2387;p51"/>
          <p:cNvSpPr/>
          <p:nvPr/>
        </p:nvSpPr>
        <p:spPr>
          <a:xfrm rot="-1286608">
            <a:off x="654412" y="1564072"/>
            <a:ext cx="2625949" cy="1024962"/>
          </a:xfrm>
          <a:custGeom>
            <a:avLst/>
            <a:gdLst/>
            <a:ahLst/>
            <a:cxnLst/>
            <a:rect l="l" t="t" r="r" b="b"/>
            <a:pathLst>
              <a:path w="54701" h="21353" extrusionOk="0">
                <a:moveTo>
                  <a:pt x="1980" y="1"/>
                </a:moveTo>
                <a:cubicBezTo>
                  <a:pt x="568" y="1"/>
                  <a:pt x="0" y="1040"/>
                  <a:pt x="673" y="2525"/>
                </a:cubicBezTo>
                <a:lnTo>
                  <a:pt x="8400" y="19056"/>
                </a:lnTo>
                <a:cubicBezTo>
                  <a:pt x="9111" y="20478"/>
                  <a:pt x="10566" y="21352"/>
                  <a:pt x="12110" y="21352"/>
                </a:cubicBezTo>
                <a:cubicBezTo>
                  <a:pt x="12423" y="21352"/>
                  <a:pt x="12740" y="21316"/>
                  <a:pt x="13056" y="21241"/>
                </a:cubicBezTo>
                <a:lnTo>
                  <a:pt x="52927" y="10474"/>
                </a:lnTo>
                <a:cubicBezTo>
                  <a:pt x="54700" y="9999"/>
                  <a:pt x="54669" y="9334"/>
                  <a:pt x="52864" y="9017"/>
                </a:cubicBezTo>
                <a:lnTo>
                  <a:pt x="2573" y="55"/>
                </a:lnTo>
                <a:cubicBezTo>
                  <a:pt x="2362" y="18"/>
                  <a:pt x="2164" y="1"/>
                  <a:pt x="1980" y="1"/>
                </a:cubicBezTo>
                <a:close/>
              </a:path>
            </a:pathLst>
          </a:custGeom>
          <a:solidFill>
            <a:srgbClr val="0058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88" name="Google Shape;2388;p51"/>
          <p:cNvPicPr preferRelativeResize="0"/>
          <p:nvPr/>
        </p:nvPicPr>
        <p:blipFill rotWithShape="1">
          <a:blip r:embed="rId3">
            <a:alphaModFix/>
          </a:blip>
          <a:srcRect l="43343" r="5861" b="9918"/>
          <a:stretch/>
        </p:blipFill>
        <p:spPr>
          <a:xfrm>
            <a:off x="967550" y="1246375"/>
            <a:ext cx="1664100" cy="1660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89" name="Google Shape;2389;p51"/>
          <p:cNvPicPr preferRelativeResize="0"/>
          <p:nvPr/>
        </p:nvPicPr>
        <p:blipFill rotWithShape="1">
          <a:blip r:embed="rId4">
            <a:alphaModFix/>
          </a:blip>
          <a:srcRect l="33257" t="1594" r="28134" b="40625"/>
          <a:stretch/>
        </p:blipFill>
        <p:spPr>
          <a:xfrm>
            <a:off x="3739950" y="1246375"/>
            <a:ext cx="1664100" cy="1660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90" name="Google Shape;2390;p51"/>
          <p:cNvPicPr preferRelativeResize="0"/>
          <p:nvPr/>
        </p:nvPicPr>
        <p:blipFill rotWithShape="1">
          <a:blip r:embed="rId5">
            <a:alphaModFix/>
          </a:blip>
          <a:srcRect l="9671" t="2460" r="38415" b="19905"/>
          <a:stretch/>
        </p:blipFill>
        <p:spPr>
          <a:xfrm>
            <a:off x="6458200" y="1246375"/>
            <a:ext cx="1664100" cy="1660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391" name="Google Shape;2391;p51"/>
          <p:cNvSpPr txBox="1">
            <a:spLocks noGrp="1"/>
          </p:cNvSpPr>
          <p:nvPr>
            <p:ph type="title"/>
          </p:nvPr>
        </p:nvSpPr>
        <p:spPr>
          <a:xfrm>
            <a:off x="0" y="356911"/>
            <a:ext cx="91440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2392" name="Google Shape;2392;p51"/>
          <p:cNvSpPr txBox="1">
            <a:spLocks noGrp="1"/>
          </p:cNvSpPr>
          <p:nvPr>
            <p:ph type="subTitle" idx="1"/>
          </p:nvPr>
        </p:nvSpPr>
        <p:spPr>
          <a:xfrm>
            <a:off x="615500" y="3583125"/>
            <a:ext cx="2368200" cy="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has 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beautiful name,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it’s terribly hot</a:t>
            </a:r>
            <a:endParaRPr/>
          </a:p>
        </p:txBody>
      </p:sp>
      <p:sp>
        <p:nvSpPr>
          <p:cNvPr id="2393" name="Google Shape;2393;p51"/>
          <p:cNvSpPr txBox="1">
            <a:spLocks noGrp="1"/>
          </p:cNvSpPr>
          <p:nvPr>
            <p:ph type="title" idx="2"/>
          </p:nvPr>
        </p:nvSpPr>
        <p:spPr>
          <a:xfrm>
            <a:off x="701150" y="2965975"/>
            <a:ext cx="21969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394" name="Google Shape;2394;p51"/>
          <p:cNvSpPr txBox="1">
            <a:spLocks noGrp="1"/>
          </p:cNvSpPr>
          <p:nvPr>
            <p:ph type="subTitle" idx="3"/>
          </p:nvPr>
        </p:nvSpPr>
        <p:spPr>
          <a:xfrm>
            <a:off x="3388650" y="3583125"/>
            <a:ext cx="2366700" cy="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Mars is actually a cold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</a:t>
            </a:r>
            <a:endParaRPr/>
          </a:p>
        </p:txBody>
      </p:sp>
      <p:sp>
        <p:nvSpPr>
          <p:cNvPr id="2395" name="Google Shape;2395;p51"/>
          <p:cNvSpPr txBox="1">
            <a:spLocks noGrp="1"/>
          </p:cNvSpPr>
          <p:nvPr>
            <p:ph type="title" idx="4"/>
          </p:nvPr>
        </p:nvSpPr>
        <p:spPr>
          <a:xfrm>
            <a:off x="3473550" y="2966100"/>
            <a:ext cx="21969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396" name="Google Shape;2396;p51"/>
          <p:cNvSpPr txBox="1">
            <a:spLocks noGrp="1"/>
          </p:cNvSpPr>
          <p:nvPr>
            <p:ph type="subTitle" idx="5"/>
          </p:nvPr>
        </p:nvSpPr>
        <p:spPr>
          <a:xfrm>
            <a:off x="6106900" y="3583125"/>
            <a:ext cx="2366700" cy="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Saturn is the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ringed one and 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gas giant</a:t>
            </a:r>
            <a:endParaRPr/>
          </a:p>
        </p:txBody>
      </p:sp>
      <p:sp>
        <p:nvSpPr>
          <p:cNvPr id="2397" name="Google Shape;2397;p51"/>
          <p:cNvSpPr txBox="1">
            <a:spLocks noGrp="1"/>
          </p:cNvSpPr>
          <p:nvPr>
            <p:ph type="title" idx="6"/>
          </p:nvPr>
        </p:nvSpPr>
        <p:spPr>
          <a:xfrm>
            <a:off x="6191800" y="2966100"/>
            <a:ext cx="2196900" cy="63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Google Shape;2402;p52"/>
          <p:cNvSpPr txBox="1">
            <a:spLocks noGrp="1"/>
          </p:cNvSpPr>
          <p:nvPr>
            <p:ph type="title"/>
          </p:nvPr>
        </p:nvSpPr>
        <p:spPr>
          <a:xfrm>
            <a:off x="5263200" y="1270350"/>
            <a:ext cx="2872200" cy="10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 SOFTWARE</a:t>
            </a:r>
            <a:endParaRPr/>
          </a:p>
        </p:txBody>
      </p:sp>
      <p:grpSp>
        <p:nvGrpSpPr>
          <p:cNvPr id="2403" name="Google Shape;2403;p52"/>
          <p:cNvGrpSpPr/>
          <p:nvPr/>
        </p:nvGrpSpPr>
        <p:grpSpPr>
          <a:xfrm>
            <a:off x="1044012" y="1067359"/>
            <a:ext cx="3898609" cy="3176265"/>
            <a:chOff x="967812" y="1067359"/>
            <a:chExt cx="3898609" cy="3176265"/>
          </a:xfrm>
        </p:grpSpPr>
        <p:sp>
          <p:nvSpPr>
            <p:cNvPr id="2404" name="Google Shape;2404;p52"/>
            <p:cNvSpPr/>
            <p:nvPr/>
          </p:nvSpPr>
          <p:spPr>
            <a:xfrm rot="-210350">
              <a:off x="2507143" y="3742226"/>
              <a:ext cx="1000438" cy="392587"/>
            </a:xfrm>
            <a:custGeom>
              <a:avLst/>
              <a:gdLst/>
              <a:ahLst/>
              <a:cxnLst/>
              <a:rect l="l" t="t" r="r" b="b"/>
              <a:pathLst>
                <a:path w="27220" h="12377" extrusionOk="0">
                  <a:moveTo>
                    <a:pt x="3403" y="1"/>
                  </a:moveTo>
                  <a:lnTo>
                    <a:pt x="0" y="12376"/>
                  </a:lnTo>
                  <a:lnTo>
                    <a:pt x="27220" y="12376"/>
                  </a:lnTo>
                  <a:lnTo>
                    <a:pt x="23817" y="1"/>
                  </a:lnTo>
                  <a:close/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52"/>
            <p:cNvSpPr/>
            <p:nvPr/>
          </p:nvSpPr>
          <p:spPr>
            <a:xfrm rot="-210350">
              <a:off x="1110651" y="3411621"/>
              <a:ext cx="3749180" cy="331263"/>
            </a:xfrm>
            <a:custGeom>
              <a:avLst/>
              <a:gdLst/>
              <a:ahLst/>
              <a:cxnLst/>
              <a:rect l="l" t="t" r="r" b="b"/>
              <a:pathLst>
                <a:path w="102008" h="9007" extrusionOk="0">
                  <a:moveTo>
                    <a:pt x="1" y="0"/>
                  </a:moveTo>
                  <a:lnTo>
                    <a:pt x="1" y="6305"/>
                  </a:lnTo>
                  <a:cubicBezTo>
                    <a:pt x="1" y="7806"/>
                    <a:pt x="1202" y="9007"/>
                    <a:pt x="2703" y="9007"/>
                  </a:cubicBezTo>
                  <a:lnTo>
                    <a:pt x="99305" y="9007"/>
                  </a:lnTo>
                  <a:cubicBezTo>
                    <a:pt x="100806" y="9007"/>
                    <a:pt x="102007" y="7806"/>
                    <a:pt x="102007" y="6305"/>
                  </a:cubicBezTo>
                  <a:lnTo>
                    <a:pt x="102007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52"/>
            <p:cNvSpPr/>
            <p:nvPr/>
          </p:nvSpPr>
          <p:spPr>
            <a:xfrm rot="-210350">
              <a:off x="1032414" y="1179912"/>
              <a:ext cx="3749180" cy="2234106"/>
            </a:xfrm>
            <a:custGeom>
              <a:avLst/>
              <a:gdLst/>
              <a:ahLst/>
              <a:cxnLst/>
              <a:rect l="l" t="t" r="r" b="b"/>
              <a:pathLst>
                <a:path w="102008" h="60745" extrusionOk="0">
                  <a:moveTo>
                    <a:pt x="2703" y="1"/>
                  </a:moveTo>
                  <a:cubicBezTo>
                    <a:pt x="1202" y="1"/>
                    <a:pt x="1" y="1235"/>
                    <a:pt x="1" y="2736"/>
                  </a:cubicBezTo>
                  <a:lnTo>
                    <a:pt x="1" y="60744"/>
                  </a:lnTo>
                  <a:lnTo>
                    <a:pt x="102007" y="60744"/>
                  </a:lnTo>
                  <a:lnTo>
                    <a:pt x="102007" y="2736"/>
                  </a:lnTo>
                  <a:cubicBezTo>
                    <a:pt x="102007" y="1235"/>
                    <a:pt x="100806" y="1"/>
                    <a:pt x="99305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52"/>
            <p:cNvSpPr/>
            <p:nvPr/>
          </p:nvSpPr>
          <p:spPr>
            <a:xfrm rot="-210350">
              <a:off x="1163560" y="1313793"/>
              <a:ext cx="3481870" cy="1964189"/>
            </a:xfrm>
            <a:custGeom>
              <a:avLst/>
              <a:gdLst/>
              <a:ahLst/>
              <a:cxnLst/>
              <a:rect l="l" t="t" r="r" b="b"/>
              <a:pathLst>
                <a:path w="94735" h="53406" extrusionOk="0">
                  <a:moveTo>
                    <a:pt x="0" y="1"/>
                  </a:moveTo>
                  <a:lnTo>
                    <a:pt x="0" y="53406"/>
                  </a:lnTo>
                  <a:lnTo>
                    <a:pt x="94734" y="53406"/>
                  </a:lnTo>
                  <a:lnTo>
                    <a:pt x="94734" y="1"/>
                  </a:lnTo>
                  <a:close/>
                </a:path>
              </a:pathLst>
            </a:custGeom>
            <a:solidFill>
              <a:srgbClr val="424C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52"/>
            <p:cNvSpPr/>
            <p:nvPr/>
          </p:nvSpPr>
          <p:spPr>
            <a:xfrm rot="-210350">
              <a:off x="2932050" y="3509370"/>
              <a:ext cx="118972" cy="119052"/>
            </a:xfrm>
            <a:custGeom>
              <a:avLst/>
              <a:gdLst/>
              <a:ahLst/>
              <a:cxnLst/>
              <a:rect l="l" t="t" r="r" b="b"/>
              <a:pathLst>
                <a:path w="3237" h="3237" extrusionOk="0">
                  <a:moveTo>
                    <a:pt x="1635" y="1"/>
                  </a:moveTo>
                  <a:cubicBezTo>
                    <a:pt x="735" y="1"/>
                    <a:pt x="1" y="735"/>
                    <a:pt x="1" y="1602"/>
                  </a:cubicBezTo>
                  <a:cubicBezTo>
                    <a:pt x="1" y="2503"/>
                    <a:pt x="735" y="3237"/>
                    <a:pt x="1635" y="3237"/>
                  </a:cubicBezTo>
                  <a:cubicBezTo>
                    <a:pt x="2502" y="3237"/>
                    <a:pt x="3236" y="2503"/>
                    <a:pt x="3236" y="1602"/>
                  </a:cubicBezTo>
                  <a:cubicBezTo>
                    <a:pt x="3236" y="735"/>
                    <a:pt x="2502" y="1"/>
                    <a:pt x="163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09" name="Google Shape;2409;p52"/>
            <p:cNvPicPr preferRelativeResize="0"/>
            <p:nvPr/>
          </p:nvPicPr>
          <p:blipFill rotWithShape="1">
            <a:blip r:embed="rId3">
              <a:alphaModFix/>
            </a:blip>
            <a:srcRect l="149" r="139"/>
            <a:stretch/>
          </p:blipFill>
          <p:spPr>
            <a:xfrm rot="-210423">
              <a:off x="1163528" y="1313760"/>
              <a:ext cx="3482021" cy="1964450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410" name="Google Shape;2410;p52"/>
            <p:cNvSpPr/>
            <p:nvPr/>
          </p:nvSpPr>
          <p:spPr>
            <a:xfrm rot="-210350">
              <a:off x="2377787" y="4134526"/>
              <a:ext cx="1282450" cy="69953"/>
            </a:xfrm>
            <a:custGeom>
              <a:avLst/>
              <a:gdLst/>
              <a:ahLst/>
              <a:cxnLst/>
              <a:rect l="l" t="t" r="r" b="b"/>
              <a:pathLst>
                <a:path w="34893" h="1902" extrusionOk="0">
                  <a:moveTo>
                    <a:pt x="1268" y="0"/>
                  </a:moveTo>
                  <a:cubicBezTo>
                    <a:pt x="568" y="0"/>
                    <a:pt x="1" y="567"/>
                    <a:pt x="1" y="1268"/>
                  </a:cubicBezTo>
                  <a:lnTo>
                    <a:pt x="1" y="1902"/>
                  </a:lnTo>
                  <a:lnTo>
                    <a:pt x="34892" y="1902"/>
                  </a:lnTo>
                  <a:lnTo>
                    <a:pt x="34892" y="1268"/>
                  </a:lnTo>
                  <a:cubicBezTo>
                    <a:pt x="34892" y="567"/>
                    <a:pt x="34325" y="0"/>
                    <a:pt x="33658" y="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52"/>
          <p:cNvGrpSpPr/>
          <p:nvPr/>
        </p:nvGrpSpPr>
        <p:grpSpPr>
          <a:xfrm>
            <a:off x="7884550" y="-435484"/>
            <a:ext cx="1654601" cy="2047591"/>
            <a:chOff x="7884550" y="-435484"/>
            <a:chExt cx="1654601" cy="2047591"/>
          </a:xfrm>
        </p:grpSpPr>
        <p:sp>
          <p:nvSpPr>
            <p:cNvPr id="2412" name="Google Shape;2412;p52"/>
            <p:cNvSpPr/>
            <p:nvPr/>
          </p:nvSpPr>
          <p:spPr>
            <a:xfrm>
              <a:off x="7884550" y="-435484"/>
              <a:ext cx="1048009" cy="1043800"/>
            </a:xfrm>
            <a:custGeom>
              <a:avLst/>
              <a:gdLst/>
              <a:ahLst/>
              <a:cxnLst/>
              <a:rect l="l" t="t" r="r" b="b"/>
              <a:pathLst>
                <a:path w="36104" h="35959" extrusionOk="0">
                  <a:moveTo>
                    <a:pt x="2788" y="0"/>
                  </a:moveTo>
                  <a:cubicBezTo>
                    <a:pt x="919" y="0"/>
                    <a:pt x="1" y="1394"/>
                    <a:pt x="697" y="3104"/>
                  </a:cubicBezTo>
                  <a:lnTo>
                    <a:pt x="13808" y="34614"/>
                  </a:lnTo>
                  <a:cubicBezTo>
                    <a:pt x="14172" y="35506"/>
                    <a:pt x="14707" y="35959"/>
                    <a:pt x="15267" y="35959"/>
                  </a:cubicBezTo>
                  <a:cubicBezTo>
                    <a:pt x="15780" y="35959"/>
                    <a:pt x="16314" y="35577"/>
                    <a:pt x="16754" y="34804"/>
                  </a:cubicBezTo>
                  <a:lnTo>
                    <a:pt x="35185" y="2914"/>
                  </a:lnTo>
                  <a:cubicBezTo>
                    <a:pt x="36103" y="1299"/>
                    <a:pt x="35343" y="0"/>
                    <a:pt x="33507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52"/>
            <p:cNvSpPr/>
            <p:nvPr/>
          </p:nvSpPr>
          <p:spPr>
            <a:xfrm>
              <a:off x="8355352" y="-177350"/>
              <a:ext cx="1012622" cy="915651"/>
            </a:xfrm>
            <a:custGeom>
              <a:avLst/>
              <a:gdLst/>
              <a:ahLst/>
              <a:cxnLst/>
              <a:rect l="l" t="t" r="r" b="b"/>
              <a:pathLst>
                <a:path w="33740" h="30509" extrusionOk="0">
                  <a:moveTo>
                    <a:pt x="20469" y="1"/>
                  </a:moveTo>
                  <a:cubicBezTo>
                    <a:pt x="19721" y="1"/>
                    <a:pt x="18989" y="413"/>
                    <a:pt x="18475" y="1242"/>
                  </a:cubicBezTo>
                  <a:lnTo>
                    <a:pt x="741" y="28699"/>
                  </a:lnTo>
                  <a:cubicBezTo>
                    <a:pt x="1" y="29832"/>
                    <a:pt x="122" y="30509"/>
                    <a:pt x="893" y="30509"/>
                  </a:cubicBezTo>
                  <a:cubicBezTo>
                    <a:pt x="1179" y="30509"/>
                    <a:pt x="1554" y="30416"/>
                    <a:pt x="2007" y="30219"/>
                  </a:cubicBezTo>
                  <a:lnTo>
                    <a:pt x="31586" y="17710"/>
                  </a:lnTo>
                  <a:cubicBezTo>
                    <a:pt x="33296" y="16982"/>
                    <a:pt x="33740" y="15208"/>
                    <a:pt x="32600" y="13751"/>
                  </a:cubicBezTo>
                  <a:lnTo>
                    <a:pt x="22402" y="1021"/>
                  </a:lnTo>
                  <a:cubicBezTo>
                    <a:pt x="21844" y="342"/>
                    <a:pt x="21150" y="1"/>
                    <a:pt x="204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52"/>
            <p:cNvSpPr/>
            <p:nvPr/>
          </p:nvSpPr>
          <p:spPr>
            <a:xfrm>
              <a:off x="8303775" y="358763"/>
              <a:ext cx="1235376" cy="1253344"/>
            </a:xfrm>
            <a:custGeom>
              <a:avLst/>
              <a:gdLst/>
              <a:ahLst/>
              <a:cxnLst/>
              <a:rect l="l" t="t" r="r" b="b"/>
              <a:pathLst>
                <a:path w="43866" h="44504" extrusionOk="0">
                  <a:moveTo>
                    <a:pt x="43238" y="0"/>
                  </a:moveTo>
                  <a:cubicBezTo>
                    <a:pt x="42974" y="0"/>
                    <a:pt x="42579" y="95"/>
                    <a:pt x="42062" y="292"/>
                  </a:cubicBezTo>
                  <a:lnTo>
                    <a:pt x="9791" y="13055"/>
                  </a:lnTo>
                  <a:cubicBezTo>
                    <a:pt x="7891" y="13910"/>
                    <a:pt x="6466" y="15588"/>
                    <a:pt x="5896" y="17583"/>
                  </a:cubicBezTo>
                  <a:lnTo>
                    <a:pt x="227" y="42855"/>
                  </a:lnTo>
                  <a:cubicBezTo>
                    <a:pt x="0" y="43934"/>
                    <a:pt x="158" y="44504"/>
                    <a:pt x="598" y="44504"/>
                  </a:cubicBezTo>
                  <a:cubicBezTo>
                    <a:pt x="895" y="44504"/>
                    <a:pt x="1320" y="44245"/>
                    <a:pt x="1842" y="43710"/>
                  </a:cubicBezTo>
                  <a:lnTo>
                    <a:pt x="42854" y="1464"/>
                  </a:lnTo>
                  <a:cubicBezTo>
                    <a:pt x="43767" y="529"/>
                    <a:pt x="43866" y="0"/>
                    <a:pt x="43238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5" name="Google Shape;2415;p52"/>
          <p:cNvGrpSpPr/>
          <p:nvPr/>
        </p:nvGrpSpPr>
        <p:grpSpPr>
          <a:xfrm>
            <a:off x="-967452" y="2709067"/>
            <a:ext cx="2587959" cy="2469446"/>
            <a:chOff x="-368350" y="3328475"/>
            <a:chExt cx="1633400" cy="1558600"/>
          </a:xfrm>
        </p:grpSpPr>
        <p:sp>
          <p:nvSpPr>
            <p:cNvPr id="2416" name="Google Shape;2416;p52"/>
            <p:cNvSpPr/>
            <p:nvPr/>
          </p:nvSpPr>
          <p:spPr>
            <a:xfrm>
              <a:off x="229400" y="3328475"/>
              <a:ext cx="562350" cy="898075"/>
            </a:xfrm>
            <a:custGeom>
              <a:avLst/>
              <a:gdLst/>
              <a:ahLst/>
              <a:cxnLst/>
              <a:rect l="l" t="t" r="r" b="b"/>
              <a:pathLst>
                <a:path w="22494" h="35923" extrusionOk="0">
                  <a:moveTo>
                    <a:pt x="21480" y="0"/>
                  </a:moveTo>
                  <a:cubicBezTo>
                    <a:pt x="21127" y="0"/>
                    <a:pt x="20682" y="179"/>
                    <a:pt x="20174" y="558"/>
                  </a:cubicBezTo>
                  <a:lnTo>
                    <a:pt x="1806" y="14080"/>
                  </a:lnTo>
                  <a:cubicBezTo>
                    <a:pt x="286" y="15157"/>
                    <a:pt x="1" y="17279"/>
                    <a:pt x="1141" y="18767"/>
                  </a:cubicBezTo>
                  <a:lnTo>
                    <a:pt x="13618" y="34982"/>
                  </a:lnTo>
                  <a:cubicBezTo>
                    <a:pt x="14098" y="35612"/>
                    <a:pt x="14596" y="35923"/>
                    <a:pt x="15034" y="35923"/>
                  </a:cubicBezTo>
                  <a:cubicBezTo>
                    <a:pt x="15608" y="35923"/>
                    <a:pt x="16081" y="35390"/>
                    <a:pt x="16279" y="34348"/>
                  </a:cubicBezTo>
                  <a:lnTo>
                    <a:pt x="22264" y="1856"/>
                  </a:lnTo>
                  <a:cubicBezTo>
                    <a:pt x="22493" y="667"/>
                    <a:pt x="22160" y="0"/>
                    <a:pt x="21480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52"/>
            <p:cNvSpPr/>
            <p:nvPr/>
          </p:nvSpPr>
          <p:spPr>
            <a:xfrm>
              <a:off x="-246425" y="3682350"/>
              <a:ext cx="1050750" cy="911900"/>
            </a:xfrm>
            <a:custGeom>
              <a:avLst/>
              <a:gdLst/>
              <a:ahLst/>
              <a:cxnLst/>
              <a:rect l="l" t="t" r="r" b="b"/>
              <a:pathLst>
                <a:path w="42030" h="36476" extrusionOk="0">
                  <a:moveTo>
                    <a:pt x="12334" y="0"/>
                  </a:moveTo>
                  <a:cubicBezTo>
                    <a:pt x="11543" y="0"/>
                    <a:pt x="10749" y="357"/>
                    <a:pt x="10230" y="1065"/>
                  </a:cubicBezTo>
                  <a:lnTo>
                    <a:pt x="1204" y="12023"/>
                  </a:lnTo>
                  <a:cubicBezTo>
                    <a:pt x="1" y="13353"/>
                    <a:pt x="444" y="15443"/>
                    <a:pt x="2059" y="16203"/>
                  </a:cubicBezTo>
                  <a:lnTo>
                    <a:pt x="40284" y="36060"/>
                  </a:lnTo>
                  <a:cubicBezTo>
                    <a:pt x="40828" y="36342"/>
                    <a:pt x="41237" y="36476"/>
                    <a:pt x="41499" y="36476"/>
                  </a:cubicBezTo>
                  <a:cubicBezTo>
                    <a:pt x="42030" y="36476"/>
                    <a:pt x="41955" y="35926"/>
                    <a:pt x="41170" y="34951"/>
                  </a:cubicBezTo>
                  <a:lnTo>
                    <a:pt x="14442" y="1097"/>
                  </a:lnTo>
                  <a:cubicBezTo>
                    <a:pt x="13932" y="365"/>
                    <a:pt x="13134" y="0"/>
                    <a:pt x="12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52"/>
            <p:cNvSpPr/>
            <p:nvPr/>
          </p:nvSpPr>
          <p:spPr>
            <a:xfrm>
              <a:off x="-368350" y="4222850"/>
              <a:ext cx="1633400" cy="664225"/>
            </a:xfrm>
            <a:custGeom>
              <a:avLst/>
              <a:gdLst/>
              <a:ahLst/>
              <a:cxnLst/>
              <a:rect l="l" t="t" r="r" b="b"/>
              <a:pathLst>
                <a:path w="65336" h="26569" extrusionOk="0">
                  <a:moveTo>
                    <a:pt x="10846" y="1"/>
                  </a:moveTo>
                  <a:cubicBezTo>
                    <a:pt x="9633" y="1"/>
                    <a:pt x="8489" y="764"/>
                    <a:pt x="8076" y="2025"/>
                  </a:cubicBezTo>
                  <a:lnTo>
                    <a:pt x="602" y="23148"/>
                  </a:lnTo>
                  <a:cubicBezTo>
                    <a:pt x="0" y="24890"/>
                    <a:pt x="1014" y="26315"/>
                    <a:pt x="2851" y="26315"/>
                  </a:cubicBezTo>
                  <a:cubicBezTo>
                    <a:pt x="2851" y="26315"/>
                    <a:pt x="64382" y="26378"/>
                    <a:pt x="65323" y="26564"/>
                  </a:cubicBezTo>
                  <a:lnTo>
                    <a:pt x="65323" y="26564"/>
                  </a:lnTo>
                  <a:lnTo>
                    <a:pt x="12225" y="347"/>
                  </a:lnTo>
                  <a:cubicBezTo>
                    <a:pt x="11779" y="111"/>
                    <a:pt x="11308" y="1"/>
                    <a:pt x="10846" y="1"/>
                  </a:cubicBezTo>
                  <a:close/>
                  <a:moveTo>
                    <a:pt x="65323" y="26564"/>
                  </a:moveTo>
                  <a:lnTo>
                    <a:pt x="65334" y="26569"/>
                  </a:lnTo>
                  <a:cubicBezTo>
                    <a:pt x="65336" y="26567"/>
                    <a:pt x="65332" y="26565"/>
                    <a:pt x="65323" y="26564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9" name="Google Shape;2419;p52"/>
          <p:cNvSpPr txBox="1">
            <a:spLocks noGrp="1"/>
          </p:cNvSpPr>
          <p:nvPr>
            <p:ph type="subTitle" idx="1"/>
          </p:nvPr>
        </p:nvSpPr>
        <p:spPr>
          <a:xfrm>
            <a:off x="5263200" y="2227975"/>
            <a:ext cx="29322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You can replace the image on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the screen with your own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work. Just delete this one,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add yours and center it properly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53"/>
          <p:cNvSpPr txBox="1">
            <a:spLocks noGrp="1"/>
          </p:cNvSpPr>
          <p:nvPr>
            <p:ph type="title"/>
          </p:nvPr>
        </p:nvSpPr>
        <p:spPr>
          <a:xfrm>
            <a:off x="1980700" y="1709850"/>
            <a:ext cx="2362500" cy="66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APP</a:t>
            </a:r>
            <a:endParaRPr/>
          </a:p>
        </p:txBody>
      </p:sp>
      <p:sp>
        <p:nvSpPr>
          <p:cNvPr id="2425" name="Google Shape;2425;p53"/>
          <p:cNvSpPr/>
          <p:nvPr/>
        </p:nvSpPr>
        <p:spPr>
          <a:xfrm rot="389978">
            <a:off x="7250791" y="4309333"/>
            <a:ext cx="21" cy="6884"/>
          </a:xfrm>
          <a:custGeom>
            <a:avLst/>
            <a:gdLst/>
            <a:ahLst/>
            <a:cxnLst/>
            <a:rect l="l" t="t" r="r" b="b"/>
            <a:pathLst>
              <a:path w="1" h="335" extrusionOk="0">
                <a:moveTo>
                  <a:pt x="1" y="0"/>
                </a:moveTo>
                <a:lnTo>
                  <a:pt x="1" y="335"/>
                </a:lnTo>
                <a:cubicBezTo>
                  <a:pt x="1" y="218"/>
                  <a:pt x="1" y="117"/>
                  <a:pt x="1" y="0"/>
                </a:cubicBezTo>
                <a:close/>
              </a:path>
            </a:pathLst>
          </a:custGeom>
          <a:solidFill>
            <a:srgbClr val="DFDF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26" name="Google Shape;2426;p53"/>
          <p:cNvGrpSpPr/>
          <p:nvPr/>
        </p:nvGrpSpPr>
        <p:grpSpPr>
          <a:xfrm>
            <a:off x="4771435" y="810433"/>
            <a:ext cx="2607436" cy="3628308"/>
            <a:chOff x="5000035" y="810433"/>
            <a:chExt cx="2607436" cy="3628308"/>
          </a:xfrm>
        </p:grpSpPr>
        <p:sp>
          <p:nvSpPr>
            <p:cNvPr id="2427" name="Google Shape;2427;p53"/>
            <p:cNvSpPr/>
            <p:nvPr/>
          </p:nvSpPr>
          <p:spPr>
            <a:xfrm rot="389978">
              <a:off x="5185104" y="926144"/>
              <a:ext cx="2237299" cy="3396885"/>
            </a:xfrm>
            <a:custGeom>
              <a:avLst/>
              <a:gdLst/>
              <a:ahLst/>
              <a:cxnLst/>
              <a:rect l="l" t="t" r="r" b="b"/>
              <a:pathLst>
                <a:path w="108868" h="165294" extrusionOk="0">
                  <a:moveTo>
                    <a:pt x="6411" y="1"/>
                  </a:moveTo>
                  <a:cubicBezTo>
                    <a:pt x="2879" y="1"/>
                    <a:pt x="0" y="2863"/>
                    <a:pt x="0" y="6395"/>
                  </a:cubicBezTo>
                  <a:lnTo>
                    <a:pt x="0" y="158883"/>
                  </a:lnTo>
                  <a:cubicBezTo>
                    <a:pt x="0" y="162415"/>
                    <a:pt x="2879" y="165277"/>
                    <a:pt x="6411" y="165294"/>
                  </a:cubicBezTo>
                  <a:lnTo>
                    <a:pt x="102457" y="165294"/>
                  </a:lnTo>
                  <a:cubicBezTo>
                    <a:pt x="105989" y="165277"/>
                    <a:pt x="108868" y="162415"/>
                    <a:pt x="108868" y="158883"/>
                  </a:cubicBezTo>
                  <a:lnTo>
                    <a:pt x="108868" y="6395"/>
                  </a:lnTo>
                  <a:cubicBezTo>
                    <a:pt x="108868" y="2863"/>
                    <a:pt x="105989" y="1"/>
                    <a:pt x="102457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53"/>
            <p:cNvSpPr/>
            <p:nvPr/>
          </p:nvSpPr>
          <p:spPr>
            <a:xfrm rot="390344">
              <a:off x="6063642" y="4053774"/>
              <a:ext cx="179996" cy="179996"/>
            </a:xfrm>
            <a:custGeom>
              <a:avLst/>
              <a:gdLst/>
              <a:ahLst/>
              <a:cxnLst/>
              <a:rect l="l" t="t" r="r" b="b"/>
              <a:pathLst>
                <a:path w="7416" h="7416" extrusionOk="0">
                  <a:moveTo>
                    <a:pt x="3717" y="0"/>
                  </a:moveTo>
                  <a:cubicBezTo>
                    <a:pt x="1658" y="0"/>
                    <a:pt x="1" y="1657"/>
                    <a:pt x="1" y="3716"/>
                  </a:cubicBezTo>
                  <a:cubicBezTo>
                    <a:pt x="1" y="5758"/>
                    <a:pt x="1658" y="7415"/>
                    <a:pt x="3717" y="7415"/>
                  </a:cubicBezTo>
                  <a:cubicBezTo>
                    <a:pt x="5759" y="7415"/>
                    <a:pt x="7416" y="5758"/>
                    <a:pt x="7416" y="3716"/>
                  </a:cubicBezTo>
                  <a:cubicBezTo>
                    <a:pt x="7416" y="1657"/>
                    <a:pt x="5759" y="0"/>
                    <a:pt x="371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29" name="Google Shape;2429;p53"/>
            <p:cNvPicPr preferRelativeResize="0"/>
            <p:nvPr/>
          </p:nvPicPr>
          <p:blipFill rotWithShape="1">
            <a:blip r:embed="rId3">
              <a:alphaModFix/>
            </a:blip>
            <a:srcRect l="18739" t="425" r="39364" b="534"/>
            <a:stretch/>
          </p:blipFill>
          <p:spPr>
            <a:xfrm rot="389978">
              <a:off x="5284134" y="1257042"/>
              <a:ext cx="2041557" cy="2714724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2430" name="Google Shape;2430;p53"/>
          <p:cNvGrpSpPr/>
          <p:nvPr/>
        </p:nvGrpSpPr>
        <p:grpSpPr>
          <a:xfrm flipH="1">
            <a:off x="-738826" y="-40105"/>
            <a:ext cx="2459782" cy="2450540"/>
            <a:chOff x="7986850" y="754325"/>
            <a:chExt cx="1596950" cy="1590950"/>
          </a:xfrm>
        </p:grpSpPr>
        <p:sp>
          <p:nvSpPr>
            <p:cNvPr id="2431" name="Google Shape;2431;p53"/>
            <p:cNvSpPr/>
            <p:nvPr/>
          </p:nvSpPr>
          <p:spPr>
            <a:xfrm flipH="1">
              <a:off x="8561700" y="1331125"/>
              <a:ext cx="429875" cy="1014150"/>
            </a:xfrm>
            <a:custGeom>
              <a:avLst/>
              <a:gdLst/>
              <a:ahLst/>
              <a:cxnLst/>
              <a:rect l="l" t="t" r="r" b="b"/>
              <a:pathLst>
                <a:path w="17195" h="40566" extrusionOk="0">
                  <a:moveTo>
                    <a:pt x="12569" y="1"/>
                  </a:moveTo>
                  <a:cubicBezTo>
                    <a:pt x="12310" y="1"/>
                    <a:pt x="12007" y="414"/>
                    <a:pt x="11718" y="1250"/>
                  </a:cubicBezTo>
                  <a:lnTo>
                    <a:pt x="634" y="32697"/>
                  </a:lnTo>
                  <a:cubicBezTo>
                    <a:pt x="0" y="34407"/>
                    <a:pt x="950" y="36339"/>
                    <a:pt x="2724" y="36877"/>
                  </a:cubicBezTo>
                  <a:lnTo>
                    <a:pt x="14188" y="40424"/>
                  </a:lnTo>
                  <a:cubicBezTo>
                    <a:pt x="14498" y="40520"/>
                    <a:pt x="14794" y="40566"/>
                    <a:pt x="15070" y="40566"/>
                  </a:cubicBezTo>
                  <a:cubicBezTo>
                    <a:pt x="16345" y="40566"/>
                    <a:pt x="17195" y="39591"/>
                    <a:pt x="17038" y="38081"/>
                  </a:cubicBezTo>
                  <a:lnTo>
                    <a:pt x="13175" y="1440"/>
                  </a:lnTo>
                  <a:cubicBezTo>
                    <a:pt x="13076" y="485"/>
                    <a:pt x="12849" y="1"/>
                    <a:pt x="1256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53"/>
            <p:cNvSpPr/>
            <p:nvPr/>
          </p:nvSpPr>
          <p:spPr>
            <a:xfrm flipH="1">
              <a:off x="8690625" y="1184300"/>
              <a:ext cx="703950" cy="674050"/>
            </a:xfrm>
            <a:custGeom>
              <a:avLst/>
              <a:gdLst/>
              <a:ahLst/>
              <a:cxnLst/>
              <a:rect l="l" t="t" r="r" b="b"/>
              <a:pathLst>
                <a:path w="28158" h="26962" extrusionOk="0">
                  <a:moveTo>
                    <a:pt x="27025" y="0"/>
                  </a:moveTo>
                  <a:cubicBezTo>
                    <a:pt x="26714" y="0"/>
                    <a:pt x="26326" y="101"/>
                    <a:pt x="25874" y="314"/>
                  </a:cubicBezTo>
                  <a:lnTo>
                    <a:pt x="1869" y="11747"/>
                  </a:lnTo>
                  <a:cubicBezTo>
                    <a:pt x="223" y="12538"/>
                    <a:pt x="1" y="14185"/>
                    <a:pt x="1426" y="15357"/>
                  </a:cubicBezTo>
                  <a:lnTo>
                    <a:pt x="14379" y="26283"/>
                  </a:lnTo>
                  <a:cubicBezTo>
                    <a:pt x="14911" y="26743"/>
                    <a:pt x="15495" y="26962"/>
                    <a:pt x="16051" y="26962"/>
                  </a:cubicBezTo>
                  <a:cubicBezTo>
                    <a:pt x="16951" y="26962"/>
                    <a:pt x="17780" y="26389"/>
                    <a:pt x="18211" y="25333"/>
                  </a:cubicBezTo>
                  <a:lnTo>
                    <a:pt x="27648" y="1993"/>
                  </a:lnTo>
                  <a:cubicBezTo>
                    <a:pt x="28157" y="743"/>
                    <a:pt x="27871" y="0"/>
                    <a:pt x="270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53"/>
            <p:cNvSpPr/>
            <p:nvPr/>
          </p:nvSpPr>
          <p:spPr>
            <a:xfrm flipH="1">
              <a:off x="7986850" y="754325"/>
              <a:ext cx="1596950" cy="562975"/>
            </a:xfrm>
            <a:custGeom>
              <a:avLst/>
              <a:gdLst/>
              <a:ahLst/>
              <a:cxnLst/>
              <a:rect l="l" t="t" r="r" b="b"/>
              <a:pathLst>
                <a:path w="63878" h="22519" extrusionOk="0">
                  <a:moveTo>
                    <a:pt x="2471" y="0"/>
                  </a:moveTo>
                  <a:cubicBezTo>
                    <a:pt x="603" y="0"/>
                    <a:pt x="1" y="1204"/>
                    <a:pt x="1109" y="2692"/>
                  </a:cubicBezTo>
                  <a:lnTo>
                    <a:pt x="14537" y="20933"/>
                  </a:lnTo>
                  <a:cubicBezTo>
                    <a:pt x="15366" y="21959"/>
                    <a:pt x="16602" y="22519"/>
                    <a:pt x="17870" y="22519"/>
                  </a:cubicBezTo>
                  <a:cubicBezTo>
                    <a:pt x="18442" y="22519"/>
                    <a:pt x="19021" y="22405"/>
                    <a:pt x="19572" y="22168"/>
                  </a:cubicBezTo>
                  <a:lnTo>
                    <a:pt x="62199" y="1457"/>
                  </a:lnTo>
                  <a:cubicBezTo>
                    <a:pt x="63877" y="665"/>
                    <a:pt x="63719" y="0"/>
                    <a:pt x="61851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4" name="Google Shape;2434;p53"/>
          <p:cNvGrpSpPr/>
          <p:nvPr/>
        </p:nvGrpSpPr>
        <p:grpSpPr>
          <a:xfrm>
            <a:off x="6820373" y="3293308"/>
            <a:ext cx="3140403" cy="2212955"/>
            <a:chOff x="-1515225" y="1137250"/>
            <a:chExt cx="2334525" cy="1645075"/>
          </a:xfrm>
        </p:grpSpPr>
        <p:sp>
          <p:nvSpPr>
            <p:cNvPr id="2435" name="Google Shape;2435;p53"/>
            <p:cNvSpPr/>
            <p:nvPr/>
          </p:nvSpPr>
          <p:spPr>
            <a:xfrm>
              <a:off x="-252400" y="1137250"/>
              <a:ext cx="1071700" cy="1359400"/>
            </a:xfrm>
            <a:custGeom>
              <a:avLst/>
              <a:gdLst/>
              <a:ahLst/>
              <a:cxnLst/>
              <a:rect l="l" t="t" r="r" b="b"/>
              <a:pathLst>
                <a:path w="42868" h="54376" extrusionOk="0">
                  <a:moveTo>
                    <a:pt x="41329" y="1"/>
                  </a:moveTo>
                  <a:cubicBezTo>
                    <a:pt x="41052" y="1"/>
                    <a:pt x="40734" y="55"/>
                    <a:pt x="40378" y="170"/>
                  </a:cubicBezTo>
                  <a:lnTo>
                    <a:pt x="2534" y="12299"/>
                  </a:lnTo>
                  <a:cubicBezTo>
                    <a:pt x="824" y="12805"/>
                    <a:pt x="0" y="14737"/>
                    <a:pt x="824" y="16352"/>
                  </a:cubicBezTo>
                  <a:lnTo>
                    <a:pt x="18717" y="53152"/>
                  </a:lnTo>
                  <a:cubicBezTo>
                    <a:pt x="19119" y="53971"/>
                    <a:pt x="19619" y="54375"/>
                    <a:pt x="20107" y="54375"/>
                  </a:cubicBezTo>
                  <a:cubicBezTo>
                    <a:pt x="20618" y="54375"/>
                    <a:pt x="21115" y="53932"/>
                    <a:pt x="21472" y="53057"/>
                  </a:cubicBezTo>
                  <a:lnTo>
                    <a:pt x="42310" y="2260"/>
                  </a:lnTo>
                  <a:cubicBezTo>
                    <a:pt x="42867" y="867"/>
                    <a:pt x="42432" y="1"/>
                    <a:pt x="41329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53"/>
            <p:cNvSpPr/>
            <p:nvPr/>
          </p:nvSpPr>
          <p:spPr>
            <a:xfrm>
              <a:off x="-611050" y="1850750"/>
              <a:ext cx="836075" cy="783950"/>
            </a:xfrm>
            <a:custGeom>
              <a:avLst/>
              <a:gdLst/>
              <a:ahLst/>
              <a:cxnLst/>
              <a:rect l="l" t="t" r="r" b="b"/>
              <a:pathLst>
                <a:path w="33443" h="31358" extrusionOk="0">
                  <a:moveTo>
                    <a:pt x="17014" y="1"/>
                  </a:moveTo>
                  <a:cubicBezTo>
                    <a:pt x="16447" y="1"/>
                    <a:pt x="15880" y="405"/>
                    <a:pt x="15455" y="1208"/>
                  </a:cubicBezTo>
                  <a:lnTo>
                    <a:pt x="887" y="28412"/>
                  </a:lnTo>
                  <a:cubicBezTo>
                    <a:pt x="0" y="30027"/>
                    <a:pt x="792" y="31357"/>
                    <a:pt x="2660" y="31357"/>
                  </a:cubicBezTo>
                  <a:lnTo>
                    <a:pt x="30751" y="31357"/>
                  </a:lnTo>
                  <a:cubicBezTo>
                    <a:pt x="32619" y="31357"/>
                    <a:pt x="33443" y="30027"/>
                    <a:pt x="32587" y="28380"/>
                  </a:cubicBezTo>
                  <a:lnTo>
                    <a:pt x="18590" y="1240"/>
                  </a:lnTo>
                  <a:cubicBezTo>
                    <a:pt x="18160" y="413"/>
                    <a:pt x="17587" y="1"/>
                    <a:pt x="17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53"/>
            <p:cNvSpPr/>
            <p:nvPr/>
          </p:nvSpPr>
          <p:spPr>
            <a:xfrm>
              <a:off x="-1515225" y="2048550"/>
              <a:ext cx="1141300" cy="733775"/>
            </a:xfrm>
            <a:custGeom>
              <a:avLst/>
              <a:gdLst/>
              <a:ahLst/>
              <a:cxnLst/>
              <a:rect l="l" t="t" r="r" b="b"/>
              <a:pathLst>
                <a:path w="45652" h="29351" extrusionOk="0">
                  <a:moveTo>
                    <a:pt x="44756" y="0"/>
                  </a:moveTo>
                  <a:cubicBezTo>
                    <a:pt x="44464" y="0"/>
                    <a:pt x="44078" y="95"/>
                    <a:pt x="43609" y="295"/>
                  </a:cubicBezTo>
                  <a:lnTo>
                    <a:pt x="1711" y="18030"/>
                  </a:lnTo>
                  <a:cubicBezTo>
                    <a:pt x="1" y="18726"/>
                    <a:pt x="33" y="19866"/>
                    <a:pt x="1743" y="20532"/>
                  </a:cubicBezTo>
                  <a:lnTo>
                    <a:pt x="24069" y="29114"/>
                  </a:lnTo>
                  <a:cubicBezTo>
                    <a:pt x="24533" y="29274"/>
                    <a:pt x="25009" y="29351"/>
                    <a:pt x="25479" y="29351"/>
                  </a:cubicBezTo>
                  <a:cubicBezTo>
                    <a:pt x="26869" y="29351"/>
                    <a:pt x="28205" y="28674"/>
                    <a:pt x="29010" y="27467"/>
                  </a:cubicBezTo>
                  <a:lnTo>
                    <a:pt x="44939" y="1815"/>
                  </a:lnTo>
                  <a:cubicBezTo>
                    <a:pt x="45652" y="666"/>
                    <a:pt x="45530" y="0"/>
                    <a:pt x="44756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8" name="Google Shape;2438;p53"/>
          <p:cNvSpPr txBox="1">
            <a:spLocks noGrp="1"/>
          </p:cNvSpPr>
          <p:nvPr>
            <p:ph type="subTitle" idx="1"/>
          </p:nvPr>
        </p:nvSpPr>
        <p:spPr>
          <a:xfrm>
            <a:off x="2055900" y="2239438"/>
            <a:ext cx="2287500" cy="12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You can replace the image on the screen with your own work. Just delete this one, add yours and center it properly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54"/>
          <p:cNvSpPr txBox="1">
            <a:spLocks noGrp="1"/>
          </p:cNvSpPr>
          <p:nvPr>
            <p:ph type="title"/>
          </p:nvPr>
        </p:nvSpPr>
        <p:spPr>
          <a:xfrm>
            <a:off x="4910825" y="1588488"/>
            <a:ext cx="2531700" cy="67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WEB</a:t>
            </a:r>
            <a:endParaRPr/>
          </a:p>
        </p:txBody>
      </p:sp>
      <p:grpSp>
        <p:nvGrpSpPr>
          <p:cNvPr id="2444" name="Google Shape;2444;p54"/>
          <p:cNvGrpSpPr/>
          <p:nvPr/>
        </p:nvGrpSpPr>
        <p:grpSpPr>
          <a:xfrm>
            <a:off x="2136589" y="741312"/>
            <a:ext cx="2267420" cy="3782684"/>
            <a:chOff x="2136589" y="741312"/>
            <a:chExt cx="2267420" cy="3782684"/>
          </a:xfrm>
        </p:grpSpPr>
        <p:sp>
          <p:nvSpPr>
            <p:cNvPr id="2445" name="Google Shape;2445;p54"/>
            <p:cNvSpPr/>
            <p:nvPr/>
          </p:nvSpPr>
          <p:spPr>
            <a:xfrm rot="-416077">
              <a:off x="2346298" y="839757"/>
              <a:ext cx="1848002" cy="3585794"/>
            </a:xfrm>
            <a:custGeom>
              <a:avLst/>
              <a:gdLst/>
              <a:ahLst/>
              <a:cxnLst/>
              <a:rect l="l" t="t" r="r" b="b"/>
              <a:pathLst>
                <a:path w="94002" h="182398" extrusionOk="0">
                  <a:moveTo>
                    <a:pt x="10675" y="1"/>
                  </a:moveTo>
                  <a:cubicBezTo>
                    <a:pt x="4771" y="1"/>
                    <a:pt x="1" y="4771"/>
                    <a:pt x="1" y="10708"/>
                  </a:cubicBezTo>
                  <a:lnTo>
                    <a:pt x="1" y="171690"/>
                  </a:lnTo>
                  <a:cubicBezTo>
                    <a:pt x="1" y="177628"/>
                    <a:pt x="4771" y="182398"/>
                    <a:pt x="10675" y="182398"/>
                  </a:cubicBezTo>
                  <a:lnTo>
                    <a:pt x="83327" y="182398"/>
                  </a:lnTo>
                  <a:cubicBezTo>
                    <a:pt x="89231" y="182398"/>
                    <a:pt x="94001" y="177628"/>
                    <a:pt x="94001" y="171690"/>
                  </a:cubicBezTo>
                  <a:lnTo>
                    <a:pt x="94001" y="10708"/>
                  </a:lnTo>
                  <a:cubicBezTo>
                    <a:pt x="94001" y="4771"/>
                    <a:pt x="89231" y="1"/>
                    <a:pt x="83327" y="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54"/>
            <p:cNvSpPr/>
            <p:nvPr/>
          </p:nvSpPr>
          <p:spPr>
            <a:xfrm rot="-416077">
              <a:off x="3335171" y="4089260"/>
              <a:ext cx="255766" cy="256415"/>
            </a:xfrm>
            <a:custGeom>
              <a:avLst/>
              <a:gdLst/>
              <a:ahLst/>
              <a:cxnLst/>
              <a:rect l="l" t="t" r="r" b="b"/>
              <a:pathLst>
                <a:path w="13010" h="13043" extrusionOk="0">
                  <a:moveTo>
                    <a:pt x="6505" y="0"/>
                  </a:moveTo>
                  <a:cubicBezTo>
                    <a:pt x="2903" y="0"/>
                    <a:pt x="0" y="2936"/>
                    <a:pt x="0" y="6538"/>
                  </a:cubicBezTo>
                  <a:cubicBezTo>
                    <a:pt x="0" y="10141"/>
                    <a:pt x="2903" y="13043"/>
                    <a:pt x="6505" y="13043"/>
                  </a:cubicBezTo>
                  <a:cubicBezTo>
                    <a:pt x="10108" y="13043"/>
                    <a:pt x="13010" y="10141"/>
                    <a:pt x="13010" y="6538"/>
                  </a:cubicBezTo>
                  <a:cubicBezTo>
                    <a:pt x="13010" y="2936"/>
                    <a:pt x="10108" y="0"/>
                    <a:pt x="650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54"/>
            <p:cNvSpPr/>
            <p:nvPr/>
          </p:nvSpPr>
          <p:spPr>
            <a:xfrm rot="-416077">
              <a:off x="2830134" y="983539"/>
              <a:ext cx="484638" cy="39358"/>
            </a:xfrm>
            <a:custGeom>
              <a:avLst/>
              <a:gdLst/>
              <a:ahLst/>
              <a:cxnLst/>
              <a:rect l="l" t="t" r="r" b="b"/>
              <a:pathLst>
                <a:path w="24652" h="2002" extrusionOk="0">
                  <a:moveTo>
                    <a:pt x="968" y="0"/>
                  </a:moveTo>
                  <a:cubicBezTo>
                    <a:pt x="434" y="0"/>
                    <a:pt x="0" y="434"/>
                    <a:pt x="0" y="1001"/>
                  </a:cubicBezTo>
                  <a:cubicBezTo>
                    <a:pt x="0" y="1535"/>
                    <a:pt x="434" y="2002"/>
                    <a:pt x="968" y="2002"/>
                  </a:cubicBezTo>
                  <a:lnTo>
                    <a:pt x="23651" y="2002"/>
                  </a:lnTo>
                  <a:cubicBezTo>
                    <a:pt x="24184" y="2002"/>
                    <a:pt x="24651" y="1535"/>
                    <a:pt x="24651" y="1001"/>
                  </a:cubicBezTo>
                  <a:cubicBezTo>
                    <a:pt x="24651" y="434"/>
                    <a:pt x="24184" y="0"/>
                    <a:pt x="2365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54"/>
            <p:cNvSpPr/>
            <p:nvPr/>
          </p:nvSpPr>
          <p:spPr>
            <a:xfrm rot="-416077">
              <a:off x="2439141" y="1053050"/>
              <a:ext cx="47909" cy="47909"/>
            </a:xfrm>
            <a:custGeom>
              <a:avLst/>
              <a:gdLst/>
              <a:ahLst/>
              <a:cxnLst/>
              <a:rect l="l" t="t" r="r" b="b"/>
              <a:pathLst>
                <a:path w="2437" h="2437" extrusionOk="0">
                  <a:moveTo>
                    <a:pt x="1202" y="1"/>
                  </a:moveTo>
                  <a:cubicBezTo>
                    <a:pt x="535" y="1"/>
                    <a:pt x="1" y="535"/>
                    <a:pt x="1" y="1235"/>
                  </a:cubicBezTo>
                  <a:cubicBezTo>
                    <a:pt x="1" y="1902"/>
                    <a:pt x="535" y="2436"/>
                    <a:pt x="1202" y="2436"/>
                  </a:cubicBezTo>
                  <a:cubicBezTo>
                    <a:pt x="1902" y="2436"/>
                    <a:pt x="2436" y="1902"/>
                    <a:pt x="2436" y="1235"/>
                  </a:cubicBezTo>
                  <a:cubicBezTo>
                    <a:pt x="2436" y="535"/>
                    <a:pt x="1902" y="1"/>
                    <a:pt x="120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54"/>
            <p:cNvSpPr/>
            <p:nvPr/>
          </p:nvSpPr>
          <p:spPr>
            <a:xfrm rot="-416077">
              <a:off x="2518605" y="1043350"/>
              <a:ext cx="48539" cy="48558"/>
            </a:xfrm>
            <a:custGeom>
              <a:avLst/>
              <a:gdLst/>
              <a:ahLst/>
              <a:cxnLst/>
              <a:rect l="l" t="t" r="r" b="b"/>
              <a:pathLst>
                <a:path w="2469" h="2470" extrusionOk="0">
                  <a:moveTo>
                    <a:pt x="1268" y="1"/>
                  </a:moveTo>
                  <a:cubicBezTo>
                    <a:pt x="568" y="1"/>
                    <a:pt x="1" y="535"/>
                    <a:pt x="1" y="1235"/>
                  </a:cubicBezTo>
                  <a:cubicBezTo>
                    <a:pt x="1" y="1902"/>
                    <a:pt x="568" y="2469"/>
                    <a:pt x="1268" y="2469"/>
                  </a:cubicBezTo>
                  <a:cubicBezTo>
                    <a:pt x="1935" y="2469"/>
                    <a:pt x="2469" y="1902"/>
                    <a:pt x="2469" y="1235"/>
                  </a:cubicBezTo>
                  <a:cubicBezTo>
                    <a:pt x="2469" y="568"/>
                    <a:pt x="1935" y="1"/>
                    <a:pt x="126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50" name="Google Shape;2450;p54"/>
            <p:cNvPicPr preferRelativeResize="0"/>
            <p:nvPr/>
          </p:nvPicPr>
          <p:blipFill rotWithShape="1">
            <a:blip r:embed="rId3">
              <a:alphaModFix/>
            </a:blip>
            <a:srcRect l="14924" t="250" r="42151" b="-249"/>
            <a:stretch/>
          </p:blipFill>
          <p:spPr>
            <a:xfrm rot="-416079">
              <a:off x="2392202" y="1098018"/>
              <a:ext cx="1739398" cy="2931177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2451" name="Google Shape;2451;p54"/>
          <p:cNvGrpSpPr/>
          <p:nvPr/>
        </p:nvGrpSpPr>
        <p:grpSpPr>
          <a:xfrm rot="-5400000">
            <a:off x="-1595710" y="1919750"/>
            <a:ext cx="3338660" cy="1319127"/>
            <a:chOff x="2729675" y="371225"/>
            <a:chExt cx="2471800" cy="976625"/>
          </a:xfrm>
        </p:grpSpPr>
        <p:sp>
          <p:nvSpPr>
            <p:cNvPr id="2452" name="Google Shape;2452;p54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4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54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5" name="Google Shape;2455;p54"/>
          <p:cNvGrpSpPr/>
          <p:nvPr/>
        </p:nvGrpSpPr>
        <p:grpSpPr>
          <a:xfrm rot="5400000">
            <a:off x="7514265" y="1863325"/>
            <a:ext cx="3338660" cy="1319127"/>
            <a:chOff x="2729675" y="371225"/>
            <a:chExt cx="2471800" cy="976625"/>
          </a:xfrm>
        </p:grpSpPr>
        <p:sp>
          <p:nvSpPr>
            <p:cNvPr id="2456" name="Google Shape;2456;p54"/>
            <p:cNvSpPr/>
            <p:nvPr/>
          </p:nvSpPr>
          <p:spPr>
            <a:xfrm>
              <a:off x="2729675" y="371225"/>
              <a:ext cx="1334450" cy="918700"/>
            </a:xfrm>
            <a:custGeom>
              <a:avLst/>
              <a:gdLst/>
              <a:ahLst/>
              <a:cxnLst/>
              <a:rect l="l" t="t" r="r" b="b"/>
              <a:pathLst>
                <a:path w="53378" h="36748" extrusionOk="0">
                  <a:moveTo>
                    <a:pt x="36492" y="0"/>
                  </a:moveTo>
                  <a:cubicBezTo>
                    <a:pt x="36068" y="0"/>
                    <a:pt x="35636" y="80"/>
                    <a:pt x="35217" y="248"/>
                  </a:cubicBezTo>
                  <a:lnTo>
                    <a:pt x="27711" y="3288"/>
                  </a:lnTo>
                  <a:cubicBezTo>
                    <a:pt x="26001" y="3985"/>
                    <a:pt x="23151" y="5030"/>
                    <a:pt x="21409" y="5663"/>
                  </a:cubicBezTo>
                  <a:lnTo>
                    <a:pt x="1774" y="12440"/>
                  </a:lnTo>
                  <a:cubicBezTo>
                    <a:pt x="32" y="13042"/>
                    <a:pt x="1" y="14150"/>
                    <a:pt x="1679" y="14879"/>
                  </a:cubicBezTo>
                  <a:lnTo>
                    <a:pt x="51019" y="36477"/>
                  </a:lnTo>
                  <a:cubicBezTo>
                    <a:pt x="51451" y="36661"/>
                    <a:pt x="51826" y="36748"/>
                    <a:pt x="52134" y="36748"/>
                  </a:cubicBezTo>
                  <a:cubicBezTo>
                    <a:pt x="53048" y="36748"/>
                    <a:pt x="53377" y="35982"/>
                    <a:pt x="52856" y="34703"/>
                  </a:cubicBezTo>
                  <a:lnTo>
                    <a:pt x="39619" y="2116"/>
                  </a:lnTo>
                  <a:cubicBezTo>
                    <a:pt x="39089" y="794"/>
                    <a:pt x="37830" y="0"/>
                    <a:pt x="36492" y="0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54"/>
            <p:cNvSpPr/>
            <p:nvPr/>
          </p:nvSpPr>
          <p:spPr>
            <a:xfrm>
              <a:off x="2780300" y="819550"/>
              <a:ext cx="761725" cy="528300"/>
            </a:xfrm>
            <a:custGeom>
              <a:avLst/>
              <a:gdLst/>
              <a:ahLst/>
              <a:cxnLst/>
              <a:rect l="l" t="t" r="r" b="b"/>
              <a:pathLst>
                <a:path w="30469" h="21132" extrusionOk="0">
                  <a:moveTo>
                    <a:pt x="1287" y="0"/>
                  </a:moveTo>
                  <a:cubicBezTo>
                    <a:pt x="371" y="0"/>
                    <a:pt x="0" y="787"/>
                    <a:pt x="446" y="2076"/>
                  </a:cubicBezTo>
                  <a:lnTo>
                    <a:pt x="6210" y="18829"/>
                  </a:lnTo>
                  <a:cubicBezTo>
                    <a:pt x="6689" y="20241"/>
                    <a:pt x="8012" y="21131"/>
                    <a:pt x="9426" y="21131"/>
                  </a:cubicBezTo>
                  <a:cubicBezTo>
                    <a:pt x="9788" y="21131"/>
                    <a:pt x="10155" y="21073"/>
                    <a:pt x="10517" y="20951"/>
                  </a:cubicBezTo>
                  <a:lnTo>
                    <a:pt x="28663" y="14775"/>
                  </a:lnTo>
                  <a:cubicBezTo>
                    <a:pt x="30436" y="14174"/>
                    <a:pt x="30468" y="13065"/>
                    <a:pt x="28790" y="12273"/>
                  </a:cubicBezTo>
                  <a:lnTo>
                    <a:pt x="2441" y="303"/>
                  </a:lnTo>
                  <a:cubicBezTo>
                    <a:pt x="1997" y="97"/>
                    <a:pt x="1608" y="0"/>
                    <a:pt x="1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4"/>
            <p:cNvSpPr/>
            <p:nvPr/>
          </p:nvSpPr>
          <p:spPr>
            <a:xfrm>
              <a:off x="3833950" y="573975"/>
              <a:ext cx="1367525" cy="533825"/>
            </a:xfrm>
            <a:custGeom>
              <a:avLst/>
              <a:gdLst/>
              <a:ahLst/>
              <a:cxnLst/>
              <a:rect l="l" t="t" r="r" b="b"/>
              <a:pathLst>
                <a:path w="54701" h="21353" extrusionOk="0">
                  <a:moveTo>
                    <a:pt x="1980" y="1"/>
                  </a:moveTo>
                  <a:cubicBezTo>
                    <a:pt x="568" y="1"/>
                    <a:pt x="0" y="1040"/>
                    <a:pt x="673" y="2525"/>
                  </a:cubicBezTo>
                  <a:lnTo>
                    <a:pt x="8400" y="19056"/>
                  </a:lnTo>
                  <a:cubicBezTo>
                    <a:pt x="9111" y="20478"/>
                    <a:pt x="10566" y="21352"/>
                    <a:pt x="12110" y="21352"/>
                  </a:cubicBezTo>
                  <a:cubicBezTo>
                    <a:pt x="12423" y="21352"/>
                    <a:pt x="12740" y="21316"/>
                    <a:pt x="13056" y="21241"/>
                  </a:cubicBezTo>
                  <a:lnTo>
                    <a:pt x="52927" y="10474"/>
                  </a:lnTo>
                  <a:cubicBezTo>
                    <a:pt x="54700" y="9999"/>
                    <a:pt x="54669" y="9334"/>
                    <a:pt x="52864" y="9017"/>
                  </a:cubicBezTo>
                  <a:lnTo>
                    <a:pt x="2573" y="55"/>
                  </a:lnTo>
                  <a:cubicBezTo>
                    <a:pt x="2362" y="18"/>
                    <a:pt x="2164" y="1"/>
                    <a:pt x="1980" y="1"/>
                  </a:cubicBezTo>
                  <a:close/>
                </a:path>
              </a:pathLst>
            </a:custGeom>
            <a:solidFill>
              <a:srgbClr val="0058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9" name="Google Shape;2459;p54"/>
          <p:cNvSpPr txBox="1">
            <a:spLocks noGrp="1"/>
          </p:cNvSpPr>
          <p:nvPr>
            <p:ph type="subTitle" idx="1"/>
          </p:nvPr>
        </p:nvSpPr>
        <p:spPr>
          <a:xfrm>
            <a:off x="4910825" y="2138849"/>
            <a:ext cx="2531700" cy="12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You can replace the image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on the screen with your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own work. Just delete this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one, add yours and center it properly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55"/>
          <p:cNvSpPr txBox="1">
            <a:spLocks noGrp="1"/>
          </p:cNvSpPr>
          <p:nvPr>
            <p:ph type="title"/>
          </p:nvPr>
        </p:nvSpPr>
        <p:spPr>
          <a:xfrm>
            <a:off x="0" y="358032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INFORMATION</a:t>
            </a:r>
            <a:endParaRPr/>
          </a:p>
        </p:txBody>
      </p:sp>
      <p:grpSp>
        <p:nvGrpSpPr>
          <p:cNvPr id="2465" name="Google Shape;2465;p55"/>
          <p:cNvGrpSpPr/>
          <p:nvPr/>
        </p:nvGrpSpPr>
        <p:grpSpPr>
          <a:xfrm>
            <a:off x="3499225" y="1552575"/>
            <a:ext cx="2145550" cy="2314500"/>
            <a:chOff x="3470650" y="1476375"/>
            <a:chExt cx="2145550" cy="2314500"/>
          </a:xfrm>
        </p:grpSpPr>
        <p:cxnSp>
          <p:nvCxnSpPr>
            <p:cNvPr id="2466" name="Google Shape;2466;p55"/>
            <p:cNvCxnSpPr/>
            <p:nvPr/>
          </p:nvCxnSpPr>
          <p:spPr>
            <a:xfrm>
              <a:off x="3470650" y="1476375"/>
              <a:ext cx="0" cy="2314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7" name="Google Shape;2467;p55"/>
            <p:cNvCxnSpPr/>
            <p:nvPr/>
          </p:nvCxnSpPr>
          <p:spPr>
            <a:xfrm>
              <a:off x="5616200" y="1476375"/>
              <a:ext cx="0" cy="23145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68" name="Google Shape;2468;p55"/>
          <p:cNvGrpSpPr/>
          <p:nvPr/>
        </p:nvGrpSpPr>
        <p:grpSpPr>
          <a:xfrm>
            <a:off x="3935971" y="2175495"/>
            <a:ext cx="1272534" cy="1079115"/>
            <a:chOff x="2687763" y="2051080"/>
            <a:chExt cx="269999" cy="228961"/>
          </a:xfrm>
        </p:grpSpPr>
        <p:sp>
          <p:nvSpPr>
            <p:cNvPr id="2469" name="Google Shape;2469;p55"/>
            <p:cNvSpPr/>
            <p:nvPr/>
          </p:nvSpPr>
          <p:spPr>
            <a:xfrm>
              <a:off x="2687763" y="2062697"/>
              <a:ext cx="269994" cy="217343"/>
            </a:xfrm>
            <a:custGeom>
              <a:avLst/>
              <a:gdLst/>
              <a:ahLst/>
              <a:cxnLst/>
              <a:rect l="l" t="t" r="r" b="b"/>
              <a:pathLst>
                <a:path w="10133" h="8157" extrusionOk="0">
                  <a:moveTo>
                    <a:pt x="6156" y="2227"/>
                  </a:moveTo>
                  <a:lnTo>
                    <a:pt x="6966" y="2489"/>
                  </a:lnTo>
                  <a:cubicBezTo>
                    <a:pt x="6975" y="2492"/>
                    <a:pt x="6987" y="2494"/>
                    <a:pt x="6999" y="2494"/>
                  </a:cubicBezTo>
                  <a:cubicBezTo>
                    <a:pt x="7032" y="2494"/>
                    <a:pt x="7071" y="2483"/>
                    <a:pt x="7097" y="2465"/>
                  </a:cubicBezTo>
                  <a:lnTo>
                    <a:pt x="7347" y="2263"/>
                  </a:lnTo>
                  <a:lnTo>
                    <a:pt x="9121" y="4585"/>
                  </a:lnTo>
                  <a:lnTo>
                    <a:pt x="8847" y="4799"/>
                  </a:lnTo>
                  <a:cubicBezTo>
                    <a:pt x="8835" y="4787"/>
                    <a:pt x="8811" y="4763"/>
                    <a:pt x="8799" y="4763"/>
                  </a:cubicBezTo>
                  <a:lnTo>
                    <a:pt x="5728" y="3096"/>
                  </a:lnTo>
                  <a:lnTo>
                    <a:pt x="5847" y="2918"/>
                  </a:lnTo>
                  <a:cubicBezTo>
                    <a:pt x="5894" y="2846"/>
                    <a:pt x="5859" y="2763"/>
                    <a:pt x="5799" y="2715"/>
                  </a:cubicBezTo>
                  <a:cubicBezTo>
                    <a:pt x="5776" y="2700"/>
                    <a:pt x="5750" y="2693"/>
                    <a:pt x="5725" y="2693"/>
                  </a:cubicBezTo>
                  <a:cubicBezTo>
                    <a:pt x="5672" y="2693"/>
                    <a:pt x="5621" y="2723"/>
                    <a:pt x="5597" y="2763"/>
                  </a:cubicBezTo>
                  <a:lnTo>
                    <a:pt x="5263" y="3263"/>
                  </a:lnTo>
                  <a:cubicBezTo>
                    <a:pt x="5251" y="3299"/>
                    <a:pt x="5240" y="3311"/>
                    <a:pt x="5240" y="3335"/>
                  </a:cubicBezTo>
                  <a:lnTo>
                    <a:pt x="5240" y="4609"/>
                  </a:lnTo>
                  <a:cubicBezTo>
                    <a:pt x="5240" y="4870"/>
                    <a:pt x="5013" y="5085"/>
                    <a:pt x="4763" y="5085"/>
                  </a:cubicBezTo>
                  <a:cubicBezTo>
                    <a:pt x="4489" y="5085"/>
                    <a:pt x="4287" y="4859"/>
                    <a:pt x="4287" y="4609"/>
                  </a:cubicBezTo>
                  <a:lnTo>
                    <a:pt x="4287" y="3358"/>
                  </a:lnTo>
                  <a:lnTo>
                    <a:pt x="4561" y="2227"/>
                  </a:lnTo>
                  <a:close/>
                  <a:moveTo>
                    <a:pt x="2620" y="1727"/>
                  </a:moveTo>
                  <a:lnTo>
                    <a:pt x="2858" y="1870"/>
                  </a:lnTo>
                  <a:lnTo>
                    <a:pt x="906" y="5228"/>
                  </a:lnTo>
                  <a:lnTo>
                    <a:pt x="668" y="5097"/>
                  </a:lnTo>
                  <a:lnTo>
                    <a:pt x="2620" y="1727"/>
                  </a:lnTo>
                  <a:close/>
                  <a:moveTo>
                    <a:pt x="3108" y="4656"/>
                  </a:moveTo>
                  <a:cubicBezTo>
                    <a:pt x="3215" y="4656"/>
                    <a:pt x="3299" y="4704"/>
                    <a:pt x="3358" y="4799"/>
                  </a:cubicBezTo>
                  <a:cubicBezTo>
                    <a:pt x="3465" y="4942"/>
                    <a:pt x="3442" y="5156"/>
                    <a:pt x="3287" y="5251"/>
                  </a:cubicBezTo>
                  <a:lnTo>
                    <a:pt x="2263" y="6013"/>
                  </a:lnTo>
                  <a:cubicBezTo>
                    <a:pt x="2200" y="6057"/>
                    <a:pt x="2130" y="6079"/>
                    <a:pt x="2062" y="6079"/>
                  </a:cubicBezTo>
                  <a:cubicBezTo>
                    <a:pt x="1964" y="6079"/>
                    <a:pt x="1869" y="6033"/>
                    <a:pt x="1799" y="5942"/>
                  </a:cubicBezTo>
                  <a:cubicBezTo>
                    <a:pt x="1691" y="5799"/>
                    <a:pt x="1727" y="5597"/>
                    <a:pt x="1870" y="5478"/>
                  </a:cubicBezTo>
                  <a:lnTo>
                    <a:pt x="2918" y="4716"/>
                  </a:lnTo>
                  <a:cubicBezTo>
                    <a:pt x="2977" y="4680"/>
                    <a:pt x="3037" y="4656"/>
                    <a:pt x="3108" y="4656"/>
                  </a:cubicBezTo>
                  <a:close/>
                  <a:moveTo>
                    <a:pt x="3739" y="5418"/>
                  </a:moveTo>
                  <a:cubicBezTo>
                    <a:pt x="3823" y="5418"/>
                    <a:pt x="3918" y="5478"/>
                    <a:pt x="3977" y="5549"/>
                  </a:cubicBezTo>
                  <a:cubicBezTo>
                    <a:pt x="4073" y="5704"/>
                    <a:pt x="4049" y="5906"/>
                    <a:pt x="3894" y="6013"/>
                  </a:cubicBezTo>
                  <a:lnTo>
                    <a:pt x="3084" y="6609"/>
                  </a:lnTo>
                  <a:cubicBezTo>
                    <a:pt x="3021" y="6653"/>
                    <a:pt x="2952" y="6675"/>
                    <a:pt x="2885" y="6675"/>
                  </a:cubicBezTo>
                  <a:cubicBezTo>
                    <a:pt x="2788" y="6675"/>
                    <a:pt x="2695" y="6629"/>
                    <a:pt x="2632" y="6537"/>
                  </a:cubicBezTo>
                  <a:cubicBezTo>
                    <a:pt x="2525" y="6394"/>
                    <a:pt x="2561" y="6180"/>
                    <a:pt x="2703" y="6073"/>
                  </a:cubicBezTo>
                  <a:lnTo>
                    <a:pt x="3489" y="5513"/>
                  </a:lnTo>
                  <a:cubicBezTo>
                    <a:pt x="3525" y="5490"/>
                    <a:pt x="3549" y="5466"/>
                    <a:pt x="3585" y="5454"/>
                  </a:cubicBezTo>
                  <a:cubicBezTo>
                    <a:pt x="3632" y="5430"/>
                    <a:pt x="3680" y="5418"/>
                    <a:pt x="3739" y="5418"/>
                  </a:cubicBezTo>
                  <a:close/>
                  <a:moveTo>
                    <a:pt x="4269" y="6177"/>
                  </a:moveTo>
                  <a:cubicBezTo>
                    <a:pt x="4367" y="6177"/>
                    <a:pt x="4461" y="6221"/>
                    <a:pt x="4525" y="6299"/>
                  </a:cubicBezTo>
                  <a:cubicBezTo>
                    <a:pt x="4632" y="6442"/>
                    <a:pt x="4597" y="6656"/>
                    <a:pt x="4454" y="6764"/>
                  </a:cubicBezTo>
                  <a:lnTo>
                    <a:pt x="3882" y="7192"/>
                  </a:lnTo>
                  <a:cubicBezTo>
                    <a:pt x="3823" y="7232"/>
                    <a:pt x="3747" y="7255"/>
                    <a:pt x="3683" y="7255"/>
                  </a:cubicBezTo>
                  <a:cubicBezTo>
                    <a:pt x="3669" y="7255"/>
                    <a:pt x="3656" y="7254"/>
                    <a:pt x="3644" y="7252"/>
                  </a:cubicBezTo>
                  <a:cubicBezTo>
                    <a:pt x="3549" y="7240"/>
                    <a:pt x="3477" y="7192"/>
                    <a:pt x="3442" y="7121"/>
                  </a:cubicBezTo>
                  <a:cubicBezTo>
                    <a:pt x="3335" y="6966"/>
                    <a:pt x="3358" y="6775"/>
                    <a:pt x="3513" y="6656"/>
                  </a:cubicBezTo>
                  <a:lnTo>
                    <a:pt x="4061" y="6252"/>
                  </a:lnTo>
                  <a:lnTo>
                    <a:pt x="4073" y="6240"/>
                  </a:lnTo>
                  <a:cubicBezTo>
                    <a:pt x="4135" y="6197"/>
                    <a:pt x="4203" y="6177"/>
                    <a:pt x="4269" y="6177"/>
                  </a:cubicBezTo>
                  <a:close/>
                  <a:moveTo>
                    <a:pt x="2799" y="2549"/>
                  </a:moveTo>
                  <a:lnTo>
                    <a:pt x="3061" y="2715"/>
                  </a:lnTo>
                  <a:cubicBezTo>
                    <a:pt x="3086" y="2724"/>
                    <a:pt x="3105" y="2732"/>
                    <a:pt x="3127" y="2732"/>
                  </a:cubicBezTo>
                  <a:cubicBezTo>
                    <a:pt x="3136" y="2732"/>
                    <a:pt x="3145" y="2731"/>
                    <a:pt x="3156" y="2727"/>
                  </a:cubicBezTo>
                  <a:lnTo>
                    <a:pt x="3858" y="2656"/>
                  </a:lnTo>
                  <a:lnTo>
                    <a:pt x="4108" y="2751"/>
                  </a:lnTo>
                  <a:lnTo>
                    <a:pt x="3954" y="3335"/>
                  </a:lnTo>
                  <a:lnTo>
                    <a:pt x="3954" y="3370"/>
                  </a:lnTo>
                  <a:lnTo>
                    <a:pt x="3954" y="4632"/>
                  </a:lnTo>
                  <a:cubicBezTo>
                    <a:pt x="3954" y="5061"/>
                    <a:pt x="4299" y="5406"/>
                    <a:pt x="4728" y="5406"/>
                  </a:cubicBezTo>
                  <a:cubicBezTo>
                    <a:pt x="5168" y="5406"/>
                    <a:pt x="5501" y="5061"/>
                    <a:pt x="5501" y="4632"/>
                  </a:cubicBezTo>
                  <a:lnTo>
                    <a:pt x="5501" y="3406"/>
                  </a:lnTo>
                  <a:lnTo>
                    <a:pt x="5537" y="3370"/>
                  </a:lnTo>
                  <a:lnTo>
                    <a:pt x="8621" y="5049"/>
                  </a:lnTo>
                  <a:cubicBezTo>
                    <a:pt x="8811" y="5109"/>
                    <a:pt x="8871" y="5299"/>
                    <a:pt x="8776" y="5466"/>
                  </a:cubicBezTo>
                  <a:cubicBezTo>
                    <a:pt x="8718" y="5573"/>
                    <a:pt x="8609" y="5634"/>
                    <a:pt x="8492" y="5634"/>
                  </a:cubicBezTo>
                  <a:cubicBezTo>
                    <a:pt x="8440" y="5634"/>
                    <a:pt x="8386" y="5622"/>
                    <a:pt x="8335" y="5597"/>
                  </a:cubicBezTo>
                  <a:lnTo>
                    <a:pt x="6621" y="4656"/>
                  </a:lnTo>
                  <a:cubicBezTo>
                    <a:pt x="6599" y="4645"/>
                    <a:pt x="6574" y="4640"/>
                    <a:pt x="6550" y="4640"/>
                  </a:cubicBezTo>
                  <a:cubicBezTo>
                    <a:pt x="6497" y="4640"/>
                    <a:pt x="6447" y="4666"/>
                    <a:pt x="6430" y="4716"/>
                  </a:cubicBezTo>
                  <a:cubicBezTo>
                    <a:pt x="6383" y="4799"/>
                    <a:pt x="6418" y="4882"/>
                    <a:pt x="6490" y="4918"/>
                  </a:cubicBezTo>
                  <a:lnTo>
                    <a:pt x="7918" y="5692"/>
                  </a:lnTo>
                  <a:cubicBezTo>
                    <a:pt x="8085" y="5775"/>
                    <a:pt x="8145" y="5966"/>
                    <a:pt x="8049" y="6133"/>
                  </a:cubicBezTo>
                  <a:cubicBezTo>
                    <a:pt x="7985" y="6245"/>
                    <a:pt x="7877" y="6309"/>
                    <a:pt x="7766" y="6309"/>
                  </a:cubicBezTo>
                  <a:cubicBezTo>
                    <a:pt x="7713" y="6309"/>
                    <a:pt x="7659" y="6294"/>
                    <a:pt x="7609" y="6263"/>
                  </a:cubicBezTo>
                  <a:lnTo>
                    <a:pt x="6144" y="5478"/>
                  </a:lnTo>
                  <a:cubicBezTo>
                    <a:pt x="6122" y="5463"/>
                    <a:pt x="6097" y="5456"/>
                    <a:pt x="6073" y="5456"/>
                  </a:cubicBezTo>
                  <a:cubicBezTo>
                    <a:pt x="6020" y="5456"/>
                    <a:pt x="5970" y="5488"/>
                    <a:pt x="5954" y="5537"/>
                  </a:cubicBezTo>
                  <a:cubicBezTo>
                    <a:pt x="5906" y="5609"/>
                    <a:pt x="5942" y="5704"/>
                    <a:pt x="6013" y="5728"/>
                  </a:cubicBezTo>
                  <a:lnTo>
                    <a:pt x="7192" y="6371"/>
                  </a:lnTo>
                  <a:cubicBezTo>
                    <a:pt x="7347" y="6466"/>
                    <a:pt x="7395" y="6656"/>
                    <a:pt x="7323" y="6823"/>
                  </a:cubicBezTo>
                  <a:cubicBezTo>
                    <a:pt x="7255" y="6925"/>
                    <a:pt x="7139" y="6984"/>
                    <a:pt x="7018" y="6984"/>
                  </a:cubicBezTo>
                  <a:cubicBezTo>
                    <a:pt x="6969" y="6984"/>
                    <a:pt x="6919" y="6975"/>
                    <a:pt x="6871" y="6954"/>
                  </a:cubicBezTo>
                  <a:lnTo>
                    <a:pt x="5644" y="6287"/>
                  </a:lnTo>
                  <a:cubicBezTo>
                    <a:pt x="5616" y="6271"/>
                    <a:pt x="5587" y="6263"/>
                    <a:pt x="5560" y="6263"/>
                  </a:cubicBezTo>
                  <a:cubicBezTo>
                    <a:pt x="5509" y="6263"/>
                    <a:pt x="5465" y="6292"/>
                    <a:pt x="5442" y="6347"/>
                  </a:cubicBezTo>
                  <a:cubicBezTo>
                    <a:pt x="5406" y="6418"/>
                    <a:pt x="5430" y="6502"/>
                    <a:pt x="5501" y="6537"/>
                  </a:cubicBezTo>
                  <a:lnTo>
                    <a:pt x="6454" y="7061"/>
                  </a:lnTo>
                  <a:cubicBezTo>
                    <a:pt x="6609" y="7145"/>
                    <a:pt x="6668" y="7335"/>
                    <a:pt x="6597" y="7502"/>
                  </a:cubicBezTo>
                  <a:cubicBezTo>
                    <a:pt x="6531" y="7609"/>
                    <a:pt x="6419" y="7670"/>
                    <a:pt x="6301" y="7670"/>
                  </a:cubicBezTo>
                  <a:cubicBezTo>
                    <a:pt x="6249" y="7670"/>
                    <a:pt x="6196" y="7658"/>
                    <a:pt x="6144" y="7633"/>
                  </a:cubicBezTo>
                  <a:lnTo>
                    <a:pt x="5478" y="7264"/>
                  </a:lnTo>
                  <a:cubicBezTo>
                    <a:pt x="5478" y="7133"/>
                    <a:pt x="5430" y="7002"/>
                    <a:pt x="5347" y="6883"/>
                  </a:cubicBezTo>
                  <a:cubicBezTo>
                    <a:pt x="5228" y="6728"/>
                    <a:pt x="5061" y="6644"/>
                    <a:pt x="4882" y="6644"/>
                  </a:cubicBezTo>
                  <a:lnTo>
                    <a:pt x="4882" y="6597"/>
                  </a:lnTo>
                  <a:cubicBezTo>
                    <a:pt x="4906" y="6430"/>
                    <a:pt x="4870" y="6263"/>
                    <a:pt x="4763" y="6133"/>
                  </a:cubicBezTo>
                  <a:cubicBezTo>
                    <a:pt x="4644" y="5990"/>
                    <a:pt x="4478" y="5894"/>
                    <a:pt x="4299" y="5894"/>
                  </a:cubicBezTo>
                  <a:lnTo>
                    <a:pt x="4299" y="5847"/>
                  </a:lnTo>
                  <a:cubicBezTo>
                    <a:pt x="4335" y="5692"/>
                    <a:pt x="4287" y="5525"/>
                    <a:pt x="4180" y="5394"/>
                  </a:cubicBezTo>
                  <a:cubicBezTo>
                    <a:pt x="4061" y="5240"/>
                    <a:pt x="3894" y="5156"/>
                    <a:pt x="3716" y="5156"/>
                  </a:cubicBezTo>
                  <a:lnTo>
                    <a:pt x="3716" y="5109"/>
                  </a:lnTo>
                  <a:cubicBezTo>
                    <a:pt x="3751" y="4942"/>
                    <a:pt x="3704" y="4775"/>
                    <a:pt x="3596" y="4644"/>
                  </a:cubicBezTo>
                  <a:cubicBezTo>
                    <a:pt x="3476" y="4488"/>
                    <a:pt x="3297" y="4404"/>
                    <a:pt x="3111" y="4404"/>
                  </a:cubicBezTo>
                  <a:cubicBezTo>
                    <a:pt x="2984" y="4404"/>
                    <a:pt x="2855" y="4443"/>
                    <a:pt x="2739" y="4525"/>
                  </a:cubicBezTo>
                  <a:lnTo>
                    <a:pt x="1715" y="5275"/>
                  </a:lnTo>
                  <a:lnTo>
                    <a:pt x="1334" y="5073"/>
                  </a:lnTo>
                  <a:lnTo>
                    <a:pt x="2799" y="2549"/>
                  </a:lnTo>
                  <a:close/>
                  <a:moveTo>
                    <a:pt x="4855" y="6920"/>
                  </a:moveTo>
                  <a:cubicBezTo>
                    <a:pt x="4953" y="6920"/>
                    <a:pt x="5045" y="6960"/>
                    <a:pt x="5109" y="7037"/>
                  </a:cubicBezTo>
                  <a:cubicBezTo>
                    <a:pt x="5168" y="7133"/>
                    <a:pt x="5192" y="7228"/>
                    <a:pt x="5180" y="7299"/>
                  </a:cubicBezTo>
                  <a:cubicBezTo>
                    <a:pt x="5168" y="7383"/>
                    <a:pt x="5120" y="7466"/>
                    <a:pt x="5049" y="7526"/>
                  </a:cubicBezTo>
                  <a:lnTo>
                    <a:pt x="4704" y="7776"/>
                  </a:lnTo>
                  <a:cubicBezTo>
                    <a:pt x="4643" y="7818"/>
                    <a:pt x="4574" y="7838"/>
                    <a:pt x="4507" y="7838"/>
                  </a:cubicBezTo>
                  <a:cubicBezTo>
                    <a:pt x="4404" y="7838"/>
                    <a:pt x="4304" y="7791"/>
                    <a:pt x="4239" y="7704"/>
                  </a:cubicBezTo>
                  <a:cubicBezTo>
                    <a:pt x="4132" y="7549"/>
                    <a:pt x="4168" y="7347"/>
                    <a:pt x="4311" y="7240"/>
                  </a:cubicBezTo>
                  <a:lnTo>
                    <a:pt x="4644" y="7002"/>
                  </a:lnTo>
                  <a:lnTo>
                    <a:pt x="4656" y="6978"/>
                  </a:lnTo>
                  <a:cubicBezTo>
                    <a:pt x="4719" y="6939"/>
                    <a:pt x="4788" y="6920"/>
                    <a:pt x="4855" y="6920"/>
                  </a:cubicBezTo>
                  <a:close/>
                  <a:moveTo>
                    <a:pt x="172" y="0"/>
                  </a:moveTo>
                  <a:cubicBezTo>
                    <a:pt x="121" y="0"/>
                    <a:pt x="72" y="29"/>
                    <a:pt x="48" y="84"/>
                  </a:cubicBezTo>
                  <a:cubicBezTo>
                    <a:pt x="1" y="156"/>
                    <a:pt x="25" y="239"/>
                    <a:pt x="108" y="287"/>
                  </a:cubicBezTo>
                  <a:lnTo>
                    <a:pt x="2346" y="1584"/>
                  </a:lnTo>
                  <a:lnTo>
                    <a:pt x="406" y="4942"/>
                  </a:lnTo>
                  <a:lnTo>
                    <a:pt x="251" y="4847"/>
                  </a:lnTo>
                  <a:cubicBezTo>
                    <a:pt x="226" y="4830"/>
                    <a:pt x="199" y="4822"/>
                    <a:pt x="172" y="4822"/>
                  </a:cubicBezTo>
                  <a:cubicBezTo>
                    <a:pt x="121" y="4822"/>
                    <a:pt x="72" y="4851"/>
                    <a:pt x="48" y="4906"/>
                  </a:cubicBezTo>
                  <a:cubicBezTo>
                    <a:pt x="1" y="4978"/>
                    <a:pt x="25" y="5061"/>
                    <a:pt x="108" y="5109"/>
                  </a:cubicBezTo>
                  <a:lnTo>
                    <a:pt x="894" y="5549"/>
                  </a:lnTo>
                  <a:cubicBezTo>
                    <a:pt x="919" y="5566"/>
                    <a:pt x="947" y="5574"/>
                    <a:pt x="975" y="5574"/>
                  </a:cubicBezTo>
                  <a:cubicBezTo>
                    <a:pt x="1025" y="5574"/>
                    <a:pt x="1073" y="5548"/>
                    <a:pt x="1096" y="5501"/>
                  </a:cubicBezTo>
                  <a:lnTo>
                    <a:pt x="1215" y="5299"/>
                  </a:lnTo>
                  <a:lnTo>
                    <a:pt x="1525" y="5466"/>
                  </a:lnTo>
                  <a:cubicBezTo>
                    <a:pt x="1430" y="5680"/>
                    <a:pt x="1441" y="5918"/>
                    <a:pt x="1572" y="6121"/>
                  </a:cubicBezTo>
                  <a:cubicBezTo>
                    <a:pt x="1691" y="6287"/>
                    <a:pt x="1882" y="6371"/>
                    <a:pt x="2084" y="6371"/>
                  </a:cubicBezTo>
                  <a:cubicBezTo>
                    <a:pt x="2144" y="6371"/>
                    <a:pt x="2215" y="6359"/>
                    <a:pt x="2275" y="6347"/>
                  </a:cubicBezTo>
                  <a:cubicBezTo>
                    <a:pt x="2275" y="6478"/>
                    <a:pt x="2322" y="6597"/>
                    <a:pt x="2394" y="6716"/>
                  </a:cubicBezTo>
                  <a:cubicBezTo>
                    <a:pt x="2513" y="6883"/>
                    <a:pt x="2703" y="6966"/>
                    <a:pt x="2882" y="6966"/>
                  </a:cubicBezTo>
                  <a:cubicBezTo>
                    <a:pt x="2942" y="6966"/>
                    <a:pt x="3013" y="6954"/>
                    <a:pt x="3073" y="6942"/>
                  </a:cubicBezTo>
                  <a:cubicBezTo>
                    <a:pt x="3073" y="7061"/>
                    <a:pt x="3120" y="7192"/>
                    <a:pt x="3192" y="7299"/>
                  </a:cubicBezTo>
                  <a:cubicBezTo>
                    <a:pt x="3299" y="7430"/>
                    <a:pt x="3430" y="7514"/>
                    <a:pt x="3596" y="7549"/>
                  </a:cubicBezTo>
                  <a:cubicBezTo>
                    <a:pt x="3632" y="7549"/>
                    <a:pt x="3656" y="7561"/>
                    <a:pt x="3704" y="7561"/>
                  </a:cubicBezTo>
                  <a:cubicBezTo>
                    <a:pt x="3763" y="7561"/>
                    <a:pt x="3835" y="7549"/>
                    <a:pt x="3894" y="7537"/>
                  </a:cubicBezTo>
                  <a:cubicBezTo>
                    <a:pt x="3894" y="7668"/>
                    <a:pt x="3942" y="7787"/>
                    <a:pt x="4013" y="7895"/>
                  </a:cubicBezTo>
                  <a:cubicBezTo>
                    <a:pt x="4120" y="8026"/>
                    <a:pt x="4251" y="8109"/>
                    <a:pt x="4418" y="8145"/>
                  </a:cubicBezTo>
                  <a:cubicBezTo>
                    <a:pt x="4442" y="8145"/>
                    <a:pt x="4478" y="8157"/>
                    <a:pt x="4525" y="8157"/>
                  </a:cubicBezTo>
                  <a:cubicBezTo>
                    <a:pt x="4656" y="8157"/>
                    <a:pt x="4775" y="8109"/>
                    <a:pt x="4882" y="8037"/>
                  </a:cubicBezTo>
                  <a:lnTo>
                    <a:pt x="5216" y="7787"/>
                  </a:lnTo>
                  <a:cubicBezTo>
                    <a:pt x="5299" y="7728"/>
                    <a:pt x="5359" y="7668"/>
                    <a:pt x="5394" y="7597"/>
                  </a:cubicBezTo>
                  <a:lnTo>
                    <a:pt x="6013" y="7918"/>
                  </a:lnTo>
                  <a:cubicBezTo>
                    <a:pt x="6097" y="7966"/>
                    <a:pt x="6204" y="7990"/>
                    <a:pt x="6311" y="7990"/>
                  </a:cubicBezTo>
                  <a:cubicBezTo>
                    <a:pt x="6371" y="7990"/>
                    <a:pt x="6430" y="7978"/>
                    <a:pt x="6490" y="7966"/>
                  </a:cubicBezTo>
                  <a:cubicBezTo>
                    <a:pt x="6644" y="7918"/>
                    <a:pt x="6787" y="7811"/>
                    <a:pt x="6859" y="7668"/>
                  </a:cubicBezTo>
                  <a:cubicBezTo>
                    <a:pt x="6918" y="7549"/>
                    <a:pt x="6942" y="7430"/>
                    <a:pt x="6930" y="7299"/>
                  </a:cubicBezTo>
                  <a:cubicBezTo>
                    <a:pt x="6966" y="7299"/>
                    <a:pt x="7002" y="7311"/>
                    <a:pt x="7049" y="7311"/>
                  </a:cubicBezTo>
                  <a:cubicBezTo>
                    <a:pt x="7275" y="7311"/>
                    <a:pt x="7478" y="7192"/>
                    <a:pt x="7597" y="6990"/>
                  </a:cubicBezTo>
                  <a:cubicBezTo>
                    <a:pt x="7656" y="6871"/>
                    <a:pt x="7692" y="6740"/>
                    <a:pt x="7680" y="6609"/>
                  </a:cubicBezTo>
                  <a:cubicBezTo>
                    <a:pt x="7716" y="6609"/>
                    <a:pt x="7752" y="6633"/>
                    <a:pt x="7799" y="6633"/>
                  </a:cubicBezTo>
                  <a:cubicBezTo>
                    <a:pt x="8014" y="6633"/>
                    <a:pt x="8228" y="6514"/>
                    <a:pt x="8347" y="6299"/>
                  </a:cubicBezTo>
                  <a:cubicBezTo>
                    <a:pt x="8407" y="6180"/>
                    <a:pt x="8430" y="6061"/>
                    <a:pt x="8418" y="5930"/>
                  </a:cubicBezTo>
                  <a:cubicBezTo>
                    <a:pt x="8454" y="5930"/>
                    <a:pt x="8490" y="5942"/>
                    <a:pt x="8538" y="5942"/>
                  </a:cubicBezTo>
                  <a:cubicBezTo>
                    <a:pt x="8597" y="5942"/>
                    <a:pt x="8657" y="5930"/>
                    <a:pt x="8716" y="5918"/>
                  </a:cubicBezTo>
                  <a:cubicBezTo>
                    <a:pt x="8883" y="5871"/>
                    <a:pt x="9014" y="5763"/>
                    <a:pt x="9085" y="5621"/>
                  </a:cubicBezTo>
                  <a:cubicBezTo>
                    <a:pt x="9169" y="5466"/>
                    <a:pt x="9192" y="5299"/>
                    <a:pt x="9133" y="5144"/>
                  </a:cubicBezTo>
                  <a:cubicBezTo>
                    <a:pt x="9121" y="5097"/>
                    <a:pt x="9109" y="5061"/>
                    <a:pt x="9085" y="5037"/>
                  </a:cubicBezTo>
                  <a:lnTo>
                    <a:pt x="9347" y="4859"/>
                  </a:lnTo>
                  <a:lnTo>
                    <a:pt x="9478" y="5037"/>
                  </a:lnTo>
                  <a:cubicBezTo>
                    <a:pt x="9506" y="5072"/>
                    <a:pt x="9550" y="5090"/>
                    <a:pt x="9593" y="5090"/>
                  </a:cubicBezTo>
                  <a:cubicBezTo>
                    <a:pt x="9625" y="5090"/>
                    <a:pt x="9656" y="5081"/>
                    <a:pt x="9681" y="5061"/>
                  </a:cubicBezTo>
                  <a:lnTo>
                    <a:pt x="10085" y="4739"/>
                  </a:lnTo>
                  <a:cubicBezTo>
                    <a:pt x="10121" y="4668"/>
                    <a:pt x="10133" y="4573"/>
                    <a:pt x="10085" y="4513"/>
                  </a:cubicBezTo>
                  <a:cubicBezTo>
                    <a:pt x="10065" y="4479"/>
                    <a:pt x="10019" y="4460"/>
                    <a:pt x="9974" y="4460"/>
                  </a:cubicBezTo>
                  <a:cubicBezTo>
                    <a:pt x="9941" y="4460"/>
                    <a:pt x="9908" y="4470"/>
                    <a:pt x="9883" y="4489"/>
                  </a:cubicBezTo>
                  <a:lnTo>
                    <a:pt x="9585" y="4704"/>
                  </a:lnTo>
                  <a:lnTo>
                    <a:pt x="7252" y="1644"/>
                  </a:lnTo>
                  <a:lnTo>
                    <a:pt x="8585" y="775"/>
                  </a:lnTo>
                  <a:cubicBezTo>
                    <a:pt x="8657" y="739"/>
                    <a:pt x="8680" y="644"/>
                    <a:pt x="8633" y="572"/>
                  </a:cubicBezTo>
                  <a:cubicBezTo>
                    <a:pt x="8602" y="526"/>
                    <a:pt x="8556" y="500"/>
                    <a:pt x="8505" y="500"/>
                  </a:cubicBezTo>
                  <a:cubicBezTo>
                    <a:pt x="8478" y="500"/>
                    <a:pt x="8448" y="508"/>
                    <a:pt x="8418" y="525"/>
                  </a:cubicBezTo>
                  <a:lnTo>
                    <a:pt x="6954" y="1477"/>
                  </a:lnTo>
                  <a:cubicBezTo>
                    <a:pt x="6871" y="1525"/>
                    <a:pt x="6859" y="1632"/>
                    <a:pt x="6906" y="1680"/>
                  </a:cubicBezTo>
                  <a:lnTo>
                    <a:pt x="7168" y="2037"/>
                  </a:lnTo>
                  <a:lnTo>
                    <a:pt x="6978" y="2192"/>
                  </a:lnTo>
                  <a:lnTo>
                    <a:pt x="6216" y="1942"/>
                  </a:lnTo>
                  <a:cubicBezTo>
                    <a:pt x="6204" y="1942"/>
                    <a:pt x="6192" y="1918"/>
                    <a:pt x="6180" y="1918"/>
                  </a:cubicBezTo>
                  <a:lnTo>
                    <a:pt x="4430" y="1918"/>
                  </a:lnTo>
                  <a:cubicBezTo>
                    <a:pt x="4358" y="1918"/>
                    <a:pt x="4299" y="1965"/>
                    <a:pt x="4287" y="2037"/>
                  </a:cubicBezTo>
                  <a:lnTo>
                    <a:pt x="4180" y="2430"/>
                  </a:lnTo>
                  <a:lnTo>
                    <a:pt x="3930" y="2323"/>
                  </a:lnTo>
                  <a:cubicBezTo>
                    <a:pt x="3894" y="2311"/>
                    <a:pt x="3882" y="2311"/>
                    <a:pt x="3846" y="2311"/>
                  </a:cubicBezTo>
                  <a:lnTo>
                    <a:pt x="3168" y="2382"/>
                  </a:lnTo>
                  <a:lnTo>
                    <a:pt x="2930" y="2251"/>
                  </a:lnTo>
                  <a:lnTo>
                    <a:pt x="3156" y="1858"/>
                  </a:lnTo>
                  <a:cubicBezTo>
                    <a:pt x="3192" y="1787"/>
                    <a:pt x="3168" y="1703"/>
                    <a:pt x="3096" y="1656"/>
                  </a:cubicBezTo>
                  <a:lnTo>
                    <a:pt x="251" y="25"/>
                  </a:lnTo>
                  <a:cubicBezTo>
                    <a:pt x="226" y="8"/>
                    <a:pt x="199" y="0"/>
                    <a:pt x="172" y="0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55"/>
            <p:cNvSpPr/>
            <p:nvPr/>
          </p:nvSpPr>
          <p:spPr>
            <a:xfrm>
              <a:off x="2926348" y="2051080"/>
              <a:ext cx="31414" cy="22435"/>
            </a:xfrm>
            <a:custGeom>
              <a:avLst/>
              <a:gdLst/>
              <a:ahLst/>
              <a:cxnLst/>
              <a:rect l="l" t="t" r="r" b="b"/>
              <a:pathLst>
                <a:path w="1179" h="842" extrusionOk="0">
                  <a:moveTo>
                    <a:pt x="1011" y="1"/>
                  </a:moveTo>
                  <a:cubicBezTo>
                    <a:pt x="983" y="1"/>
                    <a:pt x="955" y="7"/>
                    <a:pt x="929" y="20"/>
                  </a:cubicBezTo>
                  <a:lnTo>
                    <a:pt x="96" y="556"/>
                  </a:lnTo>
                  <a:cubicBezTo>
                    <a:pt x="24" y="603"/>
                    <a:pt x="0" y="699"/>
                    <a:pt x="48" y="770"/>
                  </a:cubicBezTo>
                  <a:cubicBezTo>
                    <a:pt x="84" y="818"/>
                    <a:pt x="119" y="842"/>
                    <a:pt x="167" y="842"/>
                  </a:cubicBezTo>
                  <a:cubicBezTo>
                    <a:pt x="203" y="842"/>
                    <a:pt x="226" y="830"/>
                    <a:pt x="238" y="818"/>
                  </a:cubicBezTo>
                  <a:lnTo>
                    <a:pt x="1072" y="282"/>
                  </a:lnTo>
                  <a:cubicBezTo>
                    <a:pt x="1167" y="234"/>
                    <a:pt x="1179" y="127"/>
                    <a:pt x="1131" y="68"/>
                  </a:cubicBezTo>
                  <a:cubicBezTo>
                    <a:pt x="1108" y="22"/>
                    <a:pt x="1061" y="1"/>
                    <a:pt x="1011" y="1"/>
                  </a:cubicBezTo>
                  <a:close/>
                </a:path>
              </a:pathLst>
            </a:custGeom>
            <a:solidFill>
              <a:srgbClr val="FFA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1" name="Google Shape;2471;p55"/>
          <p:cNvGrpSpPr/>
          <p:nvPr/>
        </p:nvGrpSpPr>
        <p:grpSpPr>
          <a:xfrm>
            <a:off x="1812524" y="1755875"/>
            <a:ext cx="636432" cy="816450"/>
            <a:chOff x="6974158" y="2789537"/>
            <a:chExt cx="255247" cy="327458"/>
          </a:xfrm>
        </p:grpSpPr>
        <p:sp>
          <p:nvSpPr>
            <p:cNvPr id="2472" name="Google Shape;2472;p55"/>
            <p:cNvSpPr/>
            <p:nvPr/>
          </p:nvSpPr>
          <p:spPr>
            <a:xfrm>
              <a:off x="7066407" y="2897282"/>
              <a:ext cx="9876" cy="14798"/>
            </a:xfrm>
            <a:custGeom>
              <a:avLst/>
              <a:gdLst/>
              <a:ahLst/>
              <a:cxnLst/>
              <a:rect l="l" t="t" r="r" b="b"/>
              <a:pathLst>
                <a:path w="311" h="466" extrusionOk="0">
                  <a:moveTo>
                    <a:pt x="144" y="1"/>
                  </a:moveTo>
                  <a:cubicBezTo>
                    <a:pt x="60" y="1"/>
                    <a:pt x="1" y="84"/>
                    <a:pt x="1" y="155"/>
                  </a:cubicBezTo>
                  <a:lnTo>
                    <a:pt x="1" y="322"/>
                  </a:lnTo>
                  <a:cubicBezTo>
                    <a:pt x="1" y="405"/>
                    <a:pt x="72" y="465"/>
                    <a:pt x="144" y="465"/>
                  </a:cubicBezTo>
                  <a:cubicBezTo>
                    <a:pt x="227" y="465"/>
                    <a:pt x="299" y="394"/>
                    <a:pt x="299" y="322"/>
                  </a:cubicBezTo>
                  <a:lnTo>
                    <a:pt x="299" y="155"/>
                  </a:lnTo>
                  <a:cubicBezTo>
                    <a:pt x="310" y="60"/>
                    <a:pt x="239" y="1"/>
                    <a:pt x="1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55"/>
            <p:cNvSpPr/>
            <p:nvPr/>
          </p:nvSpPr>
          <p:spPr>
            <a:xfrm>
              <a:off x="7127662" y="2897282"/>
              <a:ext cx="9495" cy="14798"/>
            </a:xfrm>
            <a:custGeom>
              <a:avLst/>
              <a:gdLst/>
              <a:ahLst/>
              <a:cxnLst/>
              <a:rect l="l" t="t" r="r" b="b"/>
              <a:pathLst>
                <a:path w="299" h="466" extrusionOk="0">
                  <a:moveTo>
                    <a:pt x="155" y="1"/>
                  </a:moveTo>
                  <a:cubicBezTo>
                    <a:pt x="60" y="1"/>
                    <a:pt x="1" y="84"/>
                    <a:pt x="1" y="155"/>
                  </a:cubicBezTo>
                  <a:lnTo>
                    <a:pt x="1" y="322"/>
                  </a:lnTo>
                  <a:cubicBezTo>
                    <a:pt x="1" y="405"/>
                    <a:pt x="84" y="465"/>
                    <a:pt x="155" y="465"/>
                  </a:cubicBezTo>
                  <a:cubicBezTo>
                    <a:pt x="227" y="465"/>
                    <a:pt x="298" y="394"/>
                    <a:pt x="298" y="322"/>
                  </a:cubicBezTo>
                  <a:lnTo>
                    <a:pt x="298" y="155"/>
                  </a:lnTo>
                  <a:cubicBezTo>
                    <a:pt x="298" y="60"/>
                    <a:pt x="239" y="1"/>
                    <a:pt x="1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55"/>
            <p:cNvSpPr/>
            <p:nvPr/>
          </p:nvSpPr>
          <p:spPr>
            <a:xfrm>
              <a:off x="7081935" y="2933292"/>
              <a:ext cx="40837" cy="14703"/>
            </a:xfrm>
            <a:custGeom>
              <a:avLst/>
              <a:gdLst/>
              <a:ahLst/>
              <a:cxnLst/>
              <a:rect l="l" t="t" r="r" b="b"/>
              <a:pathLst>
                <a:path w="1286" h="463" extrusionOk="0">
                  <a:moveTo>
                    <a:pt x="162" y="1"/>
                  </a:moveTo>
                  <a:cubicBezTo>
                    <a:pt x="125" y="1"/>
                    <a:pt x="89" y="16"/>
                    <a:pt x="60" y="45"/>
                  </a:cubicBezTo>
                  <a:cubicBezTo>
                    <a:pt x="0" y="105"/>
                    <a:pt x="0" y="200"/>
                    <a:pt x="60" y="260"/>
                  </a:cubicBezTo>
                  <a:cubicBezTo>
                    <a:pt x="191" y="391"/>
                    <a:pt x="417" y="462"/>
                    <a:pt x="655" y="462"/>
                  </a:cubicBezTo>
                  <a:cubicBezTo>
                    <a:pt x="893" y="462"/>
                    <a:pt x="1119" y="391"/>
                    <a:pt x="1250" y="260"/>
                  </a:cubicBezTo>
                  <a:cubicBezTo>
                    <a:pt x="1286" y="200"/>
                    <a:pt x="1286" y="105"/>
                    <a:pt x="1226" y="45"/>
                  </a:cubicBezTo>
                  <a:cubicBezTo>
                    <a:pt x="1197" y="16"/>
                    <a:pt x="1158" y="1"/>
                    <a:pt x="1119" y="1"/>
                  </a:cubicBezTo>
                  <a:cubicBezTo>
                    <a:pt x="1081" y="1"/>
                    <a:pt x="1042" y="16"/>
                    <a:pt x="1012" y="45"/>
                  </a:cubicBezTo>
                  <a:cubicBezTo>
                    <a:pt x="953" y="105"/>
                    <a:pt x="822" y="164"/>
                    <a:pt x="643" y="164"/>
                  </a:cubicBezTo>
                  <a:cubicBezTo>
                    <a:pt x="464" y="164"/>
                    <a:pt x="310" y="105"/>
                    <a:pt x="274" y="45"/>
                  </a:cubicBezTo>
                  <a:cubicBezTo>
                    <a:pt x="238" y="16"/>
                    <a:pt x="199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5"/>
            <p:cNvSpPr/>
            <p:nvPr/>
          </p:nvSpPr>
          <p:spPr>
            <a:xfrm>
              <a:off x="6974158" y="2789537"/>
              <a:ext cx="255247" cy="327458"/>
            </a:xfrm>
            <a:custGeom>
              <a:avLst/>
              <a:gdLst/>
              <a:ahLst/>
              <a:cxnLst/>
              <a:rect l="l" t="t" r="r" b="b"/>
              <a:pathLst>
                <a:path w="8038" h="10312" extrusionOk="0">
                  <a:moveTo>
                    <a:pt x="6228" y="2167"/>
                  </a:moveTo>
                  <a:lnTo>
                    <a:pt x="6132" y="3239"/>
                  </a:lnTo>
                  <a:lnTo>
                    <a:pt x="6121" y="3239"/>
                  </a:lnTo>
                  <a:cubicBezTo>
                    <a:pt x="6025" y="3239"/>
                    <a:pt x="5942" y="3156"/>
                    <a:pt x="5942" y="3060"/>
                  </a:cubicBezTo>
                  <a:lnTo>
                    <a:pt x="5942" y="2227"/>
                  </a:lnTo>
                  <a:cubicBezTo>
                    <a:pt x="6049" y="2227"/>
                    <a:pt x="6132" y="2191"/>
                    <a:pt x="6228" y="2167"/>
                  </a:cubicBezTo>
                  <a:close/>
                  <a:moveTo>
                    <a:pt x="5787" y="322"/>
                  </a:moveTo>
                  <a:cubicBezTo>
                    <a:pt x="6240" y="322"/>
                    <a:pt x="6609" y="691"/>
                    <a:pt x="6609" y="1131"/>
                  </a:cubicBezTo>
                  <a:cubicBezTo>
                    <a:pt x="6609" y="1584"/>
                    <a:pt x="6240" y="1953"/>
                    <a:pt x="5787" y="1953"/>
                  </a:cubicBezTo>
                  <a:cubicBezTo>
                    <a:pt x="5490" y="1953"/>
                    <a:pt x="5228" y="1786"/>
                    <a:pt x="5073" y="1536"/>
                  </a:cubicBezTo>
                  <a:cubicBezTo>
                    <a:pt x="5048" y="1487"/>
                    <a:pt x="4996" y="1455"/>
                    <a:pt x="4942" y="1455"/>
                  </a:cubicBezTo>
                  <a:cubicBezTo>
                    <a:pt x="4918" y="1455"/>
                    <a:pt x="4893" y="1462"/>
                    <a:pt x="4870" y="1477"/>
                  </a:cubicBezTo>
                  <a:cubicBezTo>
                    <a:pt x="4799" y="1524"/>
                    <a:pt x="4763" y="1608"/>
                    <a:pt x="4811" y="1691"/>
                  </a:cubicBezTo>
                  <a:cubicBezTo>
                    <a:pt x="4823" y="1703"/>
                    <a:pt x="4823" y="1715"/>
                    <a:pt x="4835" y="1727"/>
                  </a:cubicBezTo>
                  <a:cubicBezTo>
                    <a:pt x="4775" y="1763"/>
                    <a:pt x="4716" y="1786"/>
                    <a:pt x="4656" y="1786"/>
                  </a:cubicBezTo>
                  <a:cubicBezTo>
                    <a:pt x="4477" y="1786"/>
                    <a:pt x="4335" y="1643"/>
                    <a:pt x="4335" y="1465"/>
                  </a:cubicBezTo>
                  <a:cubicBezTo>
                    <a:pt x="4335" y="1370"/>
                    <a:pt x="4263" y="1310"/>
                    <a:pt x="4180" y="1310"/>
                  </a:cubicBezTo>
                  <a:cubicBezTo>
                    <a:pt x="4108" y="1310"/>
                    <a:pt x="4037" y="1393"/>
                    <a:pt x="4037" y="1465"/>
                  </a:cubicBezTo>
                  <a:cubicBezTo>
                    <a:pt x="4037" y="1810"/>
                    <a:pt x="4323" y="2108"/>
                    <a:pt x="4680" y="2108"/>
                  </a:cubicBezTo>
                  <a:cubicBezTo>
                    <a:pt x="4811" y="2108"/>
                    <a:pt x="4942" y="2060"/>
                    <a:pt x="5061" y="1965"/>
                  </a:cubicBezTo>
                  <a:cubicBezTo>
                    <a:pt x="5228" y="2120"/>
                    <a:pt x="5442" y="2227"/>
                    <a:pt x="5668" y="2251"/>
                  </a:cubicBezTo>
                  <a:lnTo>
                    <a:pt x="5668" y="3072"/>
                  </a:lnTo>
                  <a:cubicBezTo>
                    <a:pt x="5668" y="3334"/>
                    <a:pt x="5882" y="3548"/>
                    <a:pt x="6144" y="3548"/>
                  </a:cubicBezTo>
                  <a:lnTo>
                    <a:pt x="6382" y="3548"/>
                  </a:lnTo>
                  <a:cubicBezTo>
                    <a:pt x="6454" y="3548"/>
                    <a:pt x="6513" y="3572"/>
                    <a:pt x="6573" y="3632"/>
                  </a:cubicBezTo>
                  <a:cubicBezTo>
                    <a:pt x="6621" y="3691"/>
                    <a:pt x="6656" y="3751"/>
                    <a:pt x="6633" y="3834"/>
                  </a:cubicBezTo>
                  <a:cubicBezTo>
                    <a:pt x="6621" y="3953"/>
                    <a:pt x="6502" y="4049"/>
                    <a:pt x="6371" y="4049"/>
                  </a:cubicBezTo>
                  <a:lnTo>
                    <a:pt x="6299" y="4049"/>
                  </a:lnTo>
                  <a:lnTo>
                    <a:pt x="6299" y="4037"/>
                  </a:lnTo>
                  <a:cubicBezTo>
                    <a:pt x="6299" y="3953"/>
                    <a:pt x="6216" y="3894"/>
                    <a:pt x="6144" y="3894"/>
                  </a:cubicBezTo>
                  <a:cubicBezTo>
                    <a:pt x="6061" y="3894"/>
                    <a:pt x="6001" y="3965"/>
                    <a:pt x="6001" y="4037"/>
                  </a:cubicBezTo>
                  <a:cubicBezTo>
                    <a:pt x="6001" y="5108"/>
                    <a:pt x="5120" y="5977"/>
                    <a:pt x="4049" y="5977"/>
                  </a:cubicBezTo>
                  <a:cubicBezTo>
                    <a:pt x="2953" y="5977"/>
                    <a:pt x="2084" y="5096"/>
                    <a:pt x="2084" y="4025"/>
                  </a:cubicBezTo>
                  <a:cubicBezTo>
                    <a:pt x="2084" y="3929"/>
                    <a:pt x="2013" y="3870"/>
                    <a:pt x="1941" y="3870"/>
                  </a:cubicBezTo>
                  <a:cubicBezTo>
                    <a:pt x="1858" y="3870"/>
                    <a:pt x="1787" y="3953"/>
                    <a:pt x="1787" y="4025"/>
                  </a:cubicBezTo>
                  <a:lnTo>
                    <a:pt x="1787" y="4037"/>
                  </a:lnTo>
                  <a:lnTo>
                    <a:pt x="1703" y="4037"/>
                  </a:lnTo>
                  <a:cubicBezTo>
                    <a:pt x="1620" y="4037"/>
                    <a:pt x="1560" y="4013"/>
                    <a:pt x="1501" y="3953"/>
                  </a:cubicBezTo>
                  <a:cubicBezTo>
                    <a:pt x="1465" y="3894"/>
                    <a:pt x="1429" y="3834"/>
                    <a:pt x="1441" y="3751"/>
                  </a:cubicBezTo>
                  <a:cubicBezTo>
                    <a:pt x="1465" y="3632"/>
                    <a:pt x="1584" y="3537"/>
                    <a:pt x="1715" y="3537"/>
                  </a:cubicBezTo>
                  <a:lnTo>
                    <a:pt x="1941" y="3537"/>
                  </a:lnTo>
                  <a:cubicBezTo>
                    <a:pt x="2203" y="3537"/>
                    <a:pt x="2418" y="3322"/>
                    <a:pt x="2418" y="3060"/>
                  </a:cubicBezTo>
                  <a:lnTo>
                    <a:pt x="2418" y="2358"/>
                  </a:lnTo>
                  <a:cubicBezTo>
                    <a:pt x="2418" y="2084"/>
                    <a:pt x="2632" y="1870"/>
                    <a:pt x="2906" y="1870"/>
                  </a:cubicBezTo>
                  <a:lnTo>
                    <a:pt x="3525" y="1870"/>
                  </a:lnTo>
                  <a:cubicBezTo>
                    <a:pt x="3620" y="1870"/>
                    <a:pt x="3680" y="1786"/>
                    <a:pt x="3680" y="1715"/>
                  </a:cubicBezTo>
                  <a:cubicBezTo>
                    <a:pt x="3680" y="1632"/>
                    <a:pt x="3608" y="1572"/>
                    <a:pt x="3525" y="1572"/>
                  </a:cubicBezTo>
                  <a:lnTo>
                    <a:pt x="2906" y="1572"/>
                  </a:lnTo>
                  <a:cubicBezTo>
                    <a:pt x="2477" y="1572"/>
                    <a:pt x="2120" y="1929"/>
                    <a:pt x="2120" y="2358"/>
                  </a:cubicBezTo>
                  <a:lnTo>
                    <a:pt x="2120" y="3060"/>
                  </a:lnTo>
                  <a:cubicBezTo>
                    <a:pt x="2120" y="3144"/>
                    <a:pt x="2037" y="3239"/>
                    <a:pt x="1941" y="3239"/>
                  </a:cubicBezTo>
                  <a:lnTo>
                    <a:pt x="1906" y="3239"/>
                  </a:lnTo>
                  <a:lnTo>
                    <a:pt x="1739" y="1572"/>
                  </a:lnTo>
                  <a:cubicBezTo>
                    <a:pt x="1715" y="1251"/>
                    <a:pt x="1822" y="929"/>
                    <a:pt x="2025" y="691"/>
                  </a:cubicBezTo>
                  <a:cubicBezTo>
                    <a:pt x="2239" y="453"/>
                    <a:pt x="2549" y="322"/>
                    <a:pt x="2870" y="322"/>
                  </a:cubicBezTo>
                  <a:close/>
                  <a:moveTo>
                    <a:pt x="5013" y="6013"/>
                  </a:moveTo>
                  <a:lnTo>
                    <a:pt x="5013" y="6537"/>
                  </a:lnTo>
                  <a:cubicBezTo>
                    <a:pt x="5013" y="6823"/>
                    <a:pt x="5204" y="7073"/>
                    <a:pt x="5478" y="7144"/>
                  </a:cubicBezTo>
                  <a:lnTo>
                    <a:pt x="5740" y="7227"/>
                  </a:lnTo>
                  <a:cubicBezTo>
                    <a:pt x="5668" y="7478"/>
                    <a:pt x="5537" y="7716"/>
                    <a:pt x="5370" y="7906"/>
                  </a:cubicBezTo>
                  <a:cubicBezTo>
                    <a:pt x="5311" y="7966"/>
                    <a:pt x="5323" y="8073"/>
                    <a:pt x="5382" y="8120"/>
                  </a:cubicBezTo>
                  <a:cubicBezTo>
                    <a:pt x="5418" y="8144"/>
                    <a:pt x="5442" y="8156"/>
                    <a:pt x="5490" y="8156"/>
                  </a:cubicBezTo>
                  <a:cubicBezTo>
                    <a:pt x="5537" y="8156"/>
                    <a:pt x="5585" y="8144"/>
                    <a:pt x="5609" y="8120"/>
                  </a:cubicBezTo>
                  <a:cubicBezTo>
                    <a:pt x="5823" y="7882"/>
                    <a:pt x="5966" y="7608"/>
                    <a:pt x="6061" y="7311"/>
                  </a:cubicBezTo>
                  <a:lnTo>
                    <a:pt x="6382" y="7418"/>
                  </a:lnTo>
                  <a:cubicBezTo>
                    <a:pt x="6204" y="7906"/>
                    <a:pt x="5930" y="8335"/>
                    <a:pt x="5525" y="8668"/>
                  </a:cubicBezTo>
                  <a:cubicBezTo>
                    <a:pt x="5085" y="9013"/>
                    <a:pt x="4573" y="9204"/>
                    <a:pt x="4001" y="9204"/>
                  </a:cubicBezTo>
                  <a:cubicBezTo>
                    <a:pt x="3442" y="9204"/>
                    <a:pt x="2918" y="9025"/>
                    <a:pt x="2489" y="8668"/>
                  </a:cubicBezTo>
                  <a:cubicBezTo>
                    <a:pt x="2096" y="8359"/>
                    <a:pt x="1810" y="7918"/>
                    <a:pt x="1668" y="7442"/>
                  </a:cubicBezTo>
                  <a:lnTo>
                    <a:pt x="2001" y="7347"/>
                  </a:lnTo>
                  <a:cubicBezTo>
                    <a:pt x="2108" y="7739"/>
                    <a:pt x="2358" y="8097"/>
                    <a:pt x="2680" y="8370"/>
                  </a:cubicBezTo>
                  <a:cubicBezTo>
                    <a:pt x="3049" y="8668"/>
                    <a:pt x="3513" y="8847"/>
                    <a:pt x="4001" y="8847"/>
                  </a:cubicBezTo>
                  <a:cubicBezTo>
                    <a:pt x="4382" y="8847"/>
                    <a:pt x="4739" y="8751"/>
                    <a:pt x="5049" y="8561"/>
                  </a:cubicBezTo>
                  <a:cubicBezTo>
                    <a:pt x="5120" y="8513"/>
                    <a:pt x="5132" y="8430"/>
                    <a:pt x="5109" y="8359"/>
                  </a:cubicBezTo>
                  <a:cubicBezTo>
                    <a:pt x="5077" y="8304"/>
                    <a:pt x="5031" y="8280"/>
                    <a:pt x="4979" y="8280"/>
                  </a:cubicBezTo>
                  <a:cubicBezTo>
                    <a:pt x="4952" y="8280"/>
                    <a:pt x="4923" y="8287"/>
                    <a:pt x="4894" y="8299"/>
                  </a:cubicBezTo>
                  <a:cubicBezTo>
                    <a:pt x="4632" y="8442"/>
                    <a:pt x="4311" y="8537"/>
                    <a:pt x="4001" y="8537"/>
                  </a:cubicBezTo>
                  <a:cubicBezTo>
                    <a:pt x="3215" y="8537"/>
                    <a:pt x="2513" y="8001"/>
                    <a:pt x="2299" y="7239"/>
                  </a:cubicBezTo>
                  <a:lnTo>
                    <a:pt x="2596" y="7144"/>
                  </a:lnTo>
                  <a:cubicBezTo>
                    <a:pt x="2858" y="7073"/>
                    <a:pt x="3049" y="6823"/>
                    <a:pt x="3049" y="6537"/>
                  </a:cubicBezTo>
                  <a:lnTo>
                    <a:pt x="3049" y="6013"/>
                  </a:lnTo>
                  <a:cubicBezTo>
                    <a:pt x="3346" y="6168"/>
                    <a:pt x="3680" y="6239"/>
                    <a:pt x="4037" y="6239"/>
                  </a:cubicBezTo>
                  <a:cubicBezTo>
                    <a:pt x="4394" y="6239"/>
                    <a:pt x="4716" y="6168"/>
                    <a:pt x="5013" y="6013"/>
                  </a:cubicBezTo>
                  <a:close/>
                  <a:moveTo>
                    <a:pt x="2870" y="0"/>
                  </a:moveTo>
                  <a:cubicBezTo>
                    <a:pt x="2477" y="0"/>
                    <a:pt x="2084" y="179"/>
                    <a:pt x="1799" y="477"/>
                  </a:cubicBezTo>
                  <a:cubicBezTo>
                    <a:pt x="1537" y="774"/>
                    <a:pt x="1406" y="1179"/>
                    <a:pt x="1429" y="1596"/>
                  </a:cubicBezTo>
                  <a:lnTo>
                    <a:pt x="1596" y="3251"/>
                  </a:lnTo>
                  <a:cubicBezTo>
                    <a:pt x="1358" y="3298"/>
                    <a:pt x="1144" y="3489"/>
                    <a:pt x="1132" y="3739"/>
                  </a:cubicBezTo>
                  <a:cubicBezTo>
                    <a:pt x="1120" y="3894"/>
                    <a:pt x="1168" y="4049"/>
                    <a:pt x="1263" y="4168"/>
                  </a:cubicBezTo>
                  <a:cubicBezTo>
                    <a:pt x="1370" y="4287"/>
                    <a:pt x="1525" y="4346"/>
                    <a:pt x="1680" y="4346"/>
                  </a:cubicBezTo>
                  <a:lnTo>
                    <a:pt x="1799" y="4346"/>
                  </a:lnTo>
                  <a:cubicBezTo>
                    <a:pt x="1894" y="4989"/>
                    <a:pt x="2251" y="5525"/>
                    <a:pt x="2739" y="5882"/>
                  </a:cubicBezTo>
                  <a:lnTo>
                    <a:pt x="2739" y="6585"/>
                  </a:lnTo>
                  <a:cubicBezTo>
                    <a:pt x="2739" y="6727"/>
                    <a:pt x="2632" y="6870"/>
                    <a:pt x="2501" y="6894"/>
                  </a:cubicBezTo>
                  <a:lnTo>
                    <a:pt x="810" y="7406"/>
                  </a:lnTo>
                  <a:cubicBezTo>
                    <a:pt x="322" y="7537"/>
                    <a:pt x="1" y="7978"/>
                    <a:pt x="1" y="8478"/>
                  </a:cubicBezTo>
                  <a:lnTo>
                    <a:pt x="1" y="10168"/>
                  </a:lnTo>
                  <a:cubicBezTo>
                    <a:pt x="1" y="10252"/>
                    <a:pt x="72" y="10311"/>
                    <a:pt x="144" y="10311"/>
                  </a:cubicBezTo>
                  <a:cubicBezTo>
                    <a:pt x="227" y="10311"/>
                    <a:pt x="298" y="10240"/>
                    <a:pt x="298" y="10168"/>
                  </a:cubicBezTo>
                  <a:lnTo>
                    <a:pt x="298" y="8466"/>
                  </a:lnTo>
                  <a:cubicBezTo>
                    <a:pt x="298" y="8109"/>
                    <a:pt x="537" y="7787"/>
                    <a:pt x="882" y="7680"/>
                  </a:cubicBezTo>
                  <a:lnTo>
                    <a:pt x="1370" y="7537"/>
                  </a:lnTo>
                  <a:cubicBezTo>
                    <a:pt x="1513" y="8073"/>
                    <a:pt x="1846" y="8549"/>
                    <a:pt x="2275" y="8906"/>
                  </a:cubicBezTo>
                  <a:cubicBezTo>
                    <a:pt x="2751" y="9287"/>
                    <a:pt x="3358" y="9502"/>
                    <a:pt x="3989" y="9502"/>
                  </a:cubicBezTo>
                  <a:cubicBezTo>
                    <a:pt x="4608" y="9502"/>
                    <a:pt x="5204" y="9287"/>
                    <a:pt x="5704" y="8906"/>
                  </a:cubicBezTo>
                  <a:cubicBezTo>
                    <a:pt x="6144" y="8549"/>
                    <a:pt x="6454" y="8073"/>
                    <a:pt x="6621" y="7537"/>
                  </a:cubicBezTo>
                  <a:lnTo>
                    <a:pt x="7144" y="7680"/>
                  </a:lnTo>
                  <a:cubicBezTo>
                    <a:pt x="7490" y="7787"/>
                    <a:pt x="7728" y="8097"/>
                    <a:pt x="7728" y="8466"/>
                  </a:cubicBezTo>
                  <a:lnTo>
                    <a:pt x="7728" y="10168"/>
                  </a:lnTo>
                  <a:cubicBezTo>
                    <a:pt x="7728" y="10252"/>
                    <a:pt x="7799" y="10311"/>
                    <a:pt x="7871" y="10311"/>
                  </a:cubicBezTo>
                  <a:cubicBezTo>
                    <a:pt x="7966" y="10311"/>
                    <a:pt x="8026" y="10240"/>
                    <a:pt x="8026" y="10168"/>
                  </a:cubicBezTo>
                  <a:lnTo>
                    <a:pt x="8026" y="8466"/>
                  </a:lnTo>
                  <a:cubicBezTo>
                    <a:pt x="8037" y="7966"/>
                    <a:pt x="7716" y="7525"/>
                    <a:pt x="7240" y="7382"/>
                  </a:cubicBezTo>
                  <a:lnTo>
                    <a:pt x="5537" y="6882"/>
                  </a:lnTo>
                  <a:cubicBezTo>
                    <a:pt x="5406" y="6835"/>
                    <a:pt x="5299" y="6704"/>
                    <a:pt x="5299" y="6573"/>
                  </a:cubicBezTo>
                  <a:lnTo>
                    <a:pt x="5299" y="5870"/>
                  </a:lnTo>
                  <a:cubicBezTo>
                    <a:pt x="5811" y="5525"/>
                    <a:pt x="6168" y="4977"/>
                    <a:pt x="6240" y="4334"/>
                  </a:cubicBezTo>
                  <a:lnTo>
                    <a:pt x="6323" y="4334"/>
                  </a:lnTo>
                  <a:cubicBezTo>
                    <a:pt x="6621" y="4334"/>
                    <a:pt x="6871" y="4108"/>
                    <a:pt x="6906" y="3846"/>
                  </a:cubicBezTo>
                  <a:cubicBezTo>
                    <a:pt x="6918" y="3691"/>
                    <a:pt x="6871" y="3525"/>
                    <a:pt x="6775" y="3417"/>
                  </a:cubicBezTo>
                  <a:cubicBezTo>
                    <a:pt x="6680" y="3322"/>
                    <a:pt x="6561" y="3251"/>
                    <a:pt x="6442" y="3239"/>
                  </a:cubicBezTo>
                  <a:lnTo>
                    <a:pt x="6549" y="1941"/>
                  </a:lnTo>
                  <a:cubicBezTo>
                    <a:pt x="6775" y="1727"/>
                    <a:pt x="6906" y="1453"/>
                    <a:pt x="6906" y="1120"/>
                  </a:cubicBezTo>
                  <a:cubicBezTo>
                    <a:pt x="6906" y="512"/>
                    <a:pt x="6394" y="0"/>
                    <a:pt x="5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55"/>
            <p:cNvSpPr/>
            <p:nvPr/>
          </p:nvSpPr>
          <p:spPr>
            <a:xfrm>
              <a:off x="7061135" y="2881785"/>
              <a:ext cx="20069" cy="9495"/>
            </a:xfrm>
            <a:custGeom>
              <a:avLst/>
              <a:gdLst/>
              <a:ahLst/>
              <a:cxnLst/>
              <a:rect l="l" t="t" r="r" b="b"/>
              <a:pathLst>
                <a:path w="632" h="299" extrusionOk="0">
                  <a:moveTo>
                    <a:pt x="155" y="1"/>
                  </a:moveTo>
                  <a:cubicBezTo>
                    <a:pt x="60" y="1"/>
                    <a:pt x="0" y="72"/>
                    <a:pt x="0" y="155"/>
                  </a:cubicBezTo>
                  <a:cubicBezTo>
                    <a:pt x="0" y="227"/>
                    <a:pt x="72" y="298"/>
                    <a:pt x="155" y="298"/>
                  </a:cubicBezTo>
                  <a:lnTo>
                    <a:pt x="476" y="298"/>
                  </a:lnTo>
                  <a:cubicBezTo>
                    <a:pt x="560" y="298"/>
                    <a:pt x="631" y="227"/>
                    <a:pt x="631" y="155"/>
                  </a:cubicBezTo>
                  <a:cubicBezTo>
                    <a:pt x="631" y="72"/>
                    <a:pt x="572" y="1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55"/>
            <p:cNvSpPr/>
            <p:nvPr/>
          </p:nvSpPr>
          <p:spPr>
            <a:xfrm>
              <a:off x="7122740" y="2881785"/>
              <a:ext cx="19688" cy="9495"/>
            </a:xfrm>
            <a:custGeom>
              <a:avLst/>
              <a:gdLst/>
              <a:ahLst/>
              <a:cxnLst/>
              <a:rect l="l" t="t" r="r" b="b"/>
              <a:pathLst>
                <a:path w="620" h="299" extrusionOk="0">
                  <a:moveTo>
                    <a:pt x="144" y="1"/>
                  </a:moveTo>
                  <a:cubicBezTo>
                    <a:pt x="60" y="1"/>
                    <a:pt x="1" y="72"/>
                    <a:pt x="1" y="155"/>
                  </a:cubicBezTo>
                  <a:cubicBezTo>
                    <a:pt x="1" y="227"/>
                    <a:pt x="72" y="298"/>
                    <a:pt x="144" y="298"/>
                  </a:cubicBezTo>
                  <a:lnTo>
                    <a:pt x="477" y="298"/>
                  </a:lnTo>
                  <a:cubicBezTo>
                    <a:pt x="560" y="298"/>
                    <a:pt x="620" y="227"/>
                    <a:pt x="620" y="155"/>
                  </a:cubicBezTo>
                  <a:cubicBezTo>
                    <a:pt x="620" y="72"/>
                    <a:pt x="560" y="1"/>
                    <a:pt x="4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8" name="Google Shape;2478;p55"/>
          <p:cNvGrpSpPr/>
          <p:nvPr/>
        </p:nvGrpSpPr>
        <p:grpSpPr>
          <a:xfrm>
            <a:off x="6674455" y="1757775"/>
            <a:ext cx="609116" cy="813600"/>
            <a:chOff x="7530697" y="2790299"/>
            <a:chExt cx="244291" cy="326314"/>
          </a:xfrm>
        </p:grpSpPr>
        <p:sp>
          <p:nvSpPr>
            <p:cNvPr id="2479" name="Google Shape;2479;p55"/>
            <p:cNvSpPr/>
            <p:nvPr/>
          </p:nvSpPr>
          <p:spPr>
            <a:xfrm>
              <a:off x="7616911" y="2907507"/>
              <a:ext cx="9463" cy="14385"/>
            </a:xfrm>
            <a:custGeom>
              <a:avLst/>
              <a:gdLst/>
              <a:ahLst/>
              <a:cxnLst/>
              <a:rect l="l" t="t" r="r" b="b"/>
              <a:pathLst>
                <a:path w="298" h="453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lnTo>
                    <a:pt x="0" y="310"/>
                  </a:lnTo>
                  <a:cubicBezTo>
                    <a:pt x="0" y="393"/>
                    <a:pt x="72" y="453"/>
                    <a:pt x="155" y="453"/>
                  </a:cubicBezTo>
                  <a:cubicBezTo>
                    <a:pt x="227" y="453"/>
                    <a:pt x="298" y="381"/>
                    <a:pt x="298" y="310"/>
                  </a:cubicBezTo>
                  <a:lnTo>
                    <a:pt x="298" y="143"/>
                  </a:lnTo>
                  <a:cubicBezTo>
                    <a:pt x="298" y="72"/>
                    <a:pt x="238" y="0"/>
                    <a:pt x="1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5"/>
            <p:cNvSpPr/>
            <p:nvPr/>
          </p:nvSpPr>
          <p:spPr>
            <a:xfrm>
              <a:off x="7678548" y="2907507"/>
              <a:ext cx="9463" cy="14385"/>
            </a:xfrm>
            <a:custGeom>
              <a:avLst/>
              <a:gdLst/>
              <a:ahLst/>
              <a:cxnLst/>
              <a:rect l="l" t="t" r="r" b="b"/>
              <a:pathLst>
                <a:path w="298" h="453" extrusionOk="0">
                  <a:moveTo>
                    <a:pt x="143" y="0"/>
                  </a:moveTo>
                  <a:cubicBezTo>
                    <a:pt x="60" y="0"/>
                    <a:pt x="0" y="72"/>
                    <a:pt x="0" y="143"/>
                  </a:cubicBezTo>
                  <a:lnTo>
                    <a:pt x="0" y="310"/>
                  </a:lnTo>
                  <a:cubicBezTo>
                    <a:pt x="0" y="393"/>
                    <a:pt x="72" y="453"/>
                    <a:pt x="143" y="453"/>
                  </a:cubicBezTo>
                  <a:cubicBezTo>
                    <a:pt x="214" y="453"/>
                    <a:pt x="298" y="381"/>
                    <a:pt x="298" y="310"/>
                  </a:cubicBezTo>
                  <a:lnTo>
                    <a:pt x="298" y="143"/>
                  </a:lnTo>
                  <a:cubicBezTo>
                    <a:pt x="298" y="72"/>
                    <a:pt x="238" y="0"/>
                    <a:pt x="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55"/>
            <p:cNvSpPr/>
            <p:nvPr/>
          </p:nvSpPr>
          <p:spPr>
            <a:xfrm>
              <a:off x="7632408" y="2943136"/>
              <a:ext cx="40869" cy="14671"/>
            </a:xfrm>
            <a:custGeom>
              <a:avLst/>
              <a:gdLst/>
              <a:ahLst/>
              <a:cxnLst/>
              <a:rect l="l" t="t" r="r" b="b"/>
              <a:pathLst>
                <a:path w="1287" h="462" extrusionOk="0">
                  <a:moveTo>
                    <a:pt x="167" y="0"/>
                  </a:moveTo>
                  <a:cubicBezTo>
                    <a:pt x="129" y="0"/>
                    <a:pt x="90" y="15"/>
                    <a:pt x="60" y="45"/>
                  </a:cubicBezTo>
                  <a:cubicBezTo>
                    <a:pt x="1" y="104"/>
                    <a:pt x="1" y="200"/>
                    <a:pt x="60" y="259"/>
                  </a:cubicBezTo>
                  <a:cubicBezTo>
                    <a:pt x="203" y="390"/>
                    <a:pt x="417" y="462"/>
                    <a:pt x="655" y="462"/>
                  </a:cubicBezTo>
                  <a:cubicBezTo>
                    <a:pt x="893" y="462"/>
                    <a:pt x="1120" y="390"/>
                    <a:pt x="1251" y="259"/>
                  </a:cubicBezTo>
                  <a:cubicBezTo>
                    <a:pt x="1286" y="212"/>
                    <a:pt x="1286" y="104"/>
                    <a:pt x="1227" y="45"/>
                  </a:cubicBezTo>
                  <a:cubicBezTo>
                    <a:pt x="1197" y="15"/>
                    <a:pt x="1158" y="0"/>
                    <a:pt x="1120" y="0"/>
                  </a:cubicBezTo>
                  <a:cubicBezTo>
                    <a:pt x="1081" y="0"/>
                    <a:pt x="1042" y="15"/>
                    <a:pt x="1013" y="45"/>
                  </a:cubicBezTo>
                  <a:cubicBezTo>
                    <a:pt x="953" y="104"/>
                    <a:pt x="822" y="164"/>
                    <a:pt x="643" y="164"/>
                  </a:cubicBezTo>
                  <a:cubicBezTo>
                    <a:pt x="465" y="164"/>
                    <a:pt x="322" y="104"/>
                    <a:pt x="274" y="45"/>
                  </a:cubicBezTo>
                  <a:cubicBezTo>
                    <a:pt x="245" y="15"/>
                    <a:pt x="206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55"/>
            <p:cNvSpPr/>
            <p:nvPr/>
          </p:nvSpPr>
          <p:spPr>
            <a:xfrm>
              <a:off x="7530697" y="2790299"/>
              <a:ext cx="244291" cy="326314"/>
            </a:xfrm>
            <a:custGeom>
              <a:avLst/>
              <a:gdLst/>
              <a:ahLst/>
              <a:cxnLst/>
              <a:rect l="l" t="t" r="r" b="b"/>
              <a:pathLst>
                <a:path w="7693" h="10276" extrusionOk="0">
                  <a:moveTo>
                    <a:pt x="3846" y="298"/>
                  </a:moveTo>
                  <a:cubicBezTo>
                    <a:pt x="5275" y="298"/>
                    <a:pt x="6442" y="1453"/>
                    <a:pt x="6442" y="2882"/>
                  </a:cubicBezTo>
                  <a:lnTo>
                    <a:pt x="6442" y="4013"/>
                  </a:lnTo>
                  <a:cubicBezTo>
                    <a:pt x="6442" y="4846"/>
                    <a:pt x="6633" y="5489"/>
                    <a:pt x="6799" y="5870"/>
                  </a:cubicBezTo>
                  <a:cubicBezTo>
                    <a:pt x="6811" y="5918"/>
                    <a:pt x="6811" y="5965"/>
                    <a:pt x="6799" y="6001"/>
                  </a:cubicBezTo>
                  <a:cubicBezTo>
                    <a:pt x="6775" y="6049"/>
                    <a:pt x="6752" y="6084"/>
                    <a:pt x="6704" y="6096"/>
                  </a:cubicBezTo>
                  <a:cubicBezTo>
                    <a:pt x="6359" y="6227"/>
                    <a:pt x="5692" y="6489"/>
                    <a:pt x="4978" y="6632"/>
                  </a:cubicBezTo>
                  <a:lnTo>
                    <a:pt x="4978" y="6132"/>
                  </a:lnTo>
                  <a:cubicBezTo>
                    <a:pt x="5644" y="5739"/>
                    <a:pt x="6109" y="5013"/>
                    <a:pt x="6109" y="4179"/>
                  </a:cubicBezTo>
                  <a:lnTo>
                    <a:pt x="6109" y="3536"/>
                  </a:lnTo>
                  <a:cubicBezTo>
                    <a:pt x="6109" y="3108"/>
                    <a:pt x="5751" y="2751"/>
                    <a:pt x="5323" y="2751"/>
                  </a:cubicBezTo>
                  <a:lnTo>
                    <a:pt x="5073" y="2751"/>
                  </a:lnTo>
                  <a:lnTo>
                    <a:pt x="4311" y="1989"/>
                  </a:lnTo>
                  <a:cubicBezTo>
                    <a:pt x="4282" y="1960"/>
                    <a:pt x="4249" y="1944"/>
                    <a:pt x="4214" y="1944"/>
                  </a:cubicBezTo>
                  <a:cubicBezTo>
                    <a:pt x="4191" y="1944"/>
                    <a:pt x="4168" y="1951"/>
                    <a:pt x="4144" y="1965"/>
                  </a:cubicBezTo>
                  <a:cubicBezTo>
                    <a:pt x="4085" y="1989"/>
                    <a:pt x="4061" y="2036"/>
                    <a:pt x="4061" y="2096"/>
                  </a:cubicBezTo>
                  <a:lnTo>
                    <a:pt x="4061" y="2751"/>
                  </a:lnTo>
                  <a:lnTo>
                    <a:pt x="3239" y="2751"/>
                  </a:lnTo>
                  <a:cubicBezTo>
                    <a:pt x="3144" y="2751"/>
                    <a:pt x="3084" y="2822"/>
                    <a:pt x="3084" y="2893"/>
                  </a:cubicBezTo>
                  <a:cubicBezTo>
                    <a:pt x="3084" y="2965"/>
                    <a:pt x="3168" y="3048"/>
                    <a:pt x="3239" y="3048"/>
                  </a:cubicBezTo>
                  <a:lnTo>
                    <a:pt x="4204" y="3048"/>
                  </a:lnTo>
                  <a:cubicBezTo>
                    <a:pt x="4299" y="3048"/>
                    <a:pt x="4358" y="2965"/>
                    <a:pt x="4358" y="2893"/>
                  </a:cubicBezTo>
                  <a:lnTo>
                    <a:pt x="4358" y="2453"/>
                  </a:lnTo>
                  <a:lnTo>
                    <a:pt x="4906" y="3001"/>
                  </a:lnTo>
                  <a:cubicBezTo>
                    <a:pt x="4930" y="3024"/>
                    <a:pt x="4966" y="3048"/>
                    <a:pt x="5013" y="3048"/>
                  </a:cubicBezTo>
                  <a:lnTo>
                    <a:pt x="5335" y="3048"/>
                  </a:lnTo>
                  <a:cubicBezTo>
                    <a:pt x="5609" y="3048"/>
                    <a:pt x="5823" y="3263"/>
                    <a:pt x="5823" y="3536"/>
                  </a:cubicBezTo>
                  <a:lnTo>
                    <a:pt x="5823" y="4179"/>
                  </a:lnTo>
                  <a:cubicBezTo>
                    <a:pt x="5823" y="5251"/>
                    <a:pt x="4954" y="6132"/>
                    <a:pt x="3882" y="6132"/>
                  </a:cubicBezTo>
                  <a:cubicBezTo>
                    <a:pt x="2811" y="6132"/>
                    <a:pt x="1930" y="5251"/>
                    <a:pt x="1930" y="4179"/>
                  </a:cubicBezTo>
                  <a:lnTo>
                    <a:pt x="1930" y="3536"/>
                  </a:lnTo>
                  <a:cubicBezTo>
                    <a:pt x="1930" y="3263"/>
                    <a:pt x="2156" y="3048"/>
                    <a:pt x="2418" y="3048"/>
                  </a:cubicBezTo>
                  <a:lnTo>
                    <a:pt x="2584" y="3048"/>
                  </a:lnTo>
                  <a:cubicBezTo>
                    <a:pt x="2668" y="3048"/>
                    <a:pt x="2727" y="2965"/>
                    <a:pt x="2727" y="2893"/>
                  </a:cubicBezTo>
                  <a:cubicBezTo>
                    <a:pt x="2727" y="2822"/>
                    <a:pt x="2656" y="2751"/>
                    <a:pt x="2584" y="2751"/>
                  </a:cubicBezTo>
                  <a:lnTo>
                    <a:pt x="2418" y="2751"/>
                  </a:lnTo>
                  <a:cubicBezTo>
                    <a:pt x="1989" y="2751"/>
                    <a:pt x="1632" y="3108"/>
                    <a:pt x="1632" y="3536"/>
                  </a:cubicBezTo>
                  <a:lnTo>
                    <a:pt x="1632" y="4179"/>
                  </a:lnTo>
                  <a:cubicBezTo>
                    <a:pt x="1632" y="5013"/>
                    <a:pt x="2096" y="5739"/>
                    <a:pt x="2763" y="6132"/>
                  </a:cubicBezTo>
                  <a:lnTo>
                    <a:pt x="2763" y="6632"/>
                  </a:lnTo>
                  <a:cubicBezTo>
                    <a:pt x="2001" y="6465"/>
                    <a:pt x="1334" y="6227"/>
                    <a:pt x="989" y="6096"/>
                  </a:cubicBezTo>
                  <a:cubicBezTo>
                    <a:pt x="941" y="6084"/>
                    <a:pt x="918" y="6049"/>
                    <a:pt x="906" y="6001"/>
                  </a:cubicBezTo>
                  <a:cubicBezTo>
                    <a:pt x="882" y="5965"/>
                    <a:pt x="882" y="5918"/>
                    <a:pt x="906" y="5870"/>
                  </a:cubicBezTo>
                  <a:cubicBezTo>
                    <a:pt x="1060" y="5489"/>
                    <a:pt x="1263" y="4846"/>
                    <a:pt x="1263" y="4013"/>
                  </a:cubicBezTo>
                  <a:lnTo>
                    <a:pt x="1263" y="2882"/>
                  </a:lnTo>
                  <a:cubicBezTo>
                    <a:pt x="1263" y="1453"/>
                    <a:pt x="2418" y="298"/>
                    <a:pt x="3846" y="298"/>
                  </a:cubicBezTo>
                  <a:close/>
                  <a:moveTo>
                    <a:pt x="4632" y="6275"/>
                  </a:moveTo>
                  <a:lnTo>
                    <a:pt x="4632" y="6787"/>
                  </a:lnTo>
                  <a:cubicBezTo>
                    <a:pt x="4632" y="7025"/>
                    <a:pt x="4739" y="7239"/>
                    <a:pt x="4918" y="7394"/>
                  </a:cubicBezTo>
                  <a:cubicBezTo>
                    <a:pt x="4894" y="7442"/>
                    <a:pt x="4858" y="7477"/>
                    <a:pt x="4835" y="7513"/>
                  </a:cubicBezTo>
                  <a:cubicBezTo>
                    <a:pt x="4787" y="7573"/>
                    <a:pt x="4787" y="7680"/>
                    <a:pt x="4858" y="7715"/>
                  </a:cubicBezTo>
                  <a:cubicBezTo>
                    <a:pt x="4894" y="7739"/>
                    <a:pt x="4918" y="7751"/>
                    <a:pt x="4954" y="7751"/>
                  </a:cubicBezTo>
                  <a:cubicBezTo>
                    <a:pt x="4989" y="7751"/>
                    <a:pt x="5037" y="7739"/>
                    <a:pt x="5073" y="7692"/>
                  </a:cubicBezTo>
                  <a:cubicBezTo>
                    <a:pt x="5109" y="7632"/>
                    <a:pt x="5156" y="7584"/>
                    <a:pt x="5192" y="7525"/>
                  </a:cubicBezTo>
                  <a:lnTo>
                    <a:pt x="5525" y="7644"/>
                  </a:lnTo>
                  <a:cubicBezTo>
                    <a:pt x="4918" y="8573"/>
                    <a:pt x="4299" y="8894"/>
                    <a:pt x="3882" y="9001"/>
                  </a:cubicBezTo>
                  <a:cubicBezTo>
                    <a:pt x="3864" y="9007"/>
                    <a:pt x="3849" y="9010"/>
                    <a:pt x="3835" y="9010"/>
                  </a:cubicBezTo>
                  <a:cubicBezTo>
                    <a:pt x="3820" y="9010"/>
                    <a:pt x="3805" y="9007"/>
                    <a:pt x="3787" y="9001"/>
                  </a:cubicBezTo>
                  <a:cubicBezTo>
                    <a:pt x="3370" y="8882"/>
                    <a:pt x="2751" y="8549"/>
                    <a:pt x="2120" y="7644"/>
                  </a:cubicBezTo>
                  <a:lnTo>
                    <a:pt x="2465" y="7525"/>
                  </a:lnTo>
                  <a:cubicBezTo>
                    <a:pt x="2763" y="7942"/>
                    <a:pt x="3204" y="8442"/>
                    <a:pt x="3787" y="8644"/>
                  </a:cubicBezTo>
                  <a:cubicBezTo>
                    <a:pt x="3799" y="8644"/>
                    <a:pt x="3823" y="8656"/>
                    <a:pt x="3835" y="8656"/>
                  </a:cubicBezTo>
                  <a:cubicBezTo>
                    <a:pt x="3846" y="8656"/>
                    <a:pt x="3858" y="8656"/>
                    <a:pt x="3882" y="8644"/>
                  </a:cubicBezTo>
                  <a:cubicBezTo>
                    <a:pt x="4144" y="8549"/>
                    <a:pt x="4418" y="8382"/>
                    <a:pt x="4668" y="8132"/>
                  </a:cubicBezTo>
                  <a:cubicBezTo>
                    <a:pt x="4728" y="8073"/>
                    <a:pt x="4728" y="7989"/>
                    <a:pt x="4668" y="7930"/>
                  </a:cubicBezTo>
                  <a:cubicBezTo>
                    <a:pt x="4638" y="7900"/>
                    <a:pt x="4600" y="7885"/>
                    <a:pt x="4561" y="7885"/>
                  </a:cubicBezTo>
                  <a:cubicBezTo>
                    <a:pt x="4522" y="7885"/>
                    <a:pt x="4483" y="7900"/>
                    <a:pt x="4454" y="7930"/>
                  </a:cubicBezTo>
                  <a:cubicBezTo>
                    <a:pt x="4251" y="8120"/>
                    <a:pt x="4025" y="8275"/>
                    <a:pt x="3823" y="8346"/>
                  </a:cubicBezTo>
                  <a:cubicBezTo>
                    <a:pt x="3358" y="8168"/>
                    <a:pt x="2965" y="7751"/>
                    <a:pt x="2715" y="7394"/>
                  </a:cubicBezTo>
                  <a:cubicBezTo>
                    <a:pt x="2894" y="7239"/>
                    <a:pt x="3001" y="7025"/>
                    <a:pt x="3001" y="6787"/>
                  </a:cubicBezTo>
                  <a:lnTo>
                    <a:pt x="3001" y="6275"/>
                  </a:lnTo>
                  <a:cubicBezTo>
                    <a:pt x="3251" y="6382"/>
                    <a:pt x="3525" y="6430"/>
                    <a:pt x="3823" y="6430"/>
                  </a:cubicBezTo>
                  <a:cubicBezTo>
                    <a:pt x="4120" y="6430"/>
                    <a:pt x="4382" y="6370"/>
                    <a:pt x="4632" y="6275"/>
                  </a:cubicBezTo>
                  <a:close/>
                  <a:moveTo>
                    <a:pt x="3846" y="0"/>
                  </a:moveTo>
                  <a:cubicBezTo>
                    <a:pt x="2251" y="0"/>
                    <a:pt x="953" y="1286"/>
                    <a:pt x="953" y="2882"/>
                  </a:cubicBezTo>
                  <a:lnTo>
                    <a:pt x="953" y="4013"/>
                  </a:lnTo>
                  <a:cubicBezTo>
                    <a:pt x="953" y="4846"/>
                    <a:pt x="751" y="5453"/>
                    <a:pt x="632" y="5775"/>
                  </a:cubicBezTo>
                  <a:cubicBezTo>
                    <a:pt x="584" y="5894"/>
                    <a:pt x="584" y="6013"/>
                    <a:pt x="632" y="6132"/>
                  </a:cubicBezTo>
                  <a:cubicBezTo>
                    <a:pt x="679" y="6251"/>
                    <a:pt x="775" y="6334"/>
                    <a:pt x="894" y="6382"/>
                  </a:cubicBezTo>
                  <a:cubicBezTo>
                    <a:pt x="1251" y="6525"/>
                    <a:pt x="1965" y="6787"/>
                    <a:pt x="2715" y="6930"/>
                  </a:cubicBezTo>
                  <a:cubicBezTo>
                    <a:pt x="2668" y="7084"/>
                    <a:pt x="2549" y="7180"/>
                    <a:pt x="2418" y="7239"/>
                  </a:cubicBezTo>
                  <a:lnTo>
                    <a:pt x="751" y="7823"/>
                  </a:lnTo>
                  <a:cubicBezTo>
                    <a:pt x="298" y="7989"/>
                    <a:pt x="1" y="8406"/>
                    <a:pt x="1" y="8882"/>
                  </a:cubicBezTo>
                  <a:lnTo>
                    <a:pt x="1" y="10132"/>
                  </a:lnTo>
                  <a:cubicBezTo>
                    <a:pt x="1" y="10216"/>
                    <a:pt x="84" y="10275"/>
                    <a:pt x="156" y="10275"/>
                  </a:cubicBezTo>
                  <a:cubicBezTo>
                    <a:pt x="227" y="10275"/>
                    <a:pt x="298" y="10204"/>
                    <a:pt x="298" y="10132"/>
                  </a:cubicBezTo>
                  <a:lnTo>
                    <a:pt x="298" y="8882"/>
                  </a:lnTo>
                  <a:cubicBezTo>
                    <a:pt x="298" y="8775"/>
                    <a:pt x="322" y="8692"/>
                    <a:pt x="358" y="8597"/>
                  </a:cubicBezTo>
                  <a:lnTo>
                    <a:pt x="1120" y="9251"/>
                  </a:lnTo>
                  <a:cubicBezTo>
                    <a:pt x="1227" y="9347"/>
                    <a:pt x="1299" y="9478"/>
                    <a:pt x="1299" y="9620"/>
                  </a:cubicBezTo>
                  <a:lnTo>
                    <a:pt x="1299" y="10132"/>
                  </a:lnTo>
                  <a:cubicBezTo>
                    <a:pt x="1299" y="10216"/>
                    <a:pt x="1370" y="10275"/>
                    <a:pt x="1453" y="10275"/>
                  </a:cubicBezTo>
                  <a:cubicBezTo>
                    <a:pt x="1525" y="10275"/>
                    <a:pt x="1596" y="10204"/>
                    <a:pt x="1596" y="10132"/>
                  </a:cubicBezTo>
                  <a:lnTo>
                    <a:pt x="1596" y="9609"/>
                  </a:lnTo>
                  <a:cubicBezTo>
                    <a:pt x="1596" y="9370"/>
                    <a:pt x="1489" y="9168"/>
                    <a:pt x="1310" y="9001"/>
                  </a:cubicBezTo>
                  <a:lnTo>
                    <a:pt x="513" y="8311"/>
                  </a:lnTo>
                  <a:cubicBezTo>
                    <a:pt x="596" y="8216"/>
                    <a:pt x="715" y="8132"/>
                    <a:pt x="834" y="8085"/>
                  </a:cubicBezTo>
                  <a:lnTo>
                    <a:pt x="1846" y="7739"/>
                  </a:lnTo>
                  <a:cubicBezTo>
                    <a:pt x="2537" y="8775"/>
                    <a:pt x="3251" y="9144"/>
                    <a:pt x="3727" y="9275"/>
                  </a:cubicBezTo>
                  <a:cubicBezTo>
                    <a:pt x="3775" y="9299"/>
                    <a:pt x="3799" y="9299"/>
                    <a:pt x="3846" y="9299"/>
                  </a:cubicBezTo>
                  <a:cubicBezTo>
                    <a:pt x="3894" y="9299"/>
                    <a:pt x="3930" y="9299"/>
                    <a:pt x="3966" y="9275"/>
                  </a:cubicBezTo>
                  <a:cubicBezTo>
                    <a:pt x="4442" y="9144"/>
                    <a:pt x="5156" y="8775"/>
                    <a:pt x="5835" y="7739"/>
                  </a:cubicBezTo>
                  <a:lnTo>
                    <a:pt x="6847" y="8085"/>
                  </a:lnTo>
                  <a:cubicBezTo>
                    <a:pt x="6990" y="8132"/>
                    <a:pt x="7085" y="8216"/>
                    <a:pt x="7180" y="8311"/>
                  </a:cubicBezTo>
                  <a:lnTo>
                    <a:pt x="6371" y="9001"/>
                  </a:lnTo>
                  <a:cubicBezTo>
                    <a:pt x="6192" y="9144"/>
                    <a:pt x="6097" y="9370"/>
                    <a:pt x="6097" y="9609"/>
                  </a:cubicBezTo>
                  <a:lnTo>
                    <a:pt x="6097" y="10120"/>
                  </a:lnTo>
                  <a:cubicBezTo>
                    <a:pt x="6097" y="10204"/>
                    <a:pt x="6168" y="10263"/>
                    <a:pt x="6240" y="10263"/>
                  </a:cubicBezTo>
                  <a:cubicBezTo>
                    <a:pt x="6311" y="10263"/>
                    <a:pt x="6394" y="10192"/>
                    <a:pt x="6394" y="10120"/>
                  </a:cubicBezTo>
                  <a:lnTo>
                    <a:pt x="6394" y="9609"/>
                  </a:lnTo>
                  <a:cubicBezTo>
                    <a:pt x="6394" y="9466"/>
                    <a:pt x="6454" y="9323"/>
                    <a:pt x="6573" y="9239"/>
                  </a:cubicBezTo>
                  <a:lnTo>
                    <a:pt x="7323" y="8585"/>
                  </a:lnTo>
                  <a:cubicBezTo>
                    <a:pt x="7359" y="8668"/>
                    <a:pt x="7383" y="8775"/>
                    <a:pt x="7383" y="8870"/>
                  </a:cubicBezTo>
                  <a:lnTo>
                    <a:pt x="7383" y="10120"/>
                  </a:lnTo>
                  <a:cubicBezTo>
                    <a:pt x="7383" y="10204"/>
                    <a:pt x="7466" y="10263"/>
                    <a:pt x="7537" y="10263"/>
                  </a:cubicBezTo>
                  <a:cubicBezTo>
                    <a:pt x="7609" y="10263"/>
                    <a:pt x="7680" y="10192"/>
                    <a:pt x="7680" y="10120"/>
                  </a:cubicBezTo>
                  <a:lnTo>
                    <a:pt x="7680" y="8870"/>
                  </a:lnTo>
                  <a:cubicBezTo>
                    <a:pt x="7692" y="8406"/>
                    <a:pt x="7395" y="7977"/>
                    <a:pt x="6942" y="7823"/>
                  </a:cubicBezTo>
                  <a:lnTo>
                    <a:pt x="5275" y="7239"/>
                  </a:lnTo>
                  <a:cubicBezTo>
                    <a:pt x="5132" y="7203"/>
                    <a:pt x="5025" y="7084"/>
                    <a:pt x="4978" y="6930"/>
                  </a:cubicBezTo>
                  <a:cubicBezTo>
                    <a:pt x="5740" y="6787"/>
                    <a:pt x="6442" y="6513"/>
                    <a:pt x="6799" y="6382"/>
                  </a:cubicBezTo>
                  <a:cubicBezTo>
                    <a:pt x="6918" y="6334"/>
                    <a:pt x="7002" y="6251"/>
                    <a:pt x="7061" y="6132"/>
                  </a:cubicBezTo>
                  <a:cubicBezTo>
                    <a:pt x="7109" y="6013"/>
                    <a:pt x="7109" y="5894"/>
                    <a:pt x="7061" y="5775"/>
                  </a:cubicBezTo>
                  <a:cubicBezTo>
                    <a:pt x="6942" y="5477"/>
                    <a:pt x="6740" y="4846"/>
                    <a:pt x="6740" y="4013"/>
                  </a:cubicBezTo>
                  <a:lnTo>
                    <a:pt x="6740" y="2882"/>
                  </a:lnTo>
                  <a:cubicBezTo>
                    <a:pt x="6740" y="1286"/>
                    <a:pt x="5442" y="0"/>
                    <a:pt x="3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5"/>
            <p:cNvSpPr/>
            <p:nvPr/>
          </p:nvSpPr>
          <p:spPr>
            <a:xfrm>
              <a:off x="7611608" y="2891630"/>
              <a:ext cx="20069" cy="9463"/>
            </a:xfrm>
            <a:custGeom>
              <a:avLst/>
              <a:gdLst/>
              <a:ahLst/>
              <a:cxnLst/>
              <a:rect l="l" t="t" r="r" b="b"/>
              <a:pathLst>
                <a:path w="632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26"/>
                    <a:pt x="84" y="298"/>
                    <a:pt x="155" y="298"/>
                  </a:cubicBezTo>
                  <a:lnTo>
                    <a:pt x="477" y="298"/>
                  </a:lnTo>
                  <a:cubicBezTo>
                    <a:pt x="572" y="298"/>
                    <a:pt x="632" y="226"/>
                    <a:pt x="632" y="155"/>
                  </a:cubicBezTo>
                  <a:cubicBezTo>
                    <a:pt x="632" y="83"/>
                    <a:pt x="572" y="0"/>
                    <a:pt x="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5"/>
            <p:cNvSpPr/>
            <p:nvPr/>
          </p:nvSpPr>
          <p:spPr>
            <a:xfrm>
              <a:off x="7673245" y="2891630"/>
              <a:ext cx="19688" cy="9463"/>
            </a:xfrm>
            <a:custGeom>
              <a:avLst/>
              <a:gdLst/>
              <a:ahLst/>
              <a:cxnLst/>
              <a:rect l="l" t="t" r="r" b="b"/>
              <a:pathLst>
                <a:path w="620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26"/>
                    <a:pt x="72" y="298"/>
                    <a:pt x="143" y="298"/>
                  </a:cubicBezTo>
                  <a:lnTo>
                    <a:pt x="477" y="298"/>
                  </a:lnTo>
                  <a:cubicBezTo>
                    <a:pt x="560" y="298"/>
                    <a:pt x="620" y="226"/>
                    <a:pt x="620" y="155"/>
                  </a:cubicBezTo>
                  <a:cubicBezTo>
                    <a:pt x="620" y="83"/>
                    <a:pt x="548" y="0"/>
                    <a:pt x="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5" name="Google Shape;2485;p55"/>
          <p:cNvSpPr txBox="1">
            <a:spLocks noGrp="1"/>
          </p:cNvSpPr>
          <p:nvPr>
            <p:ph type="title" idx="4294967295"/>
          </p:nvPr>
        </p:nvSpPr>
        <p:spPr>
          <a:xfrm>
            <a:off x="5798525" y="2696585"/>
            <a:ext cx="2361000" cy="5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>
                <a:latin typeface="Barlow SemiBold"/>
                <a:ea typeface="Barlow SemiBold"/>
                <a:cs typeface="Barlow SemiBold"/>
                <a:sym typeface="Barlow SemiBold"/>
              </a:rPr>
              <a:t>MARS</a:t>
            </a:r>
            <a:endParaRPr sz="2800" b="0"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2486" name="Google Shape;2486;p55"/>
          <p:cNvSpPr txBox="1">
            <a:spLocks noGrp="1"/>
          </p:cNvSpPr>
          <p:nvPr>
            <p:ph type="title" idx="4294967295"/>
          </p:nvPr>
        </p:nvSpPr>
        <p:spPr>
          <a:xfrm>
            <a:off x="950250" y="3254525"/>
            <a:ext cx="2361000" cy="7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FFFFFF"/>
                </a:solidFill>
              </a:rPr>
              <a:t>224K</a:t>
            </a:r>
            <a:endParaRPr sz="4500">
              <a:solidFill>
                <a:srgbClr val="FFFFFF"/>
              </a:solidFill>
            </a:endParaRPr>
          </a:p>
        </p:txBody>
      </p:sp>
      <p:sp>
        <p:nvSpPr>
          <p:cNvPr id="2487" name="Google Shape;2487;p55"/>
          <p:cNvSpPr txBox="1">
            <a:spLocks noGrp="1"/>
          </p:cNvSpPr>
          <p:nvPr>
            <p:ph type="title" idx="4294967295"/>
          </p:nvPr>
        </p:nvSpPr>
        <p:spPr>
          <a:xfrm>
            <a:off x="5798525" y="3254525"/>
            <a:ext cx="2361000" cy="7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FFFFFF"/>
                </a:solidFill>
              </a:rPr>
              <a:t>110M</a:t>
            </a:r>
            <a:endParaRPr sz="4500">
              <a:solidFill>
                <a:srgbClr val="FFFFFF"/>
              </a:solidFill>
            </a:endParaRPr>
          </a:p>
        </p:txBody>
      </p:sp>
      <p:sp>
        <p:nvSpPr>
          <p:cNvPr id="2488" name="Google Shape;2488;p55"/>
          <p:cNvSpPr txBox="1">
            <a:spLocks noGrp="1"/>
          </p:cNvSpPr>
          <p:nvPr>
            <p:ph type="title" idx="4294967295"/>
          </p:nvPr>
        </p:nvSpPr>
        <p:spPr>
          <a:xfrm>
            <a:off x="976050" y="2683050"/>
            <a:ext cx="23094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>
                <a:latin typeface="Barlow SemiBold"/>
                <a:ea typeface="Barlow SemiBold"/>
                <a:cs typeface="Barlow SemiBold"/>
                <a:sym typeface="Barlow SemiBold"/>
              </a:rPr>
              <a:t>VENUS</a:t>
            </a:r>
            <a:endParaRPr sz="2800" b="0"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3" name="Google Shape;2493;p56"/>
          <p:cNvGrpSpPr/>
          <p:nvPr/>
        </p:nvGrpSpPr>
        <p:grpSpPr>
          <a:xfrm>
            <a:off x="740070" y="2074850"/>
            <a:ext cx="1073234" cy="1005866"/>
            <a:chOff x="6219391" y="3816756"/>
            <a:chExt cx="356627" cy="334252"/>
          </a:xfrm>
        </p:grpSpPr>
        <p:sp>
          <p:nvSpPr>
            <p:cNvPr id="2494" name="Google Shape;2494;p56"/>
            <p:cNvSpPr/>
            <p:nvPr/>
          </p:nvSpPr>
          <p:spPr>
            <a:xfrm>
              <a:off x="6219391" y="3816756"/>
              <a:ext cx="306594" cy="334252"/>
            </a:xfrm>
            <a:custGeom>
              <a:avLst/>
              <a:gdLst/>
              <a:ahLst/>
              <a:cxnLst/>
              <a:rect l="l" t="t" r="r" b="b"/>
              <a:pathLst>
                <a:path w="9633" h="10502" extrusionOk="0">
                  <a:moveTo>
                    <a:pt x="8394" y="4179"/>
                  </a:moveTo>
                  <a:cubicBezTo>
                    <a:pt x="8906" y="4251"/>
                    <a:pt x="9299" y="4703"/>
                    <a:pt x="9299" y="5239"/>
                  </a:cubicBezTo>
                  <a:cubicBezTo>
                    <a:pt x="9299" y="5775"/>
                    <a:pt x="8906" y="6215"/>
                    <a:pt x="8394" y="6299"/>
                  </a:cubicBezTo>
                  <a:lnTo>
                    <a:pt x="8394" y="4179"/>
                  </a:lnTo>
                  <a:close/>
                  <a:moveTo>
                    <a:pt x="1203" y="4013"/>
                  </a:moveTo>
                  <a:lnTo>
                    <a:pt x="1203" y="6489"/>
                  </a:lnTo>
                  <a:lnTo>
                    <a:pt x="846" y="6489"/>
                  </a:lnTo>
                  <a:cubicBezTo>
                    <a:pt x="548" y="6489"/>
                    <a:pt x="310" y="6251"/>
                    <a:pt x="310" y="5953"/>
                  </a:cubicBezTo>
                  <a:lnTo>
                    <a:pt x="310" y="4549"/>
                  </a:lnTo>
                  <a:cubicBezTo>
                    <a:pt x="310" y="4251"/>
                    <a:pt x="548" y="4013"/>
                    <a:pt x="846" y="4013"/>
                  </a:cubicBezTo>
                  <a:close/>
                  <a:moveTo>
                    <a:pt x="2596" y="4001"/>
                  </a:moveTo>
                  <a:lnTo>
                    <a:pt x="2596" y="6489"/>
                  </a:lnTo>
                  <a:lnTo>
                    <a:pt x="1525" y="6489"/>
                  </a:lnTo>
                  <a:lnTo>
                    <a:pt x="1525" y="4001"/>
                  </a:lnTo>
                  <a:close/>
                  <a:moveTo>
                    <a:pt x="2799" y="7692"/>
                  </a:moveTo>
                  <a:lnTo>
                    <a:pt x="2799" y="8418"/>
                  </a:lnTo>
                  <a:lnTo>
                    <a:pt x="2477" y="8418"/>
                  </a:lnTo>
                  <a:lnTo>
                    <a:pt x="2679" y="7692"/>
                  </a:lnTo>
                  <a:close/>
                  <a:moveTo>
                    <a:pt x="2560" y="6811"/>
                  </a:moveTo>
                  <a:lnTo>
                    <a:pt x="1941" y="9121"/>
                  </a:lnTo>
                  <a:lnTo>
                    <a:pt x="1525" y="9121"/>
                  </a:lnTo>
                  <a:lnTo>
                    <a:pt x="1525" y="6811"/>
                  </a:lnTo>
                  <a:close/>
                  <a:moveTo>
                    <a:pt x="8061" y="310"/>
                  </a:moveTo>
                  <a:lnTo>
                    <a:pt x="8061" y="10180"/>
                  </a:lnTo>
                  <a:lnTo>
                    <a:pt x="7335" y="10180"/>
                  </a:lnTo>
                  <a:lnTo>
                    <a:pt x="7335" y="3227"/>
                  </a:lnTo>
                  <a:cubicBezTo>
                    <a:pt x="7335" y="3132"/>
                    <a:pt x="7251" y="3060"/>
                    <a:pt x="7168" y="3060"/>
                  </a:cubicBezTo>
                  <a:cubicBezTo>
                    <a:pt x="7085" y="3060"/>
                    <a:pt x="7001" y="3132"/>
                    <a:pt x="7001" y="3227"/>
                  </a:cubicBezTo>
                  <a:lnTo>
                    <a:pt x="7001" y="9085"/>
                  </a:lnTo>
                  <a:cubicBezTo>
                    <a:pt x="6799" y="8811"/>
                    <a:pt x="6489" y="8406"/>
                    <a:pt x="6085" y="8013"/>
                  </a:cubicBezTo>
                  <a:cubicBezTo>
                    <a:pt x="5620" y="7573"/>
                    <a:pt x="5144" y="7216"/>
                    <a:pt x="4656" y="6966"/>
                  </a:cubicBezTo>
                  <a:cubicBezTo>
                    <a:pt x="4084" y="6668"/>
                    <a:pt x="3525" y="6501"/>
                    <a:pt x="2941" y="6489"/>
                  </a:cubicBezTo>
                  <a:lnTo>
                    <a:pt x="2941" y="4001"/>
                  </a:lnTo>
                  <a:cubicBezTo>
                    <a:pt x="3525" y="3965"/>
                    <a:pt x="4084" y="3810"/>
                    <a:pt x="4656" y="3525"/>
                  </a:cubicBezTo>
                  <a:cubicBezTo>
                    <a:pt x="5144" y="3275"/>
                    <a:pt x="5620" y="2917"/>
                    <a:pt x="6085" y="2465"/>
                  </a:cubicBezTo>
                  <a:cubicBezTo>
                    <a:pt x="6489" y="2084"/>
                    <a:pt x="6799" y="1679"/>
                    <a:pt x="7001" y="1393"/>
                  </a:cubicBezTo>
                  <a:lnTo>
                    <a:pt x="7001" y="2441"/>
                  </a:lnTo>
                  <a:cubicBezTo>
                    <a:pt x="7001" y="2524"/>
                    <a:pt x="7085" y="2596"/>
                    <a:pt x="7168" y="2596"/>
                  </a:cubicBezTo>
                  <a:cubicBezTo>
                    <a:pt x="7251" y="2596"/>
                    <a:pt x="7335" y="2524"/>
                    <a:pt x="7335" y="2441"/>
                  </a:cubicBezTo>
                  <a:lnTo>
                    <a:pt x="7335" y="310"/>
                  </a:lnTo>
                  <a:close/>
                  <a:moveTo>
                    <a:pt x="7168" y="0"/>
                  </a:moveTo>
                  <a:cubicBezTo>
                    <a:pt x="7085" y="0"/>
                    <a:pt x="7001" y="72"/>
                    <a:pt x="7001" y="167"/>
                  </a:cubicBezTo>
                  <a:lnTo>
                    <a:pt x="7001" y="822"/>
                  </a:lnTo>
                  <a:cubicBezTo>
                    <a:pt x="6906" y="977"/>
                    <a:pt x="6489" y="1620"/>
                    <a:pt x="5847" y="2251"/>
                  </a:cubicBezTo>
                  <a:cubicBezTo>
                    <a:pt x="5156" y="2905"/>
                    <a:pt x="4084" y="3691"/>
                    <a:pt x="2775" y="3691"/>
                  </a:cubicBezTo>
                  <a:lnTo>
                    <a:pt x="858" y="3691"/>
                  </a:lnTo>
                  <a:cubicBezTo>
                    <a:pt x="382" y="3691"/>
                    <a:pt x="1" y="4072"/>
                    <a:pt x="1" y="4549"/>
                  </a:cubicBezTo>
                  <a:lnTo>
                    <a:pt x="1" y="5953"/>
                  </a:lnTo>
                  <a:cubicBezTo>
                    <a:pt x="1" y="6430"/>
                    <a:pt x="382" y="6811"/>
                    <a:pt x="858" y="6811"/>
                  </a:cubicBezTo>
                  <a:lnTo>
                    <a:pt x="1215" y="6811"/>
                  </a:lnTo>
                  <a:lnTo>
                    <a:pt x="1215" y="9287"/>
                  </a:lnTo>
                  <a:cubicBezTo>
                    <a:pt x="1215" y="9371"/>
                    <a:pt x="1286" y="9454"/>
                    <a:pt x="1382" y="9454"/>
                  </a:cubicBezTo>
                  <a:lnTo>
                    <a:pt x="2084" y="9454"/>
                  </a:lnTo>
                  <a:cubicBezTo>
                    <a:pt x="2156" y="9454"/>
                    <a:pt x="2215" y="9406"/>
                    <a:pt x="2239" y="9335"/>
                  </a:cubicBezTo>
                  <a:lnTo>
                    <a:pt x="2394" y="8751"/>
                  </a:lnTo>
                  <a:lnTo>
                    <a:pt x="2953" y="8751"/>
                  </a:lnTo>
                  <a:cubicBezTo>
                    <a:pt x="3049" y="8751"/>
                    <a:pt x="3120" y="8680"/>
                    <a:pt x="3120" y="8585"/>
                  </a:cubicBezTo>
                  <a:lnTo>
                    <a:pt x="3120" y="7525"/>
                  </a:lnTo>
                  <a:cubicBezTo>
                    <a:pt x="3120" y="7442"/>
                    <a:pt x="3049" y="7370"/>
                    <a:pt x="2953" y="7370"/>
                  </a:cubicBezTo>
                  <a:lnTo>
                    <a:pt x="2763" y="7370"/>
                  </a:lnTo>
                  <a:lnTo>
                    <a:pt x="2918" y="6811"/>
                  </a:lnTo>
                  <a:cubicBezTo>
                    <a:pt x="4168" y="6858"/>
                    <a:pt x="5192" y="7620"/>
                    <a:pt x="5858" y="8263"/>
                  </a:cubicBezTo>
                  <a:cubicBezTo>
                    <a:pt x="6513" y="8882"/>
                    <a:pt x="6930" y="9525"/>
                    <a:pt x="7025" y="9692"/>
                  </a:cubicBezTo>
                  <a:lnTo>
                    <a:pt x="7025" y="10347"/>
                  </a:lnTo>
                  <a:cubicBezTo>
                    <a:pt x="7025" y="10430"/>
                    <a:pt x="7097" y="10502"/>
                    <a:pt x="7180" y="10502"/>
                  </a:cubicBezTo>
                  <a:lnTo>
                    <a:pt x="8240" y="10502"/>
                  </a:lnTo>
                  <a:cubicBezTo>
                    <a:pt x="8335" y="10502"/>
                    <a:pt x="8406" y="10430"/>
                    <a:pt x="8406" y="10347"/>
                  </a:cubicBezTo>
                  <a:lnTo>
                    <a:pt x="8406" y="6632"/>
                  </a:lnTo>
                  <a:cubicBezTo>
                    <a:pt x="9109" y="6549"/>
                    <a:pt x="9633" y="5965"/>
                    <a:pt x="9633" y="5251"/>
                  </a:cubicBezTo>
                  <a:cubicBezTo>
                    <a:pt x="9621" y="4537"/>
                    <a:pt x="9085" y="3941"/>
                    <a:pt x="8394" y="3870"/>
                  </a:cubicBezTo>
                  <a:lnTo>
                    <a:pt x="8394" y="167"/>
                  </a:lnTo>
                  <a:cubicBezTo>
                    <a:pt x="8394" y="72"/>
                    <a:pt x="8311" y="0"/>
                    <a:pt x="82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6"/>
            <p:cNvSpPr/>
            <p:nvPr/>
          </p:nvSpPr>
          <p:spPr>
            <a:xfrm>
              <a:off x="6549060" y="3978567"/>
              <a:ext cx="26958" cy="10630"/>
            </a:xfrm>
            <a:custGeom>
              <a:avLst/>
              <a:gdLst/>
              <a:ahLst/>
              <a:cxnLst/>
              <a:rect l="l" t="t" r="r" b="b"/>
              <a:pathLst>
                <a:path w="847" h="334" extrusionOk="0">
                  <a:moveTo>
                    <a:pt x="156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" y="262"/>
                    <a:pt x="72" y="334"/>
                    <a:pt x="156" y="334"/>
                  </a:cubicBezTo>
                  <a:lnTo>
                    <a:pt x="680" y="334"/>
                  </a:lnTo>
                  <a:cubicBezTo>
                    <a:pt x="763" y="334"/>
                    <a:pt x="846" y="262"/>
                    <a:pt x="846" y="167"/>
                  </a:cubicBezTo>
                  <a:cubicBezTo>
                    <a:pt x="846" y="84"/>
                    <a:pt x="775" y="0"/>
                    <a:pt x="6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6"/>
            <p:cNvSpPr/>
            <p:nvPr/>
          </p:nvSpPr>
          <p:spPr>
            <a:xfrm>
              <a:off x="6525572" y="3915357"/>
              <a:ext cx="24666" cy="22311"/>
            </a:xfrm>
            <a:custGeom>
              <a:avLst/>
              <a:gdLst/>
              <a:ahLst/>
              <a:cxnLst/>
              <a:rect l="l" t="t" r="r" b="b"/>
              <a:pathLst>
                <a:path w="775" h="701" extrusionOk="0">
                  <a:moveTo>
                    <a:pt x="605" y="1"/>
                  </a:moveTo>
                  <a:cubicBezTo>
                    <a:pt x="563" y="1"/>
                    <a:pt x="519" y="16"/>
                    <a:pt x="477" y="46"/>
                  </a:cubicBezTo>
                  <a:lnTo>
                    <a:pt x="108" y="415"/>
                  </a:lnTo>
                  <a:cubicBezTo>
                    <a:pt x="1" y="522"/>
                    <a:pt x="84" y="700"/>
                    <a:pt x="227" y="700"/>
                  </a:cubicBezTo>
                  <a:cubicBezTo>
                    <a:pt x="275" y="700"/>
                    <a:pt x="322" y="677"/>
                    <a:pt x="346" y="653"/>
                  </a:cubicBezTo>
                  <a:lnTo>
                    <a:pt x="715" y="284"/>
                  </a:lnTo>
                  <a:cubicBezTo>
                    <a:pt x="775" y="224"/>
                    <a:pt x="775" y="117"/>
                    <a:pt x="715" y="46"/>
                  </a:cubicBezTo>
                  <a:cubicBezTo>
                    <a:pt x="685" y="16"/>
                    <a:pt x="647" y="1"/>
                    <a:pt x="6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6"/>
            <p:cNvSpPr/>
            <p:nvPr/>
          </p:nvSpPr>
          <p:spPr>
            <a:xfrm>
              <a:off x="6527099" y="4030191"/>
              <a:ext cx="23139" cy="22661"/>
            </a:xfrm>
            <a:custGeom>
              <a:avLst/>
              <a:gdLst/>
              <a:ahLst/>
              <a:cxnLst/>
              <a:rect l="l" t="t" r="r" b="b"/>
              <a:pathLst>
                <a:path w="727" h="712" extrusionOk="0">
                  <a:moveTo>
                    <a:pt x="183" y="1"/>
                  </a:moveTo>
                  <a:cubicBezTo>
                    <a:pt x="140" y="1"/>
                    <a:pt x="96" y="15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429" y="664"/>
                  </a:lnTo>
                  <a:cubicBezTo>
                    <a:pt x="466" y="696"/>
                    <a:pt x="505" y="711"/>
                    <a:pt x="543" y="711"/>
                  </a:cubicBezTo>
                  <a:cubicBezTo>
                    <a:pt x="590" y="711"/>
                    <a:pt x="634" y="687"/>
                    <a:pt x="667" y="641"/>
                  </a:cubicBezTo>
                  <a:cubicBezTo>
                    <a:pt x="727" y="569"/>
                    <a:pt x="727" y="486"/>
                    <a:pt x="667" y="426"/>
                  </a:cubicBezTo>
                  <a:lnTo>
                    <a:pt x="298" y="45"/>
                  </a:lnTo>
                  <a:cubicBezTo>
                    <a:pt x="268" y="15"/>
                    <a:pt x="227" y="1"/>
                    <a:pt x="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98" name="Google Shape;2498;p56"/>
          <p:cNvCxnSpPr/>
          <p:nvPr/>
        </p:nvCxnSpPr>
        <p:spPr>
          <a:xfrm>
            <a:off x="2154900" y="1865225"/>
            <a:ext cx="55956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9" name="Google Shape;2499;p56"/>
          <p:cNvCxnSpPr/>
          <p:nvPr/>
        </p:nvCxnSpPr>
        <p:spPr>
          <a:xfrm>
            <a:off x="2154900" y="3286350"/>
            <a:ext cx="5595600" cy="0"/>
          </a:xfrm>
          <a:prstGeom prst="straightConnector1">
            <a:avLst/>
          </a:prstGeom>
          <a:noFill/>
          <a:ln w="9525" cap="flat" cmpd="sng">
            <a:solidFill>
              <a:srgbClr val="FFAB4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0" name="Google Shape;2500;p56"/>
          <p:cNvSpPr txBox="1">
            <a:spLocks noGrp="1"/>
          </p:cNvSpPr>
          <p:nvPr>
            <p:ph type="title"/>
          </p:nvPr>
        </p:nvSpPr>
        <p:spPr>
          <a:xfrm>
            <a:off x="2154900" y="592450"/>
            <a:ext cx="2035500" cy="11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AWESOME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WORDS</a:t>
            </a:r>
            <a:endParaRPr/>
          </a:p>
        </p:txBody>
      </p:sp>
      <p:sp>
        <p:nvSpPr>
          <p:cNvPr id="2501" name="Google Shape;2501;p56"/>
          <p:cNvSpPr txBox="1">
            <a:spLocks noGrp="1"/>
          </p:cNvSpPr>
          <p:nvPr>
            <p:ph type="subTitle" idx="1"/>
          </p:nvPr>
        </p:nvSpPr>
        <p:spPr>
          <a:xfrm>
            <a:off x="4532950" y="707050"/>
            <a:ext cx="3505500" cy="90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key words are great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catching your audience’s attention</a:t>
            </a:r>
            <a:endParaRPr/>
          </a:p>
        </p:txBody>
      </p:sp>
      <p:sp>
        <p:nvSpPr>
          <p:cNvPr id="2502" name="Google Shape;2502;p56"/>
          <p:cNvSpPr txBox="1">
            <a:spLocks noGrp="1"/>
          </p:cNvSpPr>
          <p:nvPr>
            <p:ph type="title" idx="2"/>
          </p:nvPr>
        </p:nvSpPr>
        <p:spPr>
          <a:xfrm>
            <a:off x="2155025" y="2005500"/>
            <a:ext cx="2035500" cy="11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AWESOME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WORDS</a:t>
            </a:r>
            <a:endParaRPr/>
          </a:p>
        </p:txBody>
      </p:sp>
      <p:sp>
        <p:nvSpPr>
          <p:cNvPr id="2503" name="Google Shape;2503;p56"/>
          <p:cNvSpPr txBox="1">
            <a:spLocks noGrp="1"/>
          </p:cNvSpPr>
          <p:nvPr>
            <p:ph type="subTitle" idx="3"/>
          </p:nvPr>
        </p:nvSpPr>
        <p:spPr>
          <a:xfrm>
            <a:off x="4532950" y="2120100"/>
            <a:ext cx="3505500" cy="90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key words are great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catching your audience’s attention</a:t>
            </a:r>
            <a:endParaRPr/>
          </a:p>
        </p:txBody>
      </p:sp>
      <p:sp>
        <p:nvSpPr>
          <p:cNvPr id="2504" name="Google Shape;2504;p56"/>
          <p:cNvSpPr txBox="1">
            <a:spLocks noGrp="1"/>
          </p:cNvSpPr>
          <p:nvPr>
            <p:ph type="title" idx="4"/>
          </p:nvPr>
        </p:nvSpPr>
        <p:spPr>
          <a:xfrm>
            <a:off x="2155025" y="3434700"/>
            <a:ext cx="2035500" cy="11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AWESOME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WORDS</a:t>
            </a:r>
            <a:endParaRPr/>
          </a:p>
        </p:txBody>
      </p:sp>
      <p:sp>
        <p:nvSpPr>
          <p:cNvPr id="2505" name="Google Shape;2505;p56"/>
          <p:cNvSpPr txBox="1">
            <a:spLocks noGrp="1"/>
          </p:cNvSpPr>
          <p:nvPr>
            <p:ph type="subTitle" idx="5"/>
          </p:nvPr>
        </p:nvSpPr>
        <p:spPr>
          <a:xfrm>
            <a:off x="4532950" y="3549300"/>
            <a:ext cx="3505500" cy="90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key words are great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catching your audience’s attention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Google Shape;2510;p57"/>
          <p:cNvSpPr txBox="1">
            <a:spLocks noGrp="1"/>
          </p:cNvSpPr>
          <p:nvPr>
            <p:ph type="title"/>
          </p:nvPr>
        </p:nvSpPr>
        <p:spPr>
          <a:xfrm>
            <a:off x="0" y="358032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LIST</a:t>
            </a:r>
            <a:endParaRPr/>
          </a:p>
        </p:txBody>
      </p:sp>
      <p:sp>
        <p:nvSpPr>
          <p:cNvPr id="2511" name="Google Shape;2511;p57"/>
          <p:cNvSpPr txBox="1">
            <a:spLocks noGrp="1"/>
          </p:cNvSpPr>
          <p:nvPr>
            <p:ph type="subTitle" idx="4294967295"/>
          </p:nvPr>
        </p:nvSpPr>
        <p:spPr>
          <a:xfrm>
            <a:off x="1116825" y="2926700"/>
            <a:ext cx="1636800" cy="117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 sz="1500">
                <a:solidFill>
                  <a:schemeClr val="lt1"/>
                </a:solidFill>
              </a:rPr>
              <a:t>Benefit 1</a:t>
            </a:r>
            <a:endParaRPr sz="150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 sz="1500">
                <a:solidFill>
                  <a:schemeClr val="lt1"/>
                </a:solidFill>
              </a:rPr>
              <a:t>Benefit 2</a:t>
            </a:r>
            <a:endParaRPr sz="150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 sz="1500">
                <a:solidFill>
                  <a:schemeClr val="lt1"/>
                </a:solidFill>
              </a:rPr>
              <a:t>Benefit 3</a:t>
            </a:r>
            <a:endParaRPr sz="1500"/>
          </a:p>
        </p:txBody>
      </p:sp>
      <p:sp>
        <p:nvSpPr>
          <p:cNvPr id="2512" name="Google Shape;2512;p57"/>
          <p:cNvSpPr txBox="1">
            <a:spLocks noGrp="1"/>
          </p:cNvSpPr>
          <p:nvPr>
            <p:ph type="subTitle" idx="4294967295"/>
          </p:nvPr>
        </p:nvSpPr>
        <p:spPr>
          <a:xfrm>
            <a:off x="3752850" y="2926700"/>
            <a:ext cx="1638300" cy="117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 sz="1500">
                <a:solidFill>
                  <a:schemeClr val="lt1"/>
                </a:solidFill>
              </a:rPr>
              <a:t>Benefit 1</a:t>
            </a:r>
            <a:endParaRPr sz="150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 sz="1500">
                <a:solidFill>
                  <a:schemeClr val="lt1"/>
                </a:solidFill>
              </a:rPr>
              <a:t>Benefit 2</a:t>
            </a:r>
            <a:endParaRPr sz="150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 sz="1500">
                <a:solidFill>
                  <a:schemeClr val="lt1"/>
                </a:solidFill>
              </a:rPr>
              <a:t>Benefit 3</a:t>
            </a:r>
            <a:endParaRPr sz="1500"/>
          </a:p>
        </p:txBody>
      </p:sp>
      <p:sp>
        <p:nvSpPr>
          <p:cNvPr id="2513" name="Google Shape;2513;p57"/>
          <p:cNvSpPr txBox="1">
            <a:spLocks noGrp="1"/>
          </p:cNvSpPr>
          <p:nvPr>
            <p:ph type="subTitle" idx="4294967295"/>
          </p:nvPr>
        </p:nvSpPr>
        <p:spPr>
          <a:xfrm>
            <a:off x="6390525" y="2926700"/>
            <a:ext cx="1636800" cy="117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 sz="1500">
                <a:solidFill>
                  <a:schemeClr val="lt1"/>
                </a:solidFill>
              </a:rPr>
              <a:t>Benefit 1</a:t>
            </a:r>
            <a:endParaRPr sz="150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 sz="1500">
                <a:solidFill>
                  <a:schemeClr val="lt1"/>
                </a:solidFill>
              </a:rPr>
              <a:t>Benefit 2</a:t>
            </a:r>
            <a:endParaRPr sz="1500">
              <a:solidFill>
                <a:schemeClr val="lt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 sz="1500">
                <a:solidFill>
                  <a:schemeClr val="lt1"/>
                </a:solidFill>
              </a:rPr>
              <a:t>Benefit 3</a:t>
            </a:r>
            <a:endParaRPr sz="1500"/>
          </a:p>
        </p:txBody>
      </p:sp>
      <p:cxnSp>
        <p:nvCxnSpPr>
          <p:cNvPr id="2514" name="Google Shape;2514;p57"/>
          <p:cNvCxnSpPr>
            <a:stCxn id="2515" idx="3"/>
            <a:endCxn id="2516" idx="1"/>
          </p:cNvCxnSpPr>
          <p:nvPr/>
        </p:nvCxnSpPr>
        <p:spPr>
          <a:xfrm>
            <a:off x="2802388" y="1945625"/>
            <a:ext cx="3539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5" name="Google Shape;2515;p57"/>
          <p:cNvSpPr/>
          <p:nvPr/>
        </p:nvSpPr>
        <p:spPr>
          <a:xfrm>
            <a:off x="1067788" y="1730375"/>
            <a:ext cx="1734600" cy="430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MARS</a:t>
            </a:r>
            <a:endParaRPr sz="1800" b="1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7" name="Google Shape;2517;p57"/>
          <p:cNvSpPr/>
          <p:nvPr/>
        </p:nvSpPr>
        <p:spPr>
          <a:xfrm>
            <a:off x="3704700" y="1730375"/>
            <a:ext cx="1734600" cy="430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VENUS</a:t>
            </a:r>
            <a:endParaRPr sz="1800" b="1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6" name="Google Shape;2516;p57"/>
          <p:cNvSpPr/>
          <p:nvPr/>
        </p:nvSpPr>
        <p:spPr>
          <a:xfrm>
            <a:off x="6341613" y="1730375"/>
            <a:ext cx="1734600" cy="430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JUPITER</a:t>
            </a:r>
            <a:endParaRPr sz="1800" b="1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518" name="Google Shape;2518;p57"/>
          <p:cNvCxnSpPr/>
          <p:nvPr/>
        </p:nvCxnSpPr>
        <p:spPr>
          <a:xfrm>
            <a:off x="1082199" y="2926700"/>
            <a:ext cx="69939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9" name="Google Shape;2519;p57"/>
          <p:cNvSpPr txBox="1">
            <a:spLocks noGrp="1"/>
          </p:cNvSpPr>
          <p:nvPr>
            <p:ph type="title" idx="4294967295"/>
          </p:nvPr>
        </p:nvSpPr>
        <p:spPr>
          <a:xfrm>
            <a:off x="969075" y="2280988"/>
            <a:ext cx="1932300" cy="5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</a:rPr>
              <a:t>$55,200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2520" name="Google Shape;2520;p57"/>
          <p:cNvSpPr txBox="1">
            <a:spLocks noGrp="1"/>
          </p:cNvSpPr>
          <p:nvPr>
            <p:ph type="title" idx="4294967295"/>
          </p:nvPr>
        </p:nvSpPr>
        <p:spPr>
          <a:xfrm>
            <a:off x="3605850" y="2280988"/>
            <a:ext cx="1932300" cy="5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</a:rPr>
              <a:t>$67,200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2521" name="Google Shape;2521;p57"/>
          <p:cNvSpPr txBox="1">
            <a:spLocks noGrp="1"/>
          </p:cNvSpPr>
          <p:nvPr>
            <p:ph type="title" idx="4294967295"/>
          </p:nvPr>
        </p:nvSpPr>
        <p:spPr>
          <a:xfrm>
            <a:off x="6242775" y="2280988"/>
            <a:ext cx="1932300" cy="5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</a:rPr>
              <a:t>$90,500</a:t>
            </a:r>
            <a:endParaRPr sz="3200">
              <a:solidFill>
                <a:schemeClr val="lt1"/>
              </a:solidFill>
            </a:endParaRPr>
          </a:p>
        </p:txBody>
      </p:sp>
      <p:cxnSp>
        <p:nvCxnSpPr>
          <p:cNvPr id="2522" name="Google Shape;2522;p57"/>
          <p:cNvCxnSpPr/>
          <p:nvPr/>
        </p:nvCxnSpPr>
        <p:spPr>
          <a:xfrm>
            <a:off x="1067800" y="4103225"/>
            <a:ext cx="70083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58"/>
          <p:cNvSpPr txBox="1">
            <a:spLocks noGrp="1"/>
          </p:cNvSpPr>
          <p:nvPr>
            <p:ph type="title"/>
          </p:nvPr>
        </p:nvSpPr>
        <p:spPr>
          <a:xfrm>
            <a:off x="0" y="356911"/>
            <a:ext cx="91440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ALLIES</a:t>
            </a:r>
            <a:endParaRPr/>
          </a:p>
        </p:txBody>
      </p:sp>
      <p:grpSp>
        <p:nvGrpSpPr>
          <p:cNvPr id="2528" name="Google Shape;2528;p58"/>
          <p:cNvGrpSpPr/>
          <p:nvPr/>
        </p:nvGrpSpPr>
        <p:grpSpPr>
          <a:xfrm>
            <a:off x="1731898" y="1691298"/>
            <a:ext cx="597994" cy="697618"/>
            <a:chOff x="1689800" y="1968500"/>
            <a:chExt cx="880050" cy="1030150"/>
          </a:xfrm>
        </p:grpSpPr>
        <p:sp>
          <p:nvSpPr>
            <p:cNvPr id="2529" name="Google Shape;2529;p58"/>
            <p:cNvSpPr/>
            <p:nvPr/>
          </p:nvSpPr>
          <p:spPr>
            <a:xfrm>
              <a:off x="1689800" y="1968500"/>
              <a:ext cx="601500" cy="1030150"/>
            </a:xfrm>
            <a:custGeom>
              <a:avLst/>
              <a:gdLst/>
              <a:ahLst/>
              <a:cxnLst/>
              <a:rect l="l" t="t" r="r" b="b"/>
              <a:pathLst>
                <a:path w="24060" h="41206" extrusionOk="0">
                  <a:moveTo>
                    <a:pt x="9415" y="0"/>
                  </a:moveTo>
                  <a:lnTo>
                    <a:pt x="0" y="8914"/>
                  </a:lnTo>
                  <a:lnTo>
                    <a:pt x="0" y="32791"/>
                  </a:lnTo>
                  <a:lnTo>
                    <a:pt x="8914" y="41205"/>
                  </a:lnTo>
                  <a:lnTo>
                    <a:pt x="17328" y="41205"/>
                  </a:lnTo>
                  <a:lnTo>
                    <a:pt x="14599" y="38704"/>
                  </a:lnTo>
                  <a:lnTo>
                    <a:pt x="9915" y="38704"/>
                  </a:lnTo>
                  <a:lnTo>
                    <a:pt x="2502" y="31700"/>
                  </a:lnTo>
                  <a:lnTo>
                    <a:pt x="2502" y="10006"/>
                  </a:lnTo>
                  <a:lnTo>
                    <a:pt x="9415" y="3457"/>
                  </a:lnTo>
                  <a:lnTo>
                    <a:pt x="21558" y="14508"/>
                  </a:lnTo>
                  <a:lnTo>
                    <a:pt x="21558" y="21239"/>
                  </a:lnTo>
                  <a:lnTo>
                    <a:pt x="24059" y="21239"/>
                  </a:lnTo>
                  <a:lnTo>
                    <a:pt x="24059" y="13371"/>
                  </a:lnTo>
                  <a:lnTo>
                    <a:pt x="9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58"/>
            <p:cNvSpPr/>
            <p:nvPr/>
          </p:nvSpPr>
          <p:spPr>
            <a:xfrm>
              <a:off x="1968350" y="1968500"/>
              <a:ext cx="601500" cy="1030150"/>
            </a:xfrm>
            <a:custGeom>
              <a:avLst/>
              <a:gdLst/>
              <a:ahLst/>
              <a:cxnLst/>
              <a:rect l="l" t="t" r="r" b="b"/>
              <a:pathLst>
                <a:path w="24060" h="41206" extrusionOk="0">
                  <a:moveTo>
                    <a:pt x="6687" y="0"/>
                  </a:moveTo>
                  <a:lnTo>
                    <a:pt x="9461" y="2547"/>
                  </a:lnTo>
                  <a:lnTo>
                    <a:pt x="14145" y="2547"/>
                  </a:lnTo>
                  <a:lnTo>
                    <a:pt x="21558" y="9506"/>
                  </a:lnTo>
                  <a:lnTo>
                    <a:pt x="21558" y="31245"/>
                  </a:lnTo>
                  <a:lnTo>
                    <a:pt x="14600" y="37749"/>
                  </a:lnTo>
                  <a:lnTo>
                    <a:pt x="2502" y="26697"/>
                  </a:lnTo>
                  <a:lnTo>
                    <a:pt x="2502" y="19966"/>
                  </a:lnTo>
                  <a:lnTo>
                    <a:pt x="1" y="19966"/>
                  </a:lnTo>
                  <a:lnTo>
                    <a:pt x="1" y="27834"/>
                  </a:lnTo>
                  <a:lnTo>
                    <a:pt x="14646" y="41205"/>
                  </a:lnTo>
                  <a:lnTo>
                    <a:pt x="24060" y="32336"/>
                  </a:lnTo>
                  <a:lnTo>
                    <a:pt x="24060" y="8460"/>
                  </a:lnTo>
                  <a:lnTo>
                    <a:pt x="151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1" name="Google Shape;2531;p58"/>
          <p:cNvGrpSpPr/>
          <p:nvPr/>
        </p:nvGrpSpPr>
        <p:grpSpPr>
          <a:xfrm>
            <a:off x="6805067" y="1628353"/>
            <a:ext cx="603866" cy="697068"/>
            <a:chOff x="3826225" y="1677425"/>
            <a:chExt cx="1130200" cy="1304150"/>
          </a:xfrm>
        </p:grpSpPr>
        <p:sp>
          <p:nvSpPr>
            <p:cNvPr id="2532" name="Google Shape;2532;p58"/>
            <p:cNvSpPr/>
            <p:nvPr/>
          </p:nvSpPr>
          <p:spPr>
            <a:xfrm>
              <a:off x="4293525" y="1677425"/>
              <a:ext cx="196725" cy="227425"/>
            </a:xfrm>
            <a:custGeom>
              <a:avLst/>
              <a:gdLst/>
              <a:ahLst/>
              <a:cxnLst/>
              <a:rect l="l" t="t" r="r" b="b"/>
              <a:pathLst>
                <a:path w="7869" h="9097" extrusionOk="0">
                  <a:moveTo>
                    <a:pt x="3912" y="1"/>
                  </a:moveTo>
                  <a:lnTo>
                    <a:pt x="0" y="2275"/>
                  </a:lnTo>
                  <a:lnTo>
                    <a:pt x="0" y="6822"/>
                  </a:lnTo>
                  <a:lnTo>
                    <a:pt x="3912" y="9096"/>
                  </a:lnTo>
                  <a:lnTo>
                    <a:pt x="7868" y="6822"/>
                  </a:lnTo>
                  <a:lnTo>
                    <a:pt x="7868" y="2275"/>
                  </a:lnTo>
                  <a:lnTo>
                    <a:pt x="39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58"/>
            <p:cNvSpPr/>
            <p:nvPr/>
          </p:nvSpPr>
          <p:spPr>
            <a:xfrm>
              <a:off x="4528875" y="1812725"/>
              <a:ext cx="196725" cy="227425"/>
            </a:xfrm>
            <a:custGeom>
              <a:avLst/>
              <a:gdLst/>
              <a:ahLst/>
              <a:cxnLst/>
              <a:rect l="l" t="t" r="r" b="b"/>
              <a:pathLst>
                <a:path w="7869" h="9097" extrusionOk="0">
                  <a:moveTo>
                    <a:pt x="3912" y="1"/>
                  </a:moveTo>
                  <a:lnTo>
                    <a:pt x="1" y="2275"/>
                  </a:lnTo>
                  <a:lnTo>
                    <a:pt x="1" y="6823"/>
                  </a:lnTo>
                  <a:lnTo>
                    <a:pt x="3912" y="9097"/>
                  </a:lnTo>
                  <a:lnTo>
                    <a:pt x="7869" y="6823"/>
                  </a:lnTo>
                  <a:lnTo>
                    <a:pt x="7869" y="2275"/>
                  </a:lnTo>
                  <a:lnTo>
                    <a:pt x="39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58"/>
            <p:cNvSpPr/>
            <p:nvPr/>
          </p:nvSpPr>
          <p:spPr>
            <a:xfrm>
              <a:off x="4759700" y="1946900"/>
              <a:ext cx="196725" cy="227425"/>
            </a:xfrm>
            <a:custGeom>
              <a:avLst/>
              <a:gdLst/>
              <a:ahLst/>
              <a:cxnLst/>
              <a:rect l="l" t="t" r="r" b="b"/>
              <a:pathLst>
                <a:path w="7869" h="9097" extrusionOk="0">
                  <a:moveTo>
                    <a:pt x="3911" y="0"/>
                  </a:moveTo>
                  <a:lnTo>
                    <a:pt x="0" y="2274"/>
                  </a:lnTo>
                  <a:lnTo>
                    <a:pt x="0" y="6822"/>
                  </a:lnTo>
                  <a:lnTo>
                    <a:pt x="3911" y="9096"/>
                  </a:lnTo>
                  <a:lnTo>
                    <a:pt x="7868" y="6822"/>
                  </a:lnTo>
                  <a:lnTo>
                    <a:pt x="7868" y="2274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8"/>
            <p:cNvSpPr/>
            <p:nvPr/>
          </p:nvSpPr>
          <p:spPr>
            <a:xfrm>
              <a:off x="4759700" y="2216350"/>
              <a:ext cx="196725" cy="226300"/>
            </a:xfrm>
            <a:custGeom>
              <a:avLst/>
              <a:gdLst/>
              <a:ahLst/>
              <a:cxnLst/>
              <a:rect l="l" t="t" r="r" b="b"/>
              <a:pathLst>
                <a:path w="7869" h="9052" extrusionOk="0">
                  <a:moveTo>
                    <a:pt x="3911" y="1"/>
                  </a:moveTo>
                  <a:lnTo>
                    <a:pt x="0" y="2275"/>
                  </a:lnTo>
                  <a:lnTo>
                    <a:pt x="0" y="6777"/>
                  </a:lnTo>
                  <a:lnTo>
                    <a:pt x="3911" y="9051"/>
                  </a:lnTo>
                  <a:lnTo>
                    <a:pt x="7868" y="6777"/>
                  </a:lnTo>
                  <a:lnTo>
                    <a:pt x="7868" y="2275"/>
                  </a:lnTo>
                  <a:lnTo>
                    <a:pt x="39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58"/>
            <p:cNvSpPr/>
            <p:nvPr/>
          </p:nvSpPr>
          <p:spPr>
            <a:xfrm>
              <a:off x="4551625" y="2114025"/>
              <a:ext cx="150100" cy="174000"/>
            </a:xfrm>
            <a:custGeom>
              <a:avLst/>
              <a:gdLst/>
              <a:ahLst/>
              <a:cxnLst/>
              <a:rect l="l" t="t" r="r" b="b"/>
              <a:pathLst>
                <a:path w="6004" h="6960" extrusionOk="0">
                  <a:moveTo>
                    <a:pt x="3002" y="1"/>
                  </a:moveTo>
                  <a:lnTo>
                    <a:pt x="0" y="1774"/>
                  </a:lnTo>
                  <a:lnTo>
                    <a:pt x="0" y="5231"/>
                  </a:lnTo>
                  <a:lnTo>
                    <a:pt x="3002" y="6959"/>
                  </a:lnTo>
                  <a:lnTo>
                    <a:pt x="6004" y="5231"/>
                  </a:lnTo>
                  <a:lnTo>
                    <a:pt x="6004" y="1774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58"/>
            <p:cNvSpPr/>
            <p:nvPr/>
          </p:nvSpPr>
          <p:spPr>
            <a:xfrm>
              <a:off x="4551625" y="2383500"/>
              <a:ext cx="150100" cy="173975"/>
            </a:xfrm>
            <a:custGeom>
              <a:avLst/>
              <a:gdLst/>
              <a:ahLst/>
              <a:cxnLst/>
              <a:rect l="l" t="t" r="r" b="b"/>
              <a:pathLst>
                <a:path w="6004" h="6959" extrusionOk="0">
                  <a:moveTo>
                    <a:pt x="3002" y="0"/>
                  </a:moveTo>
                  <a:lnTo>
                    <a:pt x="0" y="1729"/>
                  </a:lnTo>
                  <a:lnTo>
                    <a:pt x="0" y="5231"/>
                  </a:lnTo>
                  <a:lnTo>
                    <a:pt x="3002" y="6959"/>
                  </a:lnTo>
                  <a:lnTo>
                    <a:pt x="6004" y="5231"/>
                  </a:lnTo>
                  <a:lnTo>
                    <a:pt x="6004" y="1729"/>
                  </a:lnTo>
                  <a:lnTo>
                    <a:pt x="30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8"/>
            <p:cNvSpPr/>
            <p:nvPr/>
          </p:nvSpPr>
          <p:spPr>
            <a:xfrm>
              <a:off x="4072950" y="2133350"/>
              <a:ext cx="118275" cy="135325"/>
            </a:xfrm>
            <a:custGeom>
              <a:avLst/>
              <a:gdLst/>
              <a:ahLst/>
              <a:cxnLst/>
              <a:rect l="l" t="t" r="r" b="b"/>
              <a:pathLst>
                <a:path w="4731" h="5413" extrusionOk="0">
                  <a:moveTo>
                    <a:pt x="2365" y="1"/>
                  </a:moveTo>
                  <a:lnTo>
                    <a:pt x="0" y="1365"/>
                  </a:lnTo>
                  <a:lnTo>
                    <a:pt x="0" y="4094"/>
                  </a:lnTo>
                  <a:lnTo>
                    <a:pt x="2365" y="5413"/>
                  </a:lnTo>
                  <a:lnTo>
                    <a:pt x="4730" y="4094"/>
                  </a:lnTo>
                  <a:lnTo>
                    <a:pt x="4730" y="1365"/>
                  </a:lnTo>
                  <a:lnTo>
                    <a:pt x="23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58"/>
            <p:cNvSpPr/>
            <p:nvPr/>
          </p:nvSpPr>
          <p:spPr>
            <a:xfrm>
              <a:off x="4072950" y="2402825"/>
              <a:ext cx="118275" cy="135325"/>
            </a:xfrm>
            <a:custGeom>
              <a:avLst/>
              <a:gdLst/>
              <a:ahLst/>
              <a:cxnLst/>
              <a:rect l="l" t="t" r="r" b="b"/>
              <a:pathLst>
                <a:path w="4731" h="5413" extrusionOk="0">
                  <a:moveTo>
                    <a:pt x="2365" y="1"/>
                  </a:moveTo>
                  <a:lnTo>
                    <a:pt x="0" y="1365"/>
                  </a:lnTo>
                  <a:lnTo>
                    <a:pt x="0" y="4048"/>
                  </a:lnTo>
                  <a:lnTo>
                    <a:pt x="2365" y="5413"/>
                  </a:lnTo>
                  <a:lnTo>
                    <a:pt x="4730" y="4048"/>
                  </a:lnTo>
                  <a:lnTo>
                    <a:pt x="4730" y="1365"/>
                  </a:lnTo>
                  <a:lnTo>
                    <a:pt x="23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8"/>
            <p:cNvSpPr/>
            <p:nvPr/>
          </p:nvSpPr>
          <p:spPr>
            <a:xfrm>
              <a:off x="3826225" y="2273200"/>
              <a:ext cx="98925" cy="112600"/>
            </a:xfrm>
            <a:custGeom>
              <a:avLst/>
              <a:gdLst/>
              <a:ahLst/>
              <a:cxnLst/>
              <a:rect l="l" t="t" r="r" b="b"/>
              <a:pathLst>
                <a:path w="3957" h="4504" extrusionOk="0">
                  <a:moveTo>
                    <a:pt x="2001" y="1"/>
                  </a:moveTo>
                  <a:lnTo>
                    <a:pt x="0" y="1092"/>
                  </a:lnTo>
                  <a:lnTo>
                    <a:pt x="0" y="3366"/>
                  </a:lnTo>
                  <a:lnTo>
                    <a:pt x="2001" y="4503"/>
                  </a:lnTo>
                  <a:lnTo>
                    <a:pt x="3957" y="3366"/>
                  </a:lnTo>
                  <a:lnTo>
                    <a:pt x="3957" y="1092"/>
                  </a:lnTo>
                  <a:lnTo>
                    <a:pt x="20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8"/>
            <p:cNvSpPr/>
            <p:nvPr/>
          </p:nvSpPr>
          <p:spPr>
            <a:xfrm>
              <a:off x="4759700" y="2484700"/>
              <a:ext cx="196725" cy="227425"/>
            </a:xfrm>
            <a:custGeom>
              <a:avLst/>
              <a:gdLst/>
              <a:ahLst/>
              <a:cxnLst/>
              <a:rect l="l" t="t" r="r" b="b"/>
              <a:pathLst>
                <a:path w="7869" h="9097" extrusionOk="0">
                  <a:moveTo>
                    <a:pt x="3911" y="0"/>
                  </a:moveTo>
                  <a:lnTo>
                    <a:pt x="0" y="2274"/>
                  </a:lnTo>
                  <a:lnTo>
                    <a:pt x="0" y="6822"/>
                  </a:lnTo>
                  <a:lnTo>
                    <a:pt x="3911" y="9096"/>
                  </a:lnTo>
                  <a:lnTo>
                    <a:pt x="7868" y="6822"/>
                  </a:lnTo>
                  <a:lnTo>
                    <a:pt x="7868" y="2274"/>
                  </a:lnTo>
                  <a:lnTo>
                    <a:pt x="39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58"/>
            <p:cNvSpPr/>
            <p:nvPr/>
          </p:nvSpPr>
          <p:spPr>
            <a:xfrm>
              <a:off x="4313975" y="1967350"/>
              <a:ext cx="161500" cy="185375"/>
            </a:xfrm>
            <a:custGeom>
              <a:avLst/>
              <a:gdLst/>
              <a:ahLst/>
              <a:cxnLst/>
              <a:rect l="l" t="t" r="r" b="b"/>
              <a:pathLst>
                <a:path w="6460" h="7415" extrusionOk="0">
                  <a:moveTo>
                    <a:pt x="3230" y="1"/>
                  </a:moveTo>
                  <a:lnTo>
                    <a:pt x="1" y="1866"/>
                  </a:lnTo>
                  <a:lnTo>
                    <a:pt x="1" y="5549"/>
                  </a:lnTo>
                  <a:lnTo>
                    <a:pt x="3230" y="7414"/>
                  </a:lnTo>
                  <a:lnTo>
                    <a:pt x="6459" y="5549"/>
                  </a:lnTo>
                  <a:lnTo>
                    <a:pt x="6459" y="1866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58"/>
            <p:cNvSpPr/>
            <p:nvPr/>
          </p:nvSpPr>
          <p:spPr>
            <a:xfrm>
              <a:off x="4313975" y="2506300"/>
              <a:ext cx="161500" cy="185350"/>
            </a:xfrm>
            <a:custGeom>
              <a:avLst/>
              <a:gdLst/>
              <a:ahLst/>
              <a:cxnLst/>
              <a:rect l="l" t="t" r="r" b="b"/>
              <a:pathLst>
                <a:path w="6460" h="7414" extrusionOk="0">
                  <a:moveTo>
                    <a:pt x="3230" y="0"/>
                  </a:moveTo>
                  <a:lnTo>
                    <a:pt x="1" y="1819"/>
                  </a:lnTo>
                  <a:lnTo>
                    <a:pt x="1" y="5549"/>
                  </a:lnTo>
                  <a:lnTo>
                    <a:pt x="3230" y="7413"/>
                  </a:lnTo>
                  <a:lnTo>
                    <a:pt x="6459" y="5549"/>
                  </a:lnTo>
                  <a:lnTo>
                    <a:pt x="6459" y="1819"/>
                  </a:lnTo>
                  <a:lnTo>
                    <a:pt x="3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58"/>
            <p:cNvSpPr/>
            <p:nvPr/>
          </p:nvSpPr>
          <p:spPr>
            <a:xfrm>
              <a:off x="4327625" y="2251600"/>
              <a:ext cx="134200" cy="155800"/>
            </a:xfrm>
            <a:custGeom>
              <a:avLst/>
              <a:gdLst/>
              <a:ahLst/>
              <a:cxnLst/>
              <a:rect l="l" t="t" r="r" b="b"/>
              <a:pathLst>
                <a:path w="5368" h="6232" extrusionOk="0">
                  <a:moveTo>
                    <a:pt x="2684" y="1"/>
                  </a:moveTo>
                  <a:lnTo>
                    <a:pt x="1" y="1547"/>
                  </a:lnTo>
                  <a:lnTo>
                    <a:pt x="1" y="4685"/>
                  </a:lnTo>
                  <a:lnTo>
                    <a:pt x="2684" y="6232"/>
                  </a:lnTo>
                  <a:lnTo>
                    <a:pt x="5367" y="4685"/>
                  </a:lnTo>
                  <a:lnTo>
                    <a:pt x="5367" y="1547"/>
                  </a:lnTo>
                  <a:lnTo>
                    <a:pt x="26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58"/>
            <p:cNvSpPr/>
            <p:nvPr/>
          </p:nvSpPr>
          <p:spPr>
            <a:xfrm>
              <a:off x="4528875" y="2618850"/>
              <a:ext cx="196725" cy="227425"/>
            </a:xfrm>
            <a:custGeom>
              <a:avLst/>
              <a:gdLst/>
              <a:ahLst/>
              <a:cxnLst/>
              <a:rect l="l" t="t" r="r" b="b"/>
              <a:pathLst>
                <a:path w="7869" h="9097" extrusionOk="0">
                  <a:moveTo>
                    <a:pt x="3912" y="1"/>
                  </a:moveTo>
                  <a:lnTo>
                    <a:pt x="1" y="2275"/>
                  </a:lnTo>
                  <a:lnTo>
                    <a:pt x="1" y="6823"/>
                  </a:lnTo>
                  <a:lnTo>
                    <a:pt x="3912" y="9097"/>
                  </a:lnTo>
                  <a:lnTo>
                    <a:pt x="7869" y="6823"/>
                  </a:lnTo>
                  <a:lnTo>
                    <a:pt x="7869" y="2275"/>
                  </a:lnTo>
                  <a:lnTo>
                    <a:pt x="39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58"/>
            <p:cNvSpPr/>
            <p:nvPr/>
          </p:nvSpPr>
          <p:spPr>
            <a:xfrm>
              <a:off x="4051350" y="1826375"/>
              <a:ext cx="161475" cy="186500"/>
            </a:xfrm>
            <a:custGeom>
              <a:avLst/>
              <a:gdLst/>
              <a:ahLst/>
              <a:cxnLst/>
              <a:rect l="l" t="t" r="r" b="b"/>
              <a:pathLst>
                <a:path w="6459" h="7460" extrusionOk="0">
                  <a:moveTo>
                    <a:pt x="3229" y="0"/>
                  </a:moveTo>
                  <a:lnTo>
                    <a:pt x="0" y="1865"/>
                  </a:lnTo>
                  <a:lnTo>
                    <a:pt x="0" y="5594"/>
                  </a:lnTo>
                  <a:lnTo>
                    <a:pt x="3229" y="7459"/>
                  </a:lnTo>
                  <a:lnTo>
                    <a:pt x="6458" y="5594"/>
                  </a:lnTo>
                  <a:lnTo>
                    <a:pt x="6458" y="1865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8"/>
            <p:cNvSpPr/>
            <p:nvPr/>
          </p:nvSpPr>
          <p:spPr>
            <a:xfrm>
              <a:off x="3826225" y="1966225"/>
              <a:ext cx="92100" cy="105750"/>
            </a:xfrm>
            <a:custGeom>
              <a:avLst/>
              <a:gdLst/>
              <a:ahLst/>
              <a:cxnLst/>
              <a:rect l="l" t="t" r="r" b="b"/>
              <a:pathLst>
                <a:path w="3684" h="4230" extrusionOk="0">
                  <a:moveTo>
                    <a:pt x="1819" y="0"/>
                  </a:moveTo>
                  <a:lnTo>
                    <a:pt x="0" y="1046"/>
                  </a:lnTo>
                  <a:lnTo>
                    <a:pt x="0" y="3184"/>
                  </a:lnTo>
                  <a:lnTo>
                    <a:pt x="1819" y="4230"/>
                  </a:lnTo>
                  <a:lnTo>
                    <a:pt x="3684" y="3184"/>
                  </a:lnTo>
                  <a:lnTo>
                    <a:pt x="3684" y="1046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58"/>
            <p:cNvSpPr/>
            <p:nvPr/>
          </p:nvSpPr>
          <p:spPr>
            <a:xfrm>
              <a:off x="4293525" y="2754150"/>
              <a:ext cx="196725" cy="227425"/>
            </a:xfrm>
            <a:custGeom>
              <a:avLst/>
              <a:gdLst/>
              <a:ahLst/>
              <a:cxnLst/>
              <a:rect l="l" t="t" r="r" b="b"/>
              <a:pathLst>
                <a:path w="7869" h="9097" extrusionOk="0">
                  <a:moveTo>
                    <a:pt x="3912" y="1"/>
                  </a:moveTo>
                  <a:lnTo>
                    <a:pt x="0" y="2275"/>
                  </a:lnTo>
                  <a:lnTo>
                    <a:pt x="0" y="6823"/>
                  </a:lnTo>
                  <a:lnTo>
                    <a:pt x="3912" y="9097"/>
                  </a:lnTo>
                  <a:lnTo>
                    <a:pt x="7868" y="6823"/>
                  </a:lnTo>
                  <a:lnTo>
                    <a:pt x="7868" y="2275"/>
                  </a:lnTo>
                  <a:lnTo>
                    <a:pt x="39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8"/>
            <p:cNvSpPr/>
            <p:nvPr/>
          </p:nvSpPr>
          <p:spPr>
            <a:xfrm>
              <a:off x="4051350" y="2646150"/>
              <a:ext cx="161475" cy="186475"/>
            </a:xfrm>
            <a:custGeom>
              <a:avLst/>
              <a:gdLst/>
              <a:ahLst/>
              <a:cxnLst/>
              <a:rect l="l" t="t" r="r" b="b"/>
              <a:pathLst>
                <a:path w="6459" h="7459" extrusionOk="0">
                  <a:moveTo>
                    <a:pt x="3229" y="0"/>
                  </a:moveTo>
                  <a:lnTo>
                    <a:pt x="0" y="1865"/>
                  </a:lnTo>
                  <a:lnTo>
                    <a:pt x="0" y="5594"/>
                  </a:lnTo>
                  <a:lnTo>
                    <a:pt x="3229" y="7459"/>
                  </a:lnTo>
                  <a:lnTo>
                    <a:pt x="6458" y="5594"/>
                  </a:lnTo>
                  <a:lnTo>
                    <a:pt x="6458" y="1865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8"/>
            <p:cNvSpPr/>
            <p:nvPr/>
          </p:nvSpPr>
          <p:spPr>
            <a:xfrm>
              <a:off x="3826225" y="2554050"/>
              <a:ext cx="128500" cy="147825"/>
            </a:xfrm>
            <a:custGeom>
              <a:avLst/>
              <a:gdLst/>
              <a:ahLst/>
              <a:cxnLst/>
              <a:rect l="l" t="t" r="r" b="b"/>
              <a:pathLst>
                <a:path w="5140" h="5913" extrusionOk="0">
                  <a:moveTo>
                    <a:pt x="2592" y="0"/>
                  </a:moveTo>
                  <a:lnTo>
                    <a:pt x="0" y="1456"/>
                  </a:lnTo>
                  <a:lnTo>
                    <a:pt x="0" y="4457"/>
                  </a:lnTo>
                  <a:lnTo>
                    <a:pt x="2592" y="5913"/>
                  </a:lnTo>
                  <a:lnTo>
                    <a:pt x="5139" y="4457"/>
                  </a:lnTo>
                  <a:lnTo>
                    <a:pt x="5139" y="1456"/>
                  </a:lnTo>
                  <a:lnTo>
                    <a:pt x="25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1" name="Google Shape;2551;p58"/>
          <p:cNvGrpSpPr/>
          <p:nvPr/>
        </p:nvGrpSpPr>
        <p:grpSpPr>
          <a:xfrm>
            <a:off x="3901113" y="1735695"/>
            <a:ext cx="1341763" cy="615640"/>
            <a:chOff x="5661325" y="2099250"/>
            <a:chExt cx="1847650" cy="851625"/>
          </a:xfrm>
        </p:grpSpPr>
        <p:sp>
          <p:nvSpPr>
            <p:cNvPr id="2552" name="Google Shape;2552;p58"/>
            <p:cNvSpPr/>
            <p:nvPr/>
          </p:nvSpPr>
          <p:spPr>
            <a:xfrm>
              <a:off x="5661325" y="2099250"/>
              <a:ext cx="743625" cy="743625"/>
            </a:xfrm>
            <a:custGeom>
              <a:avLst/>
              <a:gdLst/>
              <a:ahLst/>
              <a:cxnLst/>
              <a:rect l="l" t="t" r="r" b="b"/>
              <a:pathLst>
                <a:path w="29745" h="29745" extrusionOk="0">
                  <a:moveTo>
                    <a:pt x="22195" y="1"/>
                  </a:moveTo>
                  <a:lnTo>
                    <a:pt x="1" y="22195"/>
                  </a:lnTo>
                  <a:lnTo>
                    <a:pt x="7550" y="29744"/>
                  </a:lnTo>
                  <a:lnTo>
                    <a:pt x="29744" y="7550"/>
                  </a:lnTo>
                  <a:lnTo>
                    <a:pt x="221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8"/>
            <p:cNvSpPr/>
            <p:nvPr/>
          </p:nvSpPr>
          <p:spPr>
            <a:xfrm>
              <a:off x="6508400" y="2099250"/>
              <a:ext cx="449125" cy="639025"/>
            </a:xfrm>
            <a:custGeom>
              <a:avLst/>
              <a:gdLst/>
              <a:ahLst/>
              <a:cxnLst/>
              <a:rect l="l" t="t" r="r" b="b"/>
              <a:pathLst>
                <a:path w="17965" h="25561" extrusionOk="0">
                  <a:moveTo>
                    <a:pt x="10370" y="1"/>
                  </a:moveTo>
                  <a:lnTo>
                    <a:pt x="0" y="10461"/>
                  </a:lnTo>
                  <a:lnTo>
                    <a:pt x="91" y="25560"/>
                  </a:lnTo>
                  <a:lnTo>
                    <a:pt x="17965" y="7505"/>
                  </a:lnTo>
                  <a:lnTo>
                    <a:pt x="103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8"/>
            <p:cNvSpPr/>
            <p:nvPr/>
          </p:nvSpPr>
          <p:spPr>
            <a:xfrm>
              <a:off x="6216175" y="2393725"/>
              <a:ext cx="188775" cy="557150"/>
            </a:xfrm>
            <a:custGeom>
              <a:avLst/>
              <a:gdLst/>
              <a:ahLst/>
              <a:cxnLst/>
              <a:rect l="l" t="t" r="r" b="b"/>
              <a:pathLst>
                <a:path w="7551" h="22286" extrusionOk="0">
                  <a:moveTo>
                    <a:pt x="7550" y="1"/>
                  </a:moveTo>
                  <a:lnTo>
                    <a:pt x="1" y="7550"/>
                  </a:lnTo>
                  <a:lnTo>
                    <a:pt x="1" y="14736"/>
                  </a:lnTo>
                  <a:lnTo>
                    <a:pt x="7550" y="22286"/>
                  </a:lnTo>
                  <a:lnTo>
                    <a:pt x="75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8"/>
            <p:cNvSpPr/>
            <p:nvPr/>
          </p:nvSpPr>
          <p:spPr>
            <a:xfrm>
              <a:off x="7059825" y="2099250"/>
              <a:ext cx="449150" cy="639025"/>
            </a:xfrm>
            <a:custGeom>
              <a:avLst/>
              <a:gdLst/>
              <a:ahLst/>
              <a:cxnLst/>
              <a:rect l="l" t="t" r="r" b="b"/>
              <a:pathLst>
                <a:path w="17966" h="25561" extrusionOk="0">
                  <a:moveTo>
                    <a:pt x="10416" y="1"/>
                  </a:moveTo>
                  <a:lnTo>
                    <a:pt x="1" y="10461"/>
                  </a:lnTo>
                  <a:lnTo>
                    <a:pt x="92" y="25560"/>
                  </a:lnTo>
                  <a:lnTo>
                    <a:pt x="17965" y="7505"/>
                  </a:lnTo>
                  <a:lnTo>
                    <a:pt x="104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58"/>
            <p:cNvSpPr/>
            <p:nvPr/>
          </p:nvSpPr>
          <p:spPr>
            <a:xfrm>
              <a:off x="6767625" y="2393725"/>
              <a:ext cx="188775" cy="557150"/>
            </a:xfrm>
            <a:custGeom>
              <a:avLst/>
              <a:gdLst/>
              <a:ahLst/>
              <a:cxnLst/>
              <a:rect l="l" t="t" r="r" b="b"/>
              <a:pathLst>
                <a:path w="7551" h="22286" extrusionOk="0">
                  <a:moveTo>
                    <a:pt x="7550" y="1"/>
                  </a:moveTo>
                  <a:lnTo>
                    <a:pt x="1" y="7550"/>
                  </a:lnTo>
                  <a:lnTo>
                    <a:pt x="1" y="14736"/>
                  </a:lnTo>
                  <a:lnTo>
                    <a:pt x="7550" y="22286"/>
                  </a:lnTo>
                  <a:lnTo>
                    <a:pt x="75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7" name="Google Shape;2557;p58"/>
          <p:cNvSpPr txBox="1">
            <a:spLocks noGrp="1"/>
          </p:cNvSpPr>
          <p:nvPr>
            <p:ph type="subTitle" idx="1"/>
          </p:nvPr>
        </p:nvSpPr>
        <p:spPr>
          <a:xfrm>
            <a:off x="895500" y="3552125"/>
            <a:ext cx="22995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 cold place</a:t>
            </a:r>
            <a:endParaRPr/>
          </a:p>
        </p:txBody>
      </p:sp>
      <p:sp>
        <p:nvSpPr>
          <p:cNvPr id="2558" name="Google Shape;2558;p58"/>
          <p:cNvSpPr txBox="1">
            <a:spLocks noGrp="1"/>
          </p:cNvSpPr>
          <p:nvPr>
            <p:ph type="title" idx="2"/>
          </p:nvPr>
        </p:nvSpPr>
        <p:spPr>
          <a:xfrm>
            <a:off x="946800" y="2530325"/>
            <a:ext cx="2196900" cy="55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559" name="Google Shape;2559;p58"/>
          <p:cNvSpPr txBox="1">
            <a:spLocks noGrp="1"/>
          </p:cNvSpPr>
          <p:nvPr>
            <p:ph type="title" idx="3"/>
          </p:nvPr>
        </p:nvSpPr>
        <p:spPr>
          <a:xfrm>
            <a:off x="1079100" y="3054125"/>
            <a:ext cx="1932300" cy="5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129,000</a:t>
            </a:r>
            <a:endParaRPr/>
          </a:p>
        </p:txBody>
      </p:sp>
      <p:sp>
        <p:nvSpPr>
          <p:cNvPr id="2560" name="Google Shape;2560;p58"/>
          <p:cNvSpPr txBox="1">
            <a:spLocks noGrp="1"/>
          </p:cNvSpPr>
          <p:nvPr>
            <p:ph type="subTitle" idx="4"/>
          </p:nvPr>
        </p:nvSpPr>
        <p:spPr>
          <a:xfrm>
            <a:off x="3422250" y="3552125"/>
            <a:ext cx="22995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</a:t>
            </a:r>
            <a:endParaRPr/>
          </a:p>
        </p:txBody>
      </p:sp>
      <p:sp>
        <p:nvSpPr>
          <p:cNvPr id="2561" name="Google Shape;2561;p58"/>
          <p:cNvSpPr txBox="1">
            <a:spLocks noGrp="1"/>
          </p:cNvSpPr>
          <p:nvPr>
            <p:ph type="title" idx="5"/>
          </p:nvPr>
        </p:nvSpPr>
        <p:spPr>
          <a:xfrm>
            <a:off x="3473550" y="2530325"/>
            <a:ext cx="2196900" cy="55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562" name="Google Shape;2562;p58"/>
          <p:cNvSpPr txBox="1">
            <a:spLocks noGrp="1"/>
          </p:cNvSpPr>
          <p:nvPr>
            <p:ph type="title" idx="6"/>
          </p:nvPr>
        </p:nvSpPr>
        <p:spPr>
          <a:xfrm>
            <a:off x="3605850" y="3054125"/>
            <a:ext cx="1932300" cy="5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349,000</a:t>
            </a:r>
            <a:endParaRPr/>
          </a:p>
        </p:txBody>
      </p:sp>
      <p:sp>
        <p:nvSpPr>
          <p:cNvPr id="2563" name="Google Shape;2563;p58"/>
          <p:cNvSpPr txBox="1">
            <a:spLocks noGrp="1"/>
          </p:cNvSpPr>
          <p:nvPr>
            <p:ph type="subTitle" idx="7"/>
          </p:nvPr>
        </p:nvSpPr>
        <p:spPr>
          <a:xfrm>
            <a:off x="5949000" y="3552125"/>
            <a:ext cx="22995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has several rings</a:t>
            </a:r>
            <a:endParaRPr/>
          </a:p>
        </p:txBody>
      </p:sp>
      <p:sp>
        <p:nvSpPr>
          <p:cNvPr id="2564" name="Google Shape;2564;p58"/>
          <p:cNvSpPr txBox="1">
            <a:spLocks noGrp="1"/>
          </p:cNvSpPr>
          <p:nvPr>
            <p:ph type="title" idx="8"/>
          </p:nvPr>
        </p:nvSpPr>
        <p:spPr>
          <a:xfrm>
            <a:off x="6000300" y="2530325"/>
            <a:ext cx="2196900" cy="55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2565" name="Google Shape;2565;p58"/>
          <p:cNvSpPr txBox="1">
            <a:spLocks noGrp="1"/>
          </p:cNvSpPr>
          <p:nvPr>
            <p:ph type="title" idx="9"/>
          </p:nvPr>
        </p:nvSpPr>
        <p:spPr>
          <a:xfrm>
            <a:off x="6132600" y="3054125"/>
            <a:ext cx="1932300" cy="5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178,000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59"/>
          <p:cNvSpPr txBox="1">
            <a:spLocks noGrp="1"/>
          </p:cNvSpPr>
          <p:nvPr>
            <p:ph type="title"/>
          </p:nvPr>
        </p:nvSpPr>
        <p:spPr>
          <a:xfrm>
            <a:off x="0" y="356250"/>
            <a:ext cx="9144000" cy="12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TESTIMONIALS</a:t>
            </a:r>
            <a:endParaRPr/>
          </a:p>
        </p:txBody>
      </p:sp>
      <p:sp>
        <p:nvSpPr>
          <p:cNvPr id="2571" name="Google Shape;2571;p59"/>
          <p:cNvSpPr txBox="1">
            <a:spLocks noGrp="1"/>
          </p:cNvSpPr>
          <p:nvPr>
            <p:ph type="subTitle" idx="1"/>
          </p:nvPr>
        </p:nvSpPr>
        <p:spPr>
          <a:xfrm>
            <a:off x="918750" y="1800838"/>
            <a:ext cx="3388800" cy="144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“Jupiter is the biggest planet in the Solar System and the fourth-brightest object in the night sky”</a:t>
            </a:r>
            <a:endParaRPr/>
          </a:p>
        </p:txBody>
      </p:sp>
      <p:sp>
        <p:nvSpPr>
          <p:cNvPr id="2572" name="Google Shape;2572;p59"/>
          <p:cNvSpPr txBox="1">
            <a:spLocks noGrp="1"/>
          </p:cNvSpPr>
          <p:nvPr>
            <p:ph type="title" idx="2"/>
          </p:nvPr>
        </p:nvSpPr>
        <p:spPr>
          <a:xfrm>
            <a:off x="1266575" y="3466223"/>
            <a:ext cx="26931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—JOHN DOE</a:t>
            </a:r>
            <a:endParaRPr/>
          </a:p>
        </p:txBody>
      </p:sp>
      <p:sp>
        <p:nvSpPr>
          <p:cNvPr id="2573" name="Google Shape;2573;p59"/>
          <p:cNvSpPr txBox="1">
            <a:spLocks noGrp="1"/>
          </p:cNvSpPr>
          <p:nvPr>
            <p:ph type="subTitle" idx="3"/>
          </p:nvPr>
        </p:nvSpPr>
        <p:spPr>
          <a:xfrm>
            <a:off x="4836494" y="1800838"/>
            <a:ext cx="3388800" cy="144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“Saturn, the ringed planet, is a gas giant and is composed mostly of hydrogen and also helium”</a:t>
            </a:r>
            <a:endParaRPr/>
          </a:p>
        </p:txBody>
      </p:sp>
      <p:sp>
        <p:nvSpPr>
          <p:cNvPr id="2574" name="Google Shape;2574;p59"/>
          <p:cNvSpPr txBox="1">
            <a:spLocks noGrp="1"/>
          </p:cNvSpPr>
          <p:nvPr>
            <p:ph type="title" idx="4"/>
          </p:nvPr>
        </p:nvSpPr>
        <p:spPr>
          <a:xfrm>
            <a:off x="5184350" y="3466223"/>
            <a:ext cx="2693100" cy="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—HELENA PATTERSON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p61"/>
          <p:cNvSpPr txBox="1">
            <a:spLocks noGrp="1"/>
          </p:cNvSpPr>
          <p:nvPr>
            <p:ph type="title"/>
          </p:nvPr>
        </p:nvSpPr>
        <p:spPr>
          <a:xfrm>
            <a:off x="0" y="358032"/>
            <a:ext cx="9144000" cy="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ALTERNATIVE RESOURCES</a:t>
            </a:r>
            <a:endParaRPr/>
          </a:p>
        </p:txBody>
      </p:sp>
      <p:sp>
        <p:nvSpPr>
          <p:cNvPr id="2596" name="Google Shape;2596;p61"/>
          <p:cNvSpPr txBox="1">
            <a:spLocks noGrp="1"/>
          </p:cNvSpPr>
          <p:nvPr>
            <p:ph type="body" idx="4294967295"/>
          </p:nvPr>
        </p:nvSpPr>
        <p:spPr>
          <a:xfrm>
            <a:off x="1946850" y="1577400"/>
            <a:ext cx="5250300" cy="22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b="1">
                <a:solidFill>
                  <a:schemeClr val="accent1"/>
                </a:solidFill>
              </a:rPr>
              <a:t>PHOTOS</a:t>
            </a:r>
            <a:endParaRPr sz="1250" b="1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 b="1">
              <a:solidFill>
                <a:schemeClr val="accen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Massage what makes you unique over dartboard background</a:t>
            </a:r>
            <a:endParaRPr sz="1250">
              <a:solidFill>
                <a:srgbClr val="FFFFFF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 making the call me sign</a:t>
            </a:r>
            <a:endParaRPr sz="1250">
              <a:solidFill>
                <a:srgbClr val="FFFFFF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Low angle woman wearing suit on balcony</a:t>
            </a:r>
            <a:endParaRPr sz="1250">
              <a:solidFill>
                <a:srgbClr val="FFFFFF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Group of business people in a meeting</a:t>
            </a:r>
            <a:endParaRPr sz="1250">
              <a:solidFill>
                <a:srgbClr val="FFFFFF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 holding a cup</a:t>
            </a:r>
            <a:endParaRPr sz="1250">
              <a:solidFill>
                <a:srgbClr val="FFFFFF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 shot man holding frame</a:t>
            </a:r>
            <a:endParaRPr sz="1300">
              <a:solidFill>
                <a:srgbClr val="374957"/>
              </a:solidFill>
              <a:highlight>
                <a:schemeClr val="lt1"/>
              </a:highlight>
            </a:endParaRPr>
          </a:p>
          <a:p>
            <a:pPr marL="457200" marR="508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Joyful business team waving on office stairway</a:t>
            </a:r>
            <a:endParaRPr sz="1250">
              <a:solidFill>
                <a:srgbClr val="FFFFFF"/>
              </a:solidFill>
            </a:endParaRPr>
          </a:p>
          <a:p>
            <a:pPr marL="457200" marR="508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</a:pPr>
            <a:r>
              <a:rPr lang="en" sz="1250">
                <a:solidFill>
                  <a:srgbClr val="FFFFFF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Group of male architect using laptop while looking at blueprint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p62"/>
          <p:cNvSpPr txBox="1">
            <a:spLocks noGrp="1"/>
          </p:cNvSpPr>
          <p:nvPr>
            <p:ph type="title"/>
          </p:nvPr>
        </p:nvSpPr>
        <p:spPr>
          <a:xfrm>
            <a:off x="713225" y="358600"/>
            <a:ext cx="7717500" cy="4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2602" name="Google Shape;2602;p62"/>
          <p:cNvSpPr txBox="1">
            <a:spLocks noGrp="1"/>
          </p:cNvSpPr>
          <p:nvPr>
            <p:ph type="body" idx="1"/>
          </p:nvPr>
        </p:nvSpPr>
        <p:spPr>
          <a:xfrm>
            <a:off x="1506800" y="1030325"/>
            <a:ext cx="6924000" cy="35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lt1"/>
                </a:solidFill>
              </a:rPr>
              <a:t>Did you like the resources on this template? Get them for free at our other websites.</a:t>
            </a:r>
            <a:endParaRPr sz="125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b="1">
                <a:solidFill>
                  <a:schemeClr val="accent1"/>
                </a:solidFill>
              </a:rPr>
              <a:t>PHOTOS</a:t>
            </a:r>
            <a:endParaRPr sz="1250" b="1">
              <a:solidFill>
                <a:schemeClr val="accen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Group of young business people analyzing graph over wooden desk</a:t>
            </a:r>
            <a:endParaRPr sz="1250">
              <a:solidFill>
                <a:srgbClr val="FFFFFF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25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 with binoculars</a:t>
            </a:r>
            <a:endParaRPr sz="1250">
              <a:solidFill>
                <a:schemeClr val="l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Group of young male architect analyzing blueprint</a:t>
            </a:r>
            <a:endParaRPr sz="1250">
              <a:solidFill>
                <a:srgbClr val="FFFFFF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25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Smiley girl with yellow background</a:t>
            </a:r>
            <a:endParaRPr sz="1250">
              <a:solidFill>
                <a:schemeClr val="l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25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Happy young woman gesturing thumb up against bright yellow surface</a:t>
            </a:r>
            <a:endParaRPr sz="1250">
              <a:solidFill>
                <a:schemeClr val="l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25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Portrait of positive man with retro camera standing isolated</a:t>
            </a:r>
            <a:endParaRPr sz="1250">
              <a:solidFill>
                <a:schemeClr val="l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Multiracial group of cheerful coworkers</a:t>
            </a:r>
            <a:endParaRPr sz="1250">
              <a:solidFill>
                <a:srgbClr val="FFFFFF"/>
              </a:solidFill>
            </a:endParaRPr>
          </a:p>
          <a:p>
            <a:pPr marL="0" marR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 b="1">
                <a:solidFill>
                  <a:schemeClr val="accent1"/>
                </a:solidFill>
              </a:rPr>
              <a:t>VECTORS</a:t>
            </a:r>
            <a:endParaRPr sz="1250" b="1">
              <a:solidFill>
                <a:schemeClr val="accen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Geometric logo collection </a:t>
            </a:r>
            <a:endParaRPr sz="1250">
              <a:solidFill>
                <a:schemeClr val="l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Abstract infographics options number workflow template design</a:t>
            </a:r>
            <a:endParaRPr sz="1250">
              <a:solidFill>
                <a:schemeClr val="l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Colorful step business infographic with numbers</a:t>
            </a:r>
            <a:endParaRPr sz="1250">
              <a:solidFill>
                <a:schemeClr val="l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Concept of flat computer engineering</a:t>
            </a:r>
            <a:endParaRPr sz="1250">
              <a:solidFill>
                <a:schemeClr val="l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Modern tiktok interface on smartphone</a:t>
            </a:r>
            <a:endParaRPr sz="1250">
              <a:solidFill>
                <a:schemeClr val="lt1"/>
              </a:solidFill>
            </a:endParaRPr>
          </a:p>
          <a:p>
            <a:pPr marL="457200" marR="5080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Char char="●"/>
            </a:pPr>
            <a:r>
              <a:rPr lang="en" sz="1250">
                <a:solidFill>
                  <a:schemeClr val="lt1"/>
                </a:solidFill>
                <a:uFill>
                  <a:noFill/>
                </a:u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 device mockup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our Business Presentation by Slidesgo">
  <a:themeElements>
    <a:clrScheme name="Simple Light">
      <a:dk1>
        <a:srgbClr val="005862"/>
      </a:dk1>
      <a:lt1>
        <a:srgbClr val="FFFFFF"/>
      </a:lt1>
      <a:dk2>
        <a:srgbClr val="005862"/>
      </a:dk2>
      <a:lt2>
        <a:srgbClr val="005862"/>
      </a:lt2>
      <a:accent1>
        <a:srgbClr val="FFAB40"/>
      </a:accent1>
      <a:accent2>
        <a:srgbClr val="FFAB40"/>
      </a:accent2>
      <a:accent3>
        <a:srgbClr val="1C6F80"/>
      </a:accent3>
      <a:accent4>
        <a:srgbClr val="005862"/>
      </a:accent4>
      <a:accent5>
        <a:srgbClr val="0097A7"/>
      </a:accent5>
      <a:accent6>
        <a:srgbClr val="0097A7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1038</Words>
  <Application>Microsoft Office PowerPoint</Application>
  <PresentationFormat>On-screen Show (16:9)</PresentationFormat>
  <Paragraphs>288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Roboto Condensed Light</vt:lpstr>
      <vt:lpstr>Barlow</vt:lpstr>
      <vt:lpstr>Arial</vt:lpstr>
      <vt:lpstr>Barlow Medium</vt:lpstr>
      <vt:lpstr>Livvic</vt:lpstr>
      <vt:lpstr>Barlow SemiBold</vt:lpstr>
      <vt:lpstr>Your Business Presentation by Slidesgo</vt:lpstr>
      <vt:lpstr>YOUR  BUSINESS</vt:lpstr>
      <vt:lpstr>TABLE OF CONTENTS </vt:lpstr>
      <vt:lpstr>WHOA!</vt:lpstr>
      <vt:lpstr>“This is a quote, words full of wisdom that  someone important said and can make  the reader get inspired.”</vt:lpstr>
      <vt:lpstr>COMPANY</vt:lpstr>
      <vt:lpstr>THE SLIDE TITLE GOES HERE! </vt:lpstr>
      <vt:lpstr>MAYBE YOU NEED TO DIVIDE THE CONTENT</vt:lpstr>
      <vt:lpstr>YOU COULD USE THREE COLUMNS, WHY NOT? </vt:lpstr>
      <vt:lpstr>A PICTURE ALWAYS REINFORCES THE CONCEPT</vt:lpstr>
      <vt:lpstr>PROCESS</vt:lpstr>
      <vt:lpstr>YOUR GRAPH</vt:lpstr>
      <vt:lpstr>SOMETIMES, REVIEWING CONCEPTS IS A GOOD IDEA</vt:lpstr>
      <vt:lpstr>A PICTURE  IS WORTH A THOUSAND  WORDS</vt:lpstr>
      <vt:lpstr>GROWTH</vt:lpstr>
      <vt:lpstr>THIS IS A TABLE</vt:lpstr>
      <vt:lpstr>INFOGRAPHICS MAKE YOUR IDEA UNDERSTANDABLE</vt:lpstr>
      <vt:lpstr>MAYBE FOUR COLUMNS</vt:lpstr>
      <vt:lpstr>THIS IS A MAP</vt:lpstr>
      <vt:lpstr>A TIMELINE ALWAYS WORKS WELL</vt:lpstr>
      <vt:lpstr>234,000</vt:lpstr>
      <vt:lpstr>24h 37m</vt:lpstr>
      <vt:lpstr>OUR TEAM</vt:lpstr>
      <vt:lpstr>DESKTOP SOFTWARE</vt:lpstr>
      <vt:lpstr>TABLET APP</vt:lpstr>
      <vt:lpstr>MOBILE WEB</vt:lpstr>
      <vt:lpstr>MORE INFORMATION</vt:lpstr>
      <vt:lpstr>AWESOME WORDS</vt:lpstr>
      <vt:lpstr>PRICE LIST</vt:lpstr>
      <vt:lpstr>STRATEGIC ALLIES</vt:lpstr>
      <vt:lpstr>TESTIMONIALS</vt:lpstr>
      <vt:lpstr>ALTERNATIVE RESOURCES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 BUSINESS</dc:title>
  <dc:creator>USER</dc:creator>
  <cp:lastModifiedBy>Ts. Faezal Husni</cp:lastModifiedBy>
  <cp:revision>2</cp:revision>
  <dcterms:modified xsi:type="dcterms:W3CDTF">2026-03-18T04:25:20Z</dcterms:modified>
</cp:coreProperties>
</file>