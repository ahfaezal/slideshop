
<file path=[Content_Types].xml><?xml version="1.0" encoding="utf-8"?>
<Types xmlns="http://schemas.openxmlformats.org/package/2006/content-types">
  <Default Extension="fntdata" ContentType="application/x-fontdata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5" r:id="rId1"/>
  </p:sldMasterIdLst>
  <p:notesMasterIdLst>
    <p:notesMasterId r:id="rId13"/>
  </p:notesMasterIdLst>
  <p:sldIdLst>
    <p:sldId id="294" r:id="rId2"/>
    <p:sldId id="295" r:id="rId3"/>
    <p:sldId id="296" r:id="rId4"/>
    <p:sldId id="297" r:id="rId5"/>
    <p:sldId id="298" r:id="rId6"/>
    <p:sldId id="300" r:id="rId7"/>
    <p:sldId id="301" r:id="rId8"/>
    <p:sldId id="302" r:id="rId9"/>
    <p:sldId id="303" r:id="rId10"/>
    <p:sldId id="304" r:id="rId11"/>
    <p:sldId id="305" r:id="rId12"/>
  </p:sldIdLst>
  <p:sldSz cx="9144000" cy="5143500" type="screen16x9"/>
  <p:notesSz cx="6858000" cy="9144000"/>
  <p:embeddedFontLst>
    <p:embeddedFont>
      <p:font typeface="Amatic SC" panose="020F0502020204030204" pitchFamily="2" charset="-79"/>
      <p:regular r:id="rId14"/>
      <p:bold r:id="rId15"/>
    </p:embeddedFont>
    <p:embeddedFont>
      <p:font typeface="Proxima Nova" panose="020B0604020202020204" charset="0"/>
      <p:regular r:id="rId16"/>
      <p:bold r:id="rId17"/>
      <p:italic r:id="rId18"/>
      <p:boldItalic r:id="rId19"/>
    </p:embeddedFont>
    <p:embeddedFont>
      <p:font typeface="Proxima Nova Semibold" panose="020B0604020202020204" charset="0"/>
      <p:regular r:id="rId20"/>
      <p:bold r:id="rId21"/>
      <p:boldItalic r:id="rId22"/>
    </p:embeddedFont>
    <p:embeddedFont>
      <p:font typeface="Roboto Medium" panose="020F0502020204030204" pitchFamily="2" charset="0"/>
      <p:regular r:id="rId23"/>
      <p:bold r:id="rId24"/>
      <p:italic r:id="rId25"/>
      <p:boldItalic r:id="rId2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pos="4477">
          <p15:clr>
            <a:srgbClr val="9AA0A6"/>
          </p15:clr>
        </p15:guide>
        <p15:guide id="2" orient="horz" pos="162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F88B2CA7-63DD-46B5-AC67-7A7CC8F88C96}">
  <a:tblStyle styleId="{F88B2CA7-63DD-46B5-AC67-7A7CC8F88C9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20"/>
    <p:restoredTop sz="94660"/>
  </p:normalViewPr>
  <p:slideViewPr>
    <p:cSldViewPr snapToGrid="0">
      <p:cViewPr varScale="1">
        <p:scale>
          <a:sx n="140" d="100"/>
          <a:sy n="140" d="100"/>
        </p:scale>
        <p:origin x="738" y="114"/>
      </p:cViewPr>
      <p:guideLst>
        <p:guide pos="4477"/>
        <p:guide orient="horz" pos="16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18" Type="http://schemas.openxmlformats.org/officeDocument/2006/relationships/font" Target="fonts/font5.fntdata"/><Relationship Id="rId26" Type="http://schemas.openxmlformats.org/officeDocument/2006/relationships/font" Target="fonts/font13.fntdata"/><Relationship Id="rId3" Type="http://schemas.openxmlformats.org/officeDocument/2006/relationships/slide" Target="slides/slide2.xml"/><Relationship Id="rId21" Type="http://schemas.openxmlformats.org/officeDocument/2006/relationships/font" Target="fonts/font8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4.fntdata"/><Relationship Id="rId25" Type="http://schemas.openxmlformats.org/officeDocument/2006/relationships/font" Target="fonts/font12.fntdata"/><Relationship Id="rId2" Type="http://schemas.openxmlformats.org/officeDocument/2006/relationships/slide" Target="slides/slide1.xml"/><Relationship Id="rId16" Type="http://schemas.openxmlformats.org/officeDocument/2006/relationships/font" Target="fonts/font3.fntdata"/><Relationship Id="rId20" Type="http://schemas.openxmlformats.org/officeDocument/2006/relationships/font" Target="fonts/font7.fntdata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1.fntdata"/><Relationship Id="rId5" Type="http://schemas.openxmlformats.org/officeDocument/2006/relationships/slide" Target="slides/slide4.xml"/><Relationship Id="rId15" Type="http://schemas.openxmlformats.org/officeDocument/2006/relationships/font" Target="fonts/font2.fntdata"/><Relationship Id="rId23" Type="http://schemas.openxmlformats.org/officeDocument/2006/relationships/font" Target="fonts/font10.fntdata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font" Target="fonts/font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1.fntdata"/><Relationship Id="rId22" Type="http://schemas.openxmlformats.org/officeDocument/2006/relationships/font" Target="fonts/font9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g87172e6d2e_3_3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0" name="Google Shape;2980;g87172e6d2e_3_3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9" name="Google Shape;9479;g87172e6d2e_3_68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80" name="Google Shape;9480;g87172e6d2e_3_68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6" name="Google Shape;9906;g87172e6d2e_3_73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7" name="Google Shape;9907;g87172e6d2e_3_73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9" name="Google Shape;10069;g87172e6d2e_3_78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0" name="Google Shape;10070;g87172e6d2e_3_78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0" name="Google Shape;10440;g87172e6d2e_3_74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41" name="Google Shape;10441;g87172e6d2e_3_74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9" name="Google Shape;11219;g87172e6d2e_3_86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20" name="Google Shape;11220;g87172e6d2e_3_86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0" name="Google Shape;11650;g87172e6d2e_3_90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1" name="Google Shape;11651;g87172e6d2e_3_90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3" name="Google Shape;12443;g87172e6d2e_3_98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44" name="Google Shape;12444;g87172e6d2e_3_98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4" name="Google Shape;13184;g87172e6d2e_3_105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85" name="Google Shape;13185;g87172e6d2e_3_105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7" name="Google Shape;13877;g87172e6d2e_3_112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78" name="Google Shape;13878;g87172e6d2e_3_112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9" name="Google Shape;14179;g87172e6d2e_3_115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80" name="Google Shape;14180;g87172e6d2e_3_115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" name="Google Shape;314;p27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315" name="Google Shape;315;p27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3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2" name="Google Shape;2982;p67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983" name="Google Shape;2983;p67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67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67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67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67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67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89" name="Google Shape;2989;p67"/>
          <p:cNvGrpSpPr/>
          <p:nvPr/>
        </p:nvGrpSpPr>
        <p:grpSpPr>
          <a:xfrm>
            <a:off x="749629" y="2988892"/>
            <a:ext cx="2622876" cy="1333540"/>
            <a:chOff x="238125" y="1038125"/>
            <a:chExt cx="7146800" cy="3633625"/>
          </a:xfrm>
        </p:grpSpPr>
        <p:sp>
          <p:nvSpPr>
            <p:cNvPr id="2990" name="Google Shape;2990;p67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67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67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67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67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67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67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67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67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67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67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67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67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67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67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67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67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67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67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67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67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67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67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67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67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67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67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67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67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67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67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67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67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67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67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67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67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67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67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67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67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67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67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67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67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67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67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67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67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67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67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67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67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67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67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67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67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67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67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67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67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67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67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67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67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67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67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67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67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67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67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67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67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67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67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67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67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67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67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67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67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67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67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67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67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67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67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67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67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67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67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67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67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67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67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67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67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67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67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67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67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67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67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67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67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67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67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67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67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67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67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67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67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67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67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67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67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67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67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67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67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67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67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67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67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67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67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67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67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67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67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67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67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67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67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67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67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67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67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67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67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67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67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67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67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67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67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67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67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67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67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67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67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67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67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67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67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67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67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67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67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67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67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67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67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67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67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67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67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67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67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67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67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67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67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67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67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67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67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67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67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67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67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67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67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67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67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67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67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67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67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67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67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67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67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67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67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67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67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67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67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67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67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67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67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67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67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67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67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67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67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67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67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67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67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67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67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67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67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67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67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67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67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67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67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67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67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67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67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67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67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67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67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67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67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67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67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67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67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67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67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67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67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67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67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67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67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67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67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67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67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67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67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67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67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67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67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67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67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67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67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67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67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67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67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67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67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67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67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67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67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67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67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67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67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67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67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67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67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67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67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67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67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67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67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67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67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67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67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67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67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67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67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67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67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67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67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67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67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67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67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67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67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67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67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67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67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67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67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67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67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67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67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67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67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67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67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67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67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67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67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67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67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67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67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67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67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67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67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67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67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67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67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67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67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67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67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67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67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67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67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67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67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67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67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67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67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67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67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67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67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67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67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67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67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67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67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67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67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67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67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67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67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67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67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67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67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67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67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67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67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67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67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67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67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67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67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67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67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67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67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67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67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67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67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67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67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67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67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67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67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67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67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67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67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67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67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67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67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67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67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67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67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67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67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67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67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67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67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67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67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67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67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67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67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67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67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67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67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67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67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67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67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67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67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67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67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67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67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67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67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67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67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67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67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67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67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67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67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67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67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67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67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67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67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67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67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67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67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67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67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67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67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67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67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67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67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67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67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67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67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67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67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67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67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67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67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67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67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67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67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67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67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67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67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67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67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67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67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67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67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67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67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67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67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67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67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67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67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67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67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67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67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67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67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67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67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67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67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67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67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67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67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67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67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67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67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67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67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67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67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67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67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67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67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67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67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67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67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67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67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67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67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67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67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67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67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67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67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67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67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67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67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67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67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67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67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67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67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67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67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67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67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67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67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67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67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67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67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67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67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67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67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67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67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67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67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67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67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67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67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67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67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67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67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67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67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67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67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67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67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67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67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67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67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67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67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67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67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67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67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67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67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67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67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67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67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67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67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67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67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67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67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67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67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67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67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67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67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67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67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67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67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67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67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67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67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67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67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67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67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67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67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67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67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67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67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67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67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67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67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67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67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67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67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67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67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67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67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67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67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67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67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67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67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67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67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67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67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67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67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67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67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67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67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67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67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67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67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67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67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67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67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67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67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67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67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67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67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67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67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67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67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67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67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67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67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67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67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67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67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67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67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67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67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67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67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67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67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67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67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67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67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67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67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67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67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67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67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67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67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67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67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67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67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67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67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67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67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67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67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67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67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67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67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67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67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67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67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67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67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67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67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67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67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67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67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67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67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67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67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67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67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67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67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67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67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67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67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67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67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67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67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67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67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67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67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67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67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67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67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67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67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67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67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67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67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67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67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67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67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67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67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67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67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67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67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67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67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67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67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67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67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67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67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67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67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67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67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67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67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67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67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67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67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67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67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67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67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67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67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67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67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67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67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67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67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67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67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67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67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67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67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67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67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67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67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67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67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67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67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67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67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67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67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67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67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67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67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67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67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67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67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67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67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67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67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67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67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67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67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67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67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67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67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67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67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67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67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67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67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67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67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67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67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67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67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67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67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67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67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67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67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67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67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67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67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67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67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67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67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67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67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67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67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67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67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67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67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67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67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67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67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67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67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67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67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67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67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67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67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67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67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67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67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67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67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67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67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67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67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67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67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67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67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67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67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67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67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67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67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67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67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67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67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67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67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67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67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67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67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67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67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67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67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67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67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67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67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67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67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67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67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67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67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67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67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67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67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67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67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67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67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67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67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67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67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67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67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67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67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67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67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67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67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67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67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67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67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67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67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67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67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67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67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67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67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67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67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67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67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67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67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67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67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67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67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67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67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67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67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67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67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67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67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67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67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67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67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67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67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67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67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67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67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67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67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67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67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67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67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67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67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67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67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67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67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67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67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67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67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67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67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67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67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67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67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67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67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67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67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67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67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67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67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67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67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67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67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67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67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67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67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67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67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67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67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67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67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67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67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67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67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67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67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67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67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67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67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67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67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67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67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67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67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67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67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67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67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67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67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67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67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67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67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67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67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67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67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67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67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67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67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67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67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67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67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67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67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67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67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67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67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67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67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67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67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67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67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67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67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67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67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67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67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67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67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67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67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67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67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67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67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67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67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67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67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67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67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67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67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67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67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67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67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67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67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67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67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67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67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67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67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67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67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67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67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67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67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67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67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67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67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67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67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67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67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67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67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67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67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67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67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67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67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67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67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67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67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67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67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67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67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67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67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67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67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67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67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67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67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67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67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67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67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67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67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67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67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67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67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67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67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67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67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67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67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67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67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67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67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67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67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67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67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67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67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67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67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67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67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67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67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67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67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67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67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67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67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67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67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67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67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67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67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67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67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67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67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67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67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67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67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67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67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67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67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67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67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67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67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67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67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67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67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67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67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67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67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67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67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67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67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67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67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67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67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67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67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67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67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67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67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67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67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67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67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67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67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67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67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67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67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67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67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67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67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67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67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67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67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67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67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67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67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67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67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67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67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67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67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67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67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67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67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67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67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67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67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67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67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67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67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67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67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67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67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67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67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67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67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67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67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67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67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67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67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67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67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67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67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67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67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67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67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67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67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67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67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67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67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67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67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67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67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67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67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67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67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67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67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67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67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67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67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67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67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67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67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67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67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67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67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67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67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67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67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67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67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67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67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67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67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67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67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67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67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67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67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67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67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67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67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67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67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67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67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67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67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67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67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67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67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67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67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67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67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67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67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67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67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67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67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67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67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67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67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67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67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67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67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67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67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67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67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67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67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67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67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67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67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67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67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67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67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67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67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67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67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67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67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67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67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67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67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67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67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67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67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67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67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67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67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67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67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67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67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67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67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67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67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67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67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67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67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67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67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67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67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67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67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67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67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67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67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67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67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67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67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67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67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67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67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67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67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67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67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67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67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67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67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67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67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67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67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67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67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67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67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67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67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67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67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67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67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67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67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67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67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67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67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67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67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67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67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67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67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67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67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67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67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67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67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67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67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67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67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67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67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67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67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67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67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67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67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67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67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67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67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67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67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67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67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67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67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67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67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67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67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67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67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67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67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67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67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67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67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67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67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67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67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67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67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67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67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67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67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67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67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67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67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67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67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67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67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67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67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67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67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67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67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67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67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67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67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67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67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67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67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67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67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67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67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67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67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67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67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67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67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67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67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67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67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67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67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67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67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67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67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67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67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67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67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67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67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67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67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67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67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67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67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67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67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67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67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67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67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67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67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67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67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67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2" name="Google Shape;4562;p67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563" name="Google Shape;4563;p67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67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67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67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67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67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67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67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67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67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67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67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67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67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67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67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67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67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67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67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67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67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67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67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67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67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67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67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67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67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67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67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67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67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67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67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67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67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67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67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67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67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67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67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67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67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67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67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67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67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67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4" name="Google Shape;4614;p67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615" name="Google Shape;4615;p67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67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7" name="Google Shape;4617;p67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618" name="Google Shape;4618;p67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67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0" name="Google Shape;4620;p67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621" name="Google Shape;4621;p67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67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3" name="Google Shape;4623;p67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624" name="Google Shape;4624;p67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67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6" name="Google Shape;4626;p67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627" name="Google Shape;4627;p67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67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29" name="Google Shape;4629;p67"/>
          <p:cNvSpPr/>
          <p:nvPr/>
        </p:nvSpPr>
        <p:spPr>
          <a:xfrm>
            <a:off x="7888277" y="32065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30" name="Google Shape;4630;p67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631" name="Google Shape;4631;p67"/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67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67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4" name="Google Shape;4634;p67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635" name="Google Shape;4635;p67"/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67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67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38" name="Google Shape;4638;p67"/>
          <p:cNvSpPr/>
          <p:nvPr/>
        </p:nvSpPr>
        <p:spPr>
          <a:xfrm>
            <a:off x="8180828" y="3185254"/>
            <a:ext cx="222397" cy="28869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39" name="Google Shape;4639;p67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640" name="Google Shape;4640;p67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67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42" name="Google Shape;4642;p67"/>
          <p:cNvSpPr/>
          <p:nvPr/>
        </p:nvSpPr>
        <p:spPr>
          <a:xfrm>
            <a:off x="8195186" y="3993952"/>
            <a:ext cx="193683" cy="19571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3" name="Google Shape;4643;p67"/>
          <p:cNvSpPr/>
          <p:nvPr/>
        </p:nvSpPr>
        <p:spPr>
          <a:xfrm flipH="1">
            <a:off x="7419373" y="3960408"/>
            <a:ext cx="178589" cy="262805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44" name="Google Shape;4644;p67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645" name="Google Shape;4645;p67"/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67"/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67"/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67"/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67"/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67"/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67"/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67"/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67"/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67"/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5" name="Google Shape;4655;p67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656" name="Google Shape;4656;p67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657" name="Google Shape;4657;p67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67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67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67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67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67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67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67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67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67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67" name="Google Shape;4667;p67"/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68" name="Google Shape;4668;p67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669" name="Google Shape;4669;p67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670" name="Google Shape;4670;p67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671" name="Google Shape;4671;p67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2" name="Google Shape;4672;p67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3" name="Google Shape;4673;p67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4" name="Google Shape;4674;p67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5" name="Google Shape;4675;p67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676" name="Google Shape;4676;p67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67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67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67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80" name="Google Shape;4680;p67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81" name="Google Shape;4681;p67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682" name="Google Shape;4682;p67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683" name="Google Shape;4683;p67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684" name="Google Shape;4684;p67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5" name="Google Shape;4685;p67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6" name="Google Shape;4686;p67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7" name="Google Shape;4687;p67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8" name="Google Shape;4688;p67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9" name="Google Shape;4689;p67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90" name="Google Shape;4690;p67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91" name="Google Shape;4691;p67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92" name="Google Shape;4692;p67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693" name="Google Shape;4693;p67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67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67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67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97" name="Google Shape;4697;p67"/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98" name="Google Shape;4698;p67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4699" name="Google Shape;4699;p67"/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67"/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67"/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67"/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67"/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67"/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67"/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67"/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67"/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67"/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67"/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67"/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67"/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67"/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67"/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67"/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67"/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67"/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67"/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67"/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67"/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67"/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67"/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67"/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67"/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67"/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67"/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67"/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67"/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67"/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67"/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67"/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67"/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67"/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67"/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67"/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67"/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67"/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67"/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67"/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67"/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67"/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67"/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67"/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67"/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67"/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67"/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67"/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67"/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67"/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67"/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67"/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67"/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67"/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67"/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67"/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67"/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67"/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67"/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67"/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67"/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67"/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67"/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67"/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67"/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67"/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67"/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67"/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67"/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67"/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67"/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67"/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67"/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67"/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67"/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67"/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67"/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67"/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67"/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67"/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67"/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67"/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67"/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67"/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67"/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67"/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67"/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67"/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67"/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67"/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67"/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67"/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67"/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67"/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67"/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67"/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67"/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67"/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67"/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67"/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67"/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67"/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67"/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67"/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67"/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67"/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67"/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67"/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67"/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67"/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67"/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67"/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67"/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67"/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67"/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67"/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67"/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67"/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67"/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67"/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67"/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67"/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67"/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67"/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67"/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67"/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67"/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67"/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67"/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67"/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67"/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67"/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67"/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67"/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67"/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67"/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67"/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67"/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67"/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67"/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67"/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67"/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67"/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67"/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67"/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67"/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67"/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67"/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67"/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67"/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67"/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67"/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67"/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67"/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67"/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67"/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67"/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67"/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67"/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67"/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67"/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67"/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67"/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67"/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67"/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67"/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67"/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67"/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67"/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67"/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67"/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67"/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67"/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67"/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67"/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67"/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67"/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67"/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67"/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67"/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67"/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67"/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67"/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67"/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67"/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67"/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67"/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67"/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67"/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67"/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67"/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67"/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67"/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67"/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67"/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67"/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67"/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67"/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67"/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67"/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67"/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67"/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67"/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67"/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67"/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67"/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67"/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67"/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67"/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67"/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67"/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67"/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67"/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67"/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67"/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67"/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67"/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67"/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67"/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67"/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67"/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67"/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67"/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67"/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67"/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67"/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67"/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67"/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67"/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67"/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67"/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67"/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67"/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67"/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67"/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67"/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67"/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67"/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67"/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67"/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67"/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67"/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67"/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67"/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67"/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67"/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67"/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67"/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67"/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67"/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67"/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67"/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67"/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67"/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67"/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67"/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67"/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67"/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67"/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67"/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67"/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67"/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67"/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67"/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67"/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67"/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67"/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67"/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67"/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67"/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67"/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67"/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67"/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67"/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67"/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67"/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67"/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67"/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67"/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67"/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67"/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67"/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67"/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67"/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67"/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67"/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67"/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67"/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67"/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67"/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67"/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67"/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67"/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67"/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67"/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67"/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67"/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67"/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67"/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67"/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67"/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67"/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67"/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67"/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67"/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67"/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67"/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67"/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67"/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67"/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67"/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67"/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67"/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67"/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67"/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67"/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67"/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67"/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67"/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67"/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67"/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67"/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67"/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67"/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67"/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67"/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67"/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67"/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67"/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67"/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67"/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67"/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67"/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67"/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67"/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67"/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67"/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67"/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67"/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67"/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67"/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67"/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67"/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67"/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67"/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67"/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67"/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67"/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67"/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67"/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67"/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67"/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67"/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67"/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67"/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67"/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67"/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67"/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67"/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67"/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67"/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67"/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67"/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67"/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67"/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67"/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67"/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67"/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67"/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67"/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67"/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67"/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67"/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67"/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67"/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67"/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67"/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67"/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67"/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67"/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67"/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67"/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67"/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67"/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67"/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67"/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67"/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67"/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67"/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67"/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67"/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67"/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67"/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67"/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67"/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67"/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67"/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67"/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67"/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67"/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67"/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67"/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67"/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67"/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67"/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67"/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67"/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67"/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67"/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67"/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67"/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67"/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67"/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67"/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67"/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67"/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67"/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67"/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67"/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67"/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67"/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67"/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67"/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67"/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67"/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67"/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67"/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67"/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67"/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67"/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67"/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67"/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67"/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67"/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67"/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67"/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67"/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67"/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67"/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67"/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67"/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67"/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67"/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67"/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67"/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67"/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67"/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67"/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67"/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67"/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67"/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67"/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67"/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67"/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67"/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67"/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67"/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67"/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67"/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67"/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67"/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67"/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67"/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67"/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67"/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67"/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67"/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67"/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67"/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67"/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67"/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67"/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67"/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67"/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67"/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67"/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67"/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67"/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67"/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67"/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67"/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67"/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67"/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67"/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67"/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67"/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67"/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67"/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67"/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67"/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67"/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67"/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67"/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67"/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67"/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67"/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67"/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67"/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67"/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67"/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67"/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67"/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67"/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67"/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67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67"/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67"/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67"/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67"/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67"/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67"/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67"/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67"/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67"/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67"/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67"/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67"/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67"/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67"/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67"/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67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67"/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67"/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67"/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67"/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67"/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67"/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67"/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67"/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67"/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67"/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67"/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67"/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67"/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67"/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67"/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67"/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67"/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67"/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67"/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67"/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67"/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67"/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67"/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67"/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67"/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67"/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67"/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67"/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67"/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67"/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67"/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67"/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67"/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67"/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67"/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67"/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67"/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67"/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67"/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67"/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67"/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67"/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67"/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67"/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67"/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67"/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67"/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67"/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67"/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67"/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67"/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67"/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67"/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67"/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67"/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67"/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67"/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67"/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67"/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67"/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67"/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67"/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67"/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67"/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67"/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67"/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67"/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67"/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67"/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67"/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67"/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67"/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67"/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67"/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67"/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67"/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67"/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67"/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67"/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67"/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67"/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67"/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67"/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67"/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67"/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67"/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67"/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67"/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67"/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67"/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67"/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67"/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67"/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67"/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67"/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67"/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67"/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67"/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67"/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67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67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67"/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67"/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67"/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67"/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67"/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67"/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67"/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67"/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67"/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67"/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67"/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67"/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67"/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67"/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67"/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67"/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67"/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67"/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67"/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67"/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67"/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67"/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67"/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67"/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67"/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67"/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67"/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67"/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67"/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67"/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67"/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67"/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67"/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67"/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67"/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67"/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67"/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67"/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67"/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67"/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67"/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67"/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67"/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67"/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67"/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67"/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67"/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67"/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67"/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67"/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67"/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67"/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67"/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67"/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67"/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67"/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67"/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67"/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67"/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67"/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67"/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67"/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67"/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67"/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67"/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67"/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67"/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67"/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67"/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67"/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67"/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67"/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67"/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67"/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67"/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67"/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67"/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67"/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67"/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67"/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67"/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67"/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67"/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67"/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67"/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67"/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67"/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67"/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67"/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67"/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67"/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67"/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67"/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67"/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67"/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67"/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67"/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67"/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67"/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67"/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67"/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67"/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67"/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67"/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67"/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67"/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67"/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67"/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67"/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67"/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67"/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67"/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67"/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67"/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67"/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67"/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67"/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67"/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67"/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67"/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67"/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67"/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67"/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67"/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67"/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67"/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67"/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67"/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67"/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67"/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67"/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67"/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67"/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67"/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67"/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67"/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67"/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67"/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67"/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67"/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67"/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67"/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67"/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67"/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67"/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67"/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67"/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67"/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67"/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67"/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67"/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67"/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67"/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67"/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67"/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67"/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67"/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67"/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67"/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67"/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67"/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67"/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67"/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67"/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67"/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67"/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67"/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67"/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67"/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67"/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67"/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67"/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67"/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67"/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67"/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67"/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67"/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67"/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67"/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67"/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67"/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67"/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67"/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67"/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67"/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67"/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67"/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67"/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67"/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67"/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67"/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67"/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67"/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67"/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67"/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67"/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67"/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67"/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67"/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67"/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67"/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67"/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67"/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67"/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67"/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67"/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67"/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67"/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67"/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67"/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67"/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67"/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67"/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67"/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67"/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67"/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67"/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67"/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67"/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67"/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67"/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67"/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67"/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67"/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67"/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67"/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67"/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67"/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67"/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67"/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67"/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67"/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67"/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67"/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67"/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67"/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67"/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67"/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67"/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67"/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67"/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67"/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67"/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67"/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67"/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67"/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67"/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67"/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67"/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67"/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67"/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67"/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67"/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67"/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67"/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67"/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67"/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67"/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67"/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67"/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67"/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67"/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67"/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67"/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67"/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67"/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67"/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67"/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67"/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67"/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67"/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67"/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67"/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67"/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67"/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67"/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67"/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67"/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67"/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67"/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67"/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67"/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67"/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67"/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67"/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67"/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67"/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67"/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67"/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67"/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67"/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67"/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67"/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67"/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67"/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67"/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67"/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67"/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67"/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67"/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67"/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67"/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67"/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67"/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67"/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67"/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67"/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67"/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67"/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67"/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67"/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67"/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67"/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67"/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67"/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67"/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67"/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67"/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67"/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67"/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67"/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67"/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67"/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67"/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67"/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67"/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67"/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67"/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67"/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67"/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67"/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67"/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67"/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67"/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67"/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67"/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67"/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67"/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67"/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67"/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67"/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67"/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67"/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67"/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67"/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67"/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67"/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67"/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67"/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67"/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67"/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67"/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67"/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67"/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67"/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67"/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67"/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67"/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67"/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67"/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67"/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67"/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67"/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67"/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67"/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67"/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67"/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67"/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67"/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67"/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67"/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67"/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67"/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67"/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67"/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67"/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67"/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67"/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67"/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67"/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67"/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67"/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67"/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67"/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67"/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67"/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67"/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67"/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67"/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67"/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67"/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67"/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67"/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67"/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67"/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67"/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67"/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67"/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67"/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67"/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67"/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67"/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67"/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67"/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67"/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67"/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67"/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67"/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67"/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67"/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67"/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67"/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67"/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67"/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67"/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67"/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67"/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67"/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67"/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67"/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67"/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67"/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67"/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67"/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67"/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67"/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67"/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67"/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67"/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67"/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67"/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67"/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67"/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67"/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67"/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67"/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67"/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67"/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67"/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67"/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67"/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67"/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67"/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67"/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67"/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67"/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67"/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67"/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67"/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67"/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67"/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67"/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67"/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67"/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67"/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67"/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67"/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67"/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67"/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67"/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67"/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67"/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67"/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67"/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67"/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67"/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67"/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67"/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67"/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67"/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67"/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67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67"/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67"/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67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67"/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67"/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67"/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67"/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67"/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67"/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67"/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67"/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67"/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67"/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67"/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67"/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67"/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67"/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67"/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67"/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67"/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67"/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67"/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67"/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67"/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67"/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67"/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67"/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67"/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67"/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67"/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67"/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67"/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67"/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67"/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67"/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67"/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67"/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67"/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67"/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67"/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67"/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67"/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67"/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67"/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67"/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67"/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67"/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67"/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67"/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67"/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67"/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67"/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67"/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67"/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67"/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67"/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67"/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67"/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67"/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67"/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67"/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67"/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67"/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67"/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67"/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67"/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67"/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67"/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67"/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67"/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67"/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67"/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67"/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67"/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67"/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67"/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67"/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67"/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67"/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67"/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67"/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67"/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67"/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67"/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67"/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67"/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67"/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67"/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67"/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67"/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67"/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67"/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67"/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67"/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67"/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67"/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67"/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67"/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67"/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67"/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67"/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67"/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67"/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67"/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67"/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67"/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67"/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67"/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67"/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67"/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67"/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67"/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67"/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67"/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67"/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67"/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67"/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67"/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67"/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67"/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67"/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67"/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67"/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67"/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67"/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67"/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67"/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67"/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67"/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67"/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67"/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67"/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67"/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67"/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67"/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67"/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67"/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67"/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67"/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67"/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67"/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67"/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67"/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67"/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67"/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67"/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67"/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67"/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67"/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67"/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67"/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67"/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67"/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67"/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67"/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67"/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67"/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67"/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67"/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67"/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67"/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67"/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67"/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67"/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67"/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67"/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67"/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67"/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67"/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67"/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67"/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67"/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67"/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67"/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67"/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67"/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67"/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67"/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67"/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67"/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67"/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67"/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67"/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67"/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67"/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67"/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67"/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67"/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67"/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67"/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67"/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67"/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67"/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67"/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67"/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67"/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67"/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67"/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67"/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67"/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67"/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67"/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67"/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67"/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67"/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67"/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67"/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67"/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67"/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67"/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67"/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67"/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67"/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67"/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67"/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67"/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67"/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67"/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67"/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67"/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67"/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67"/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67"/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67"/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67"/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67"/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67"/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67"/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67"/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67"/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67"/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67"/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67"/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67"/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67"/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67"/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67"/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67"/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67"/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67"/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67"/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67"/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67"/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67"/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67"/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67"/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67"/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67"/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67"/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67"/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67"/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67"/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67"/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67"/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67"/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67"/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67"/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67"/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67"/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67"/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67"/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67"/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67"/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67"/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67"/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67"/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67"/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67"/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67"/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67"/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67"/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67"/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67"/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67"/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67"/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67"/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67"/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67"/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67"/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67"/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67"/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67"/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67"/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67"/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67"/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67"/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67"/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67"/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67"/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67"/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67"/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67"/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67"/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67"/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67"/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67"/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67"/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67"/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67"/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67"/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67"/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67"/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67"/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67"/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67"/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67"/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67"/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67"/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67"/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67"/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67"/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67"/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67"/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67"/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67"/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67"/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67"/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67"/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67"/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67"/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67"/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67"/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67"/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67"/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67"/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67"/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67"/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67"/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67"/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67"/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67"/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67"/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67"/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67"/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67"/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67"/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67"/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67"/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67"/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67"/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67"/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67"/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67"/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67"/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67"/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67"/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67"/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67"/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67"/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67"/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67"/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67"/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67"/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67"/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67"/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67"/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67"/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67"/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67"/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67"/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67"/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67"/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67"/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67"/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67"/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67"/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67"/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67"/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67"/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67"/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67"/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67"/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67"/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67"/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67"/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67"/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67"/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67"/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67"/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67"/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67"/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67"/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67"/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67"/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67"/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67"/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67"/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67"/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67"/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67"/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67"/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67"/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67"/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67"/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67"/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67"/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67"/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67"/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67"/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67"/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67"/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67"/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67"/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67"/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67"/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67"/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67"/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67"/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67"/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67"/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67"/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67"/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67"/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67"/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67"/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67"/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67"/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67"/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67"/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67"/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67"/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67"/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67"/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67"/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67"/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67"/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67"/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67"/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67"/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67"/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67"/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67"/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67"/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67"/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67"/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67"/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67"/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67"/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67"/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67"/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67"/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67"/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67"/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67"/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67"/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67"/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67"/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67"/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67"/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67"/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67"/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67"/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67"/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67"/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67"/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67"/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67"/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67"/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67"/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67"/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67"/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67"/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67"/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67"/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67"/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67"/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67"/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67"/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67"/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67"/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67"/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67"/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67"/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67"/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67"/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67"/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67"/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67"/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67"/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67"/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67"/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67"/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67"/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67"/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67"/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67"/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67"/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67"/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67"/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67"/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67"/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67"/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67"/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67"/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67"/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67"/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67"/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67"/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67"/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67"/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67"/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67"/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67"/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67"/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67"/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67"/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67"/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67"/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67"/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67"/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67"/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67"/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67"/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67"/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67"/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67"/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67"/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67"/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67"/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67"/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67"/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67"/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67"/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67"/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67"/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67"/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67"/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67"/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67"/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67"/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67"/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67"/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67"/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67"/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67"/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67"/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67"/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67"/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67"/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67"/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67"/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67"/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67"/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67"/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67"/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67"/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67"/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67"/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67"/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67"/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67"/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67"/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67"/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67"/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67"/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67"/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67"/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67"/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67"/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67"/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67"/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67"/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67"/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67"/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67"/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67"/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67"/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67"/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67"/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67"/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67"/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67"/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67"/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67"/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67"/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67"/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67"/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67"/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67"/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67"/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67"/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67"/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67"/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67"/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67"/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67"/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67"/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67"/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67"/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67"/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67"/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67"/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67"/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67"/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67"/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67"/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67"/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67"/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67"/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67"/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67"/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67"/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67"/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67"/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67"/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67"/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67"/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67"/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67"/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67"/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67"/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67"/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67"/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67"/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67"/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67"/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67"/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67"/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67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67"/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67"/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67"/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67"/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67"/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67"/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67"/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67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67"/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67"/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67"/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67"/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67"/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67"/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67"/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67"/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67"/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67"/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67"/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67"/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67"/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67"/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67"/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67"/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67"/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67"/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67"/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67"/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67"/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67"/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67"/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67"/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67"/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67"/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67"/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67"/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67"/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67"/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67"/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67"/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67"/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67"/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67"/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67"/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67"/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67"/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67"/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67"/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67"/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67"/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67"/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67"/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67"/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67"/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67"/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67"/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67"/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67"/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67"/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67"/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67"/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67"/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67"/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67"/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67"/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67"/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67"/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67"/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67"/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67"/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67"/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67"/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67"/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67"/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67"/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67"/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67"/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67"/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67"/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67"/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67"/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67"/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67"/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67"/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67"/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67"/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67"/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67"/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67"/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67"/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67"/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67"/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67"/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67"/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67"/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67"/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67"/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67"/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67"/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67"/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67"/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67"/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67"/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67"/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67"/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67"/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67"/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67"/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67"/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67"/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67"/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67"/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67"/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67"/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67"/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67"/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67"/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67"/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67"/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67"/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67"/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67"/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67"/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67"/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67"/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67"/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67"/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67"/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67"/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67"/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67"/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67"/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67"/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67"/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67"/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67"/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67"/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67"/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67"/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67"/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67"/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67"/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67"/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67"/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67"/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67"/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67"/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67"/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67"/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67"/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67"/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67"/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67"/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67"/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67"/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67"/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67"/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67"/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67"/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67"/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67"/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67"/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67"/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67"/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67"/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67"/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67"/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67"/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67"/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67"/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67"/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67"/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67"/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67"/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67"/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67"/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67"/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67"/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67"/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67"/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67"/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67"/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67"/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67"/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67"/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67"/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67"/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67"/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67"/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67"/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67"/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67"/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67"/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67"/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67"/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67"/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67"/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67"/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67"/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67"/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67"/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67"/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67"/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67"/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67"/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67"/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67"/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67"/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67"/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67"/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67"/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67"/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67"/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67"/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67"/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67"/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67"/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67"/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67"/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67"/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67"/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67"/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67"/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67"/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67"/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67"/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67"/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67"/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67"/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67"/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67"/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67"/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67"/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67"/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67"/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67"/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67"/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67"/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67"/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67"/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67"/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67"/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67"/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67"/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67"/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67"/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67"/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67"/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67"/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67"/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67"/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67"/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67"/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67"/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67"/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67"/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67"/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67"/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67"/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67"/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67"/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67"/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67"/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67"/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67"/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67"/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67"/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67"/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67"/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67"/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67"/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67"/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67"/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67"/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67"/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67"/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67"/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67"/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67"/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67"/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67"/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67"/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67"/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67"/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67"/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67"/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67"/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67"/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67"/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67"/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67"/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67"/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67"/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67"/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67"/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67"/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67"/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67"/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67"/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67"/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67"/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67"/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67"/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67"/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67"/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67"/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67"/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67"/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67"/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67"/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67"/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67"/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67"/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67"/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67"/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67"/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67"/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67"/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67"/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67"/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67"/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67"/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67"/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67"/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67"/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67"/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67"/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67"/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67"/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67"/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67"/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67"/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67"/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67"/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67"/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67"/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67"/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67"/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67"/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67"/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67"/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67"/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67"/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67"/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67"/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67"/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67"/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67"/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67"/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67"/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67"/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67"/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67"/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67"/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67"/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67"/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67"/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67"/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67"/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67"/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67"/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67"/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67"/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67"/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67"/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67"/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67"/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67"/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67"/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67"/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67"/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67"/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67"/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67"/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67"/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67"/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67"/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67"/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67"/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67"/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67"/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67"/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67"/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67"/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67"/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67"/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67"/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67"/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67"/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67"/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67"/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67"/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67"/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67"/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67"/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67"/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67"/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67"/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67"/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67"/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67"/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67"/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67"/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67"/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67"/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67"/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67"/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67"/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67"/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67"/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67"/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67"/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67"/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67"/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67"/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67"/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67"/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67"/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67"/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67"/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67"/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67"/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67"/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67"/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67"/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67"/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67"/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67"/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67"/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67"/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67"/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67"/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67"/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67"/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67"/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67"/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67"/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67"/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67"/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67"/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67"/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67"/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67"/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67"/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67"/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67"/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67"/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67"/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67"/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67"/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67"/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67"/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67"/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67"/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67"/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67"/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67"/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67"/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67"/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67"/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67"/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67"/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67"/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67"/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67"/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67"/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67"/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67"/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67"/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67"/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67"/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67"/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67"/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67"/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67"/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67"/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67"/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67"/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67"/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67"/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67"/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67"/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67"/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67"/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67"/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67"/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67"/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67"/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67"/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67"/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67"/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67"/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67"/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67"/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67"/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67"/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67"/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67"/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67"/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67"/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67"/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67"/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67"/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67"/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67"/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67"/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67"/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67"/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67"/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67"/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67"/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67"/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67"/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67"/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67"/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67"/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67"/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67"/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67"/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67"/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67"/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67"/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67"/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67"/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67"/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67"/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67"/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67"/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67"/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67"/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67"/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67"/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67"/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67"/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67"/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67"/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67"/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67"/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67"/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67"/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67"/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67"/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67"/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67"/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67"/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67"/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67"/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67"/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67"/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67"/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67"/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67"/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67"/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67"/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67"/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67"/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67"/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67"/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67"/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67"/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67"/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67"/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67"/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67"/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67"/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67"/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67"/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67"/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67"/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67"/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67"/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67"/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67"/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67"/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67"/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67"/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67"/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67"/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67"/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67"/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67"/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67"/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67"/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67"/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67"/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67"/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67"/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67"/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67"/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67"/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67"/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67"/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67"/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67"/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67"/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67"/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67"/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67"/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67"/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67"/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67"/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67"/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67"/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67"/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67"/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67"/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67"/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67"/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67"/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67"/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67"/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67"/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67"/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67"/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67"/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67"/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67"/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67"/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7"/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67"/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67"/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7"/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7"/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67"/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67"/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67"/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67"/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67"/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67"/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67"/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67"/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67"/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67"/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67"/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67"/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67"/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67"/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7"/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7"/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7"/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7"/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7"/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7"/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7"/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67"/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67"/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67"/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67"/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67"/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67"/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67"/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67"/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67"/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67"/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67"/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67"/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67"/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67"/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67"/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67"/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67"/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67"/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67"/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67"/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67"/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67"/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67"/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67"/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67"/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67"/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67"/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67"/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67"/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67"/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67"/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67"/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67"/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67"/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67"/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67"/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67"/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67"/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67"/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67"/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67"/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67"/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67"/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67"/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67"/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67"/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67"/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67"/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67"/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67"/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67"/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67"/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67"/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67"/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67"/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67"/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67"/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67"/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67"/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67"/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67"/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67"/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67"/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67"/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67"/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67"/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67"/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67"/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67"/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67"/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67"/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67"/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67"/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67"/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67"/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67"/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67"/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67"/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67"/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67"/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67"/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67"/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67"/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67"/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67"/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67"/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67"/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67"/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67"/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67"/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67"/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67"/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67"/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67"/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67"/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67"/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67"/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67"/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67"/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67"/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67"/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67"/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67"/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67"/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67"/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67"/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67"/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67"/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67"/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67"/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67"/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67"/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67"/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67"/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67"/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67"/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67"/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67"/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67"/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67"/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67"/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67"/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67"/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67"/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67"/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67"/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67"/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67"/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67"/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67"/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67"/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67"/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67"/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67"/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67"/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67"/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67"/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67"/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67"/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67"/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67"/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67"/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67"/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67"/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67"/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67"/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67"/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67"/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67"/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67"/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67"/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67"/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67"/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67"/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67"/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67"/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67"/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67"/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67"/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67"/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67"/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67"/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67"/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67"/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67"/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67"/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67"/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67"/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67"/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67"/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67"/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67"/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67"/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67"/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67"/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67"/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67"/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67"/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67"/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67"/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67"/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67"/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67"/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67"/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67"/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67"/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67"/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67"/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67"/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67"/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67"/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67"/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67"/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67"/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67"/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67"/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67"/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67"/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67"/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67"/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67"/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67"/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67"/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67"/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67"/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67"/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67"/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67"/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67"/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67"/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67"/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67"/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67"/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67"/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67"/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67"/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67"/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67"/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67"/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67"/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67"/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67"/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67"/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67"/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67"/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67"/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67"/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67"/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67"/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67"/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67"/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67"/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67"/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67"/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67"/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67"/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67"/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67"/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67"/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67"/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67"/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67"/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67"/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67"/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67"/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67"/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67"/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67"/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67"/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67"/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67"/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67"/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67"/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67"/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67"/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67"/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67"/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67"/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67"/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67"/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67"/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67"/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67"/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67"/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67"/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67"/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67"/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67"/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67"/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67"/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67"/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67"/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67"/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67"/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67"/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67"/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67"/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67"/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67"/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67"/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67"/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67"/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67"/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67"/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67"/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67"/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67"/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67"/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67"/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67"/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67"/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67"/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67"/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67"/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67"/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67"/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67"/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67"/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67"/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67"/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67"/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67"/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67"/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67"/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67"/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67"/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67"/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67"/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67"/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67"/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67"/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67"/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67"/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67"/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67"/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67"/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67"/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67"/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67"/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67"/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67"/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67"/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67"/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67"/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67"/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67"/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67"/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67"/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67"/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67"/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67"/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67"/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67"/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67"/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67"/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67"/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67"/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67"/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67"/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67"/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67"/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67"/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67"/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67"/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67"/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67"/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67"/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67"/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67"/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67"/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67"/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67"/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67"/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67"/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67"/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67"/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67"/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67"/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67"/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67"/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67"/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67"/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67"/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67"/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67"/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67"/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67"/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67"/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67"/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67"/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67"/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67"/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67"/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67"/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67"/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67"/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67"/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67"/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67"/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67"/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67"/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67"/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67"/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67"/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67"/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7"/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7"/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67"/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67"/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7"/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7"/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7"/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7"/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67"/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67"/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7"/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7"/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7"/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7"/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7"/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67"/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67"/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7"/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7"/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67"/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67"/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7"/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7"/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7"/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7"/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7"/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7"/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67"/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67"/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7"/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7"/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7"/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7"/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7"/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7"/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67"/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67"/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7"/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7"/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7"/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7"/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7"/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7"/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67"/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67"/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7"/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7"/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7"/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7"/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67"/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67"/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7"/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7"/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67"/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67"/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7"/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67"/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67"/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67"/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67"/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67"/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67"/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67"/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67"/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67"/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67"/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67"/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67"/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67"/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67"/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67"/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67"/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67"/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67"/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67"/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67"/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67"/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67"/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67"/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67"/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67"/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67"/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67"/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67"/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67"/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67"/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67"/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67"/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67"/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67"/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67"/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67"/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67"/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67"/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67"/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67"/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67"/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67"/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67"/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67"/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67"/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67"/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67"/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67"/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67"/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67"/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67"/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67"/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67"/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67"/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67"/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67"/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67"/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67"/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67"/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67"/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67"/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67"/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67"/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67"/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67"/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67"/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67"/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67"/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67"/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67"/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67"/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67"/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67"/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67"/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67"/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67"/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67"/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67"/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67"/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67"/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67"/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67"/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67"/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67"/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67"/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67"/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67"/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67"/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67"/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67"/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67"/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67"/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67"/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67"/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67"/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67"/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67"/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67"/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67"/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67"/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67"/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67"/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67"/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67"/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67"/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67"/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67"/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67"/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67"/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67"/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67"/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67"/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67"/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67"/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67"/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67"/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67"/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67"/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67"/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67"/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67"/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67"/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67"/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67"/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67"/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67"/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67"/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67"/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67"/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67"/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67"/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67"/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67"/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67"/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67"/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67"/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67"/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67"/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67"/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67"/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67"/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67"/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67"/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67"/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67"/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67"/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67"/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67"/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67"/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67"/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67"/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67"/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67"/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67"/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67"/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67"/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67"/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67"/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67"/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67"/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67"/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67"/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67"/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67"/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67"/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67"/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67"/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67"/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67"/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67"/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67"/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67"/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67"/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67"/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67"/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67"/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67"/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67"/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67"/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67"/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67"/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67"/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67"/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67"/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67"/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67"/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67"/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67"/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67"/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67"/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67"/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67"/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67"/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67"/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67"/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67"/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67"/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67"/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67"/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67"/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67"/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67"/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67"/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67"/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67"/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67"/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67"/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67"/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67"/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67"/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67"/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67"/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67"/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67"/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67"/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67"/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67"/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67"/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67"/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67"/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67"/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67"/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67"/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67"/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67"/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67"/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67"/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67"/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67"/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67"/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67"/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67"/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67"/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67"/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67"/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67"/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67"/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67"/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67"/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67"/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67"/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67"/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67"/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67"/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67"/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67"/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67"/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67"/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67"/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67"/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67"/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67"/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67"/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67"/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67"/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67"/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67"/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67"/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67"/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67"/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67"/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67"/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67"/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67"/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67"/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67"/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67"/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67"/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67"/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67"/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67"/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67"/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67"/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67"/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67"/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67"/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67"/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67"/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67"/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67"/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67"/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67"/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67"/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67"/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67"/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67"/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67"/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67"/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67"/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67"/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67"/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67"/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67"/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67"/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67"/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67"/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67"/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67"/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67"/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67"/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67"/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67"/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67"/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67"/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67"/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67"/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67"/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67"/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67"/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67"/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67"/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67"/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67"/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67"/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67"/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67"/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67"/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67"/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67"/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67"/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67"/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67"/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67"/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67"/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67"/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67"/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67"/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67"/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67"/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67"/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67"/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67"/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67"/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67"/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67"/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67"/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67"/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67"/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67"/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67"/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67"/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67"/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67"/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67"/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67"/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67"/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67"/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67"/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67"/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67"/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67"/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67"/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67"/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67"/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67"/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67"/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67"/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67"/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67"/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67"/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67"/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67"/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67"/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67"/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67"/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67"/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67"/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67"/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67"/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67"/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67"/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67"/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67"/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67"/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67"/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67"/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67"/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67"/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67"/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67"/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67"/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67"/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67"/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67"/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67"/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67"/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67"/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67"/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67"/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67"/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67"/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67"/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67"/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67"/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67"/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67"/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67"/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67"/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67"/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67"/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67"/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67"/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67"/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67"/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67"/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67"/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67"/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67"/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67"/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67"/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67"/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67"/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67"/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67"/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67"/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67"/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67"/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67"/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67"/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67"/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67"/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67"/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67"/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67"/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67"/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67"/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67"/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67"/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67"/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67"/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67"/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67"/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67"/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67"/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67"/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67"/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67"/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67"/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67"/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67"/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67"/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67"/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67"/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67"/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67"/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67"/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67"/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67"/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67"/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67"/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67"/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67"/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67"/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67"/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67"/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67"/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67"/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67"/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67"/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67"/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67"/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67"/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67"/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67"/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67"/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67"/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67"/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67"/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67"/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67"/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67"/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67"/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67"/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67"/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67"/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67"/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67"/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67"/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67"/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67"/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67"/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67"/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67"/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67"/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67"/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67"/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67"/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67"/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67"/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67"/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67"/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67"/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67"/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67"/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67"/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67"/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67"/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67"/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67"/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67"/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67"/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67"/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67"/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67"/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67"/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67"/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67"/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67"/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67"/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67"/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67"/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67"/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67"/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67"/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67"/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67"/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67"/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67"/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67"/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67"/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67"/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67"/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67"/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67"/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67"/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67"/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67"/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67"/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67"/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67"/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67"/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67"/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67"/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67"/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67"/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67"/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67"/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67"/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67"/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67"/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67"/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67"/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67"/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67"/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67"/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67"/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67"/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67"/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67"/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67"/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67"/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67"/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67"/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67"/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67"/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67"/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67"/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67"/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67"/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67"/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67"/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67"/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67"/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67"/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67"/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67"/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67"/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67"/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67"/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67"/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67"/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67"/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67"/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67"/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67"/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67"/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67"/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67"/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67"/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67"/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67"/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67"/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67"/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67"/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67"/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67"/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67"/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67"/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67"/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67"/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67"/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67"/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67"/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67"/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67"/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67"/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67"/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67"/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67"/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67"/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67"/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67"/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67"/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67"/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67"/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67"/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67"/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67"/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67"/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67"/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67"/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67"/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67"/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67"/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67"/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67"/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67"/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67"/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67"/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67"/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67"/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67"/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67"/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67"/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67"/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67"/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67"/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67"/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67"/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67"/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67"/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67"/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67"/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67"/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67"/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67"/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67"/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67"/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67"/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67"/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67"/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67"/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67"/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67"/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67"/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67"/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67"/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67"/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67"/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67"/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67"/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67"/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67"/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67"/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67"/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67"/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67"/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67"/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67"/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67"/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67"/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67"/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67"/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67"/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67"/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67"/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67"/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67"/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67"/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67"/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67"/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67"/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67"/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67"/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67"/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67"/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67"/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67"/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67"/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67"/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67"/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67"/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67"/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67"/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67"/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67"/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67"/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67"/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67"/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67"/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67"/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67"/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67"/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67"/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67"/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67"/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67"/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67"/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67"/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67"/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67"/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67"/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67"/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67"/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67"/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67"/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67"/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67"/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67"/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67"/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67"/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67"/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67"/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67"/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67"/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67"/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67"/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67"/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67"/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67"/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67"/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67"/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67"/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67"/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67"/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67"/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67"/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67"/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67"/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67"/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67"/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67"/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67"/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67"/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67"/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67"/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67"/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67"/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67"/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67"/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67"/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67"/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67"/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67"/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67"/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67"/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67"/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67"/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67"/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67"/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67"/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67"/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67"/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67"/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67"/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67"/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67"/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67"/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67"/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67"/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67"/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67"/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67"/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67"/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67"/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67"/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67"/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67"/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67"/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67"/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67"/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67"/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67"/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67"/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67"/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67"/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67"/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67"/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67"/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67"/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67"/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67"/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67"/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67"/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67"/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67"/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67"/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67"/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67"/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67"/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67"/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67"/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67"/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67"/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67"/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67"/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67"/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67"/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67"/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67"/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67"/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67"/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67"/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67"/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67"/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67"/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67"/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67"/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67"/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67"/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67"/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67"/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67"/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67"/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67"/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67"/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67"/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67"/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67"/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67"/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67"/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67"/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67"/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67"/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67"/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67"/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67"/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67"/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67"/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67"/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67"/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67"/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67"/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67"/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67"/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67"/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67"/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67"/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67"/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67"/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67"/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67"/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67"/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67"/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67"/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67"/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67"/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67"/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67"/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67"/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67"/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67"/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67"/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67"/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67"/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67"/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67"/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67"/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67"/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67"/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67"/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67"/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67"/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67"/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67"/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67"/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67"/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67"/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67"/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67"/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67"/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67"/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67"/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67"/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67"/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67"/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67"/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67"/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67"/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67"/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67"/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67"/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67"/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67"/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67"/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67"/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67"/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67"/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67"/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67"/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67"/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67"/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67"/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67"/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67"/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67"/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67"/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67"/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67"/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67"/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67"/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67"/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67"/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67"/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67"/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67"/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67"/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67"/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67"/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67"/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67"/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67"/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67"/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67"/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67"/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67"/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67"/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67"/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67"/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67"/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67"/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67"/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67"/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67"/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67"/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67"/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67"/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67"/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67"/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67"/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67"/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67"/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67"/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67"/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67"/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67"/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67"/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67"/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67"/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67"/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67"/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67"/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67"/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67"/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67"/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67"/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67"/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67"/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67"/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67"/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67"/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67"/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67"/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67"/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67"/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67"/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67"/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67"/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67"/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67"/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67"/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67"/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67"/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67"/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67"/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67"/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67"/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67"/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67"/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67"/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67"/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67"/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67"/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67"/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67"/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67"/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67"/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67"/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67"/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67"/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67"/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67"/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67"/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67"/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67"/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67"/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67"/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67"/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67"/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67"/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67"/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67"/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67"/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67"/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67"/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67"/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67"/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67"/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67"/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67"/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67"/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67"/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67"/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67"/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67"/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67"/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67"/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67"/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67"/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67"/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67"/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67"/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67"/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67"/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67"/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67"/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67"/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67"/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67"/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67"/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67"/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67"/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67"/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67"/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67"/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67"/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67"/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67"/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67"/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67"/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67"/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67"/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67"/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67"/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67"/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67"/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67"/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67"/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67"/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67"/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67"/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67"/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67"/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67"/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67"/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67"/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67"/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67"/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67"/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67"/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67"/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67"/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67"/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67"/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67"/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67"/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67"/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67"/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67"/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67"/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67"/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67"/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67"/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67"/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67"/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67"/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67"/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67"/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67"/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67"/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67"/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67"/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67"/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67"/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67"/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67"/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67"/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67"/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67"/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67"/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67"/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67"/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67"/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67"/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6" name="Google Shape;8666;p67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667" name="Google Shape;8667;p67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668" name="Google Shape;8668;p67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8669" name="Google Shape;8669;p67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670" name="Google Shape;8670;p67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1" name="Google Shape;8671;p67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672" name="Google Shape;8672;p67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673" name="Google Shape;8673;p67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4" name="Google Shape;8674;p67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675" name="Google Shape;8675;p67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676" name="Google Shape;8676;p67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677" name="Google Shape;8677;p67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8" name="Google Shape;8678;p67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679" name="Google Shape;8679;p67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680" name="Google Shape;8680;p67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1" name="Google Shape;8681;p67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682" name="Google Shape;8682;p67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683" name="Google Shape;8683;p67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4" name="Google Shape;8684;p67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685" name="Google Shape;8685;p67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686" name="Google Shape;8686;p67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7" name="Google Shape;8687;p67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688" name="Google Shape;8688;p67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689" name="Google Shape;8689;p67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0" name="Google Shape;8690;p67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691" name="Google Shape;8691;p67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692" name="Google Shape;8692;p67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693" name="Google Shape;8693;p67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4" name="Google Shape;8694;p67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5" name="Google Shape;8695;p67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6" name="Google Shape;8696;p67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7" name="Google Shape;8697;p67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8" name="Google Shape;8698;p67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699" name="Google Shape;8699;p67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700" name="Google Shape;8700;p67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1" name="Google Shape;8701;p67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02" name="Google Shape;8702;p67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703" name="Google Shape;8703;p67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4" name="Google Shape;8704;p67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05" name="Google Shape;8705;p67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706" name="Google Shape;8706;p67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7" name="Google Shape;8707;p67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08" name="Google Shape;8708;p67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709" name="Google Shape;8709;p67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0" name="Google Shape;8710;p67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11" name="Google Shape;8711;p67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712" name="Google Shape;8712;p67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3" name="Google Shape;8713;p67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14" name="Google Shape;8714;p67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715" name="Google Shape;8715;p67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6" name="Google Shape;8716;p67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17" name="Google Shape;8717;p67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718" name="Google Shape;8718;p67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9" name="Google Shape;8719;p67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720" name="Google Shape;8720;p67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721" name="Google Shape;8721;p67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722" name="Google Shape;8722;p67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3" name="Google Shape;8723;p67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4" name="Google Shape;8724;p67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25" name="Google Shape;8725;p67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726" name="Google Shape;8726;p67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7" name="Google Shape;8727;p67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28" name="Google Shape;8728;p67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729" name="Google Shape;8729;p67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0" name="Google Shape;8730;p67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31" name="Google Shape;8731;p67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732" name="Google Shape;8732;p67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3" name="Google Shape;8733;p67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34" name="Google Shape;8734;p67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735" name="Google Shape;8735;p67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6" name="Google Shape;8736;p67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737" name="Google Shape;8737;p67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738" name="Google Shape;8738;p67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739" name="Google Shape;8739;p67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0" name="Google Shape;8740;p67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1" name="Google Shape;8741;p67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2" name="Google Shape;8742;p67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43" name="Google Shape;8743;p67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744" name="Google Shape;8744;p67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5" name="Google Shape;8745;p67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46" name="Google Shape;8746;p67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747" name="Google Shape;8747;p67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8" name="Google Shape;8748;p67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49" name="Google Shape;8749;p67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750" name="Google Shape;8750;p67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1" name="Google Shape;8751;p67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52" name="Google Shape;8752;p67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753" name="Google Shape;8753;p67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4" name="Google Shape;8754;p67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55" name="Google Shape;8755;p67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756" name="Google Shape;8756;p67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7" name="Google Shape;8757;p67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58" name="Google Shape;8758;p67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759" name="Google Shape;8759;p67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60" name="Google Shape;8760;p67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761" name="Google Shape;8761;p67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762" name="Google Shape;8762;p67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8763" name="Google Shape;8763;p67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764" name="Google Shape;8764;p67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65" name="Google Shape;8765;p67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66" name="Google Shape;8766;p67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767" name="Google Shape;8767;p67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68" name="Google Shape;8768;p67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769" name="Google Shape;8769;p67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770" name="Google Shape;8770;p67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771" name="Google Shape;8771;p67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72" name="Google Shape;8772;p67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73" name="Google Shape;8773;p67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74" name="Google Shape;8774;p67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75" name="Google Shape;8775;p67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76" name="Google Shape;8776;p67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77" name="Google Shape;8777;p67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778" name="Google Shape;8778;p67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79" name="Google Shape;8779;p67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80" name="Google Shape;8780;p67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781" name="Google Shape;8781;p67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82" name="Google Shape;8782;p67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83" name="Google Shape;8783;p67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784" name="Google Shape;8784;p67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85" name="Google Shape;8785;p67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86" name="Google Shape;8786;p67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787" name="Google Shape;8787;p67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88" name="Google Shape;8788;p67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89" name="Google Shape;8789;p67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790" name="Google Shape;8790;p67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91" name="Google Shape;8791;p67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92" name="Google Shape;8792;p67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793" name="Google Shape;8793;p67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94" name="Google Shape;8794;p67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95" name="Google Shape;8795;p67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796" name="Google Shape;8796;p67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97" name="Google Shape;8797;p67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798" name="Google Shape;8798;p67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799" name="Google Shape;8799;p67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00" name="Google Shape;8800;p67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01" name="Google Shape;8801;p67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802" name="Google Shape;8802;p67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03" name="Google Shape;8803;p67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04" name="Google Shape;8804;p67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805" name="Google Shape;8805;p67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806" name="Google Shape;8806;p67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07" name="Google Shape;8807;p67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08" name="Google Shape;8808;p67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09" name="Google Shape;8809;p67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0" name="Google Shape;8810;p67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1" name="Google Shape;8811;p67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2" name="Google Shape;8812;p67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3" name="Google Shape;8813;p67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4" name="Google Shape;8814;p67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5" name="Google Shape;8815;p67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6" name="Google Shape;8816;p67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7" name="Google Shape;8817;p67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8" name="Google Shape;8818;p67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19" name="Google Shape;8819;p67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20" name="Google Shape;8820;p67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21" name="Google Shape;8821;p67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22" name="Google Shape;8822;p67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23" name="Google Shape;8823;p67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824" name="Google Shape;8824;p67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25" name="Google Shape;8825;p67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26" name="Google Shape;8826;p67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827" name="Google Shape;8827;p67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28" name="Google Shape;8828;p67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29" name="Google Shape;8829;p67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830" name="Google Shape;8830;p67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31" name="Google Shape;8831;p67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32" name="Google Shape;8832;p67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833" name="Google Shape;8833;p67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34" name="Google Shape;8834;p67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35" name="Google Shape;8835;p67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836" name="Google Shape;8836;p67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37" name="Google Shape;8837;p67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38" name="Google Shape;8838;p67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839" name="Google Shape;8839;p67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40" name="Google Shape;8840;p67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41" name="Google Shape;8841;p67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842" name="Google Shape;8842;p67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43" name="Google Shape;8843;p67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44" name="Google Shape;8844;p67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845" name="Google Shape;8845;p67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46" name="Google Shape;8846;p67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47" name="Google Shape;8847;p67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848" name="Google Shape;8848;p67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49" name="Google Shape;8849;p67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50" name="Google Shape;8850;p67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851" name="Google Shape;8851;p67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52" name="Google Shape;8852;p67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53" name="Google Shape;8853;p67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854" name="Google Shape;8854;p67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55" name="Google Shape;8855;p67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56" name="Google Shape;8856;p67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857" name="Google Shape;8857;p67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58" name="Google Shape;8858;p67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59" name="Google Shape;8859;p67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860" name="Google Shape;8860;p67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61" name="Google Shape;8861;p67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2" name="Google Shape;8862;p67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863" name="Google Shape;8863;p67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8864" name="Google Shape;8864;p67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865" name="Google Shape;8865;p67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66" name="Google Shape;8866;p67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8867" name="Google Shape;8867;p67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868" name="Google Shape;8868;p67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869" name="Google Shape;8869;p67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8870" name="Google Shape;8870;p67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871" name="Google Shape;8871;p67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2" name="Google Shape;8872;p67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3" name="Google Shape;8873;p67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4" name="Google Shape;8874;p67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5" name="Google Shape;8875;p67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6" name="Google Shape;8876;p67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7" name="Google Shape;8877;p67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78" name="Google Shape;8878;p67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grpSp>
                  <p:nvGrpSpPr>
                    <p:cNvPr id="8879" name="Google Shape;8879;p67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880" name="Google Shape;8880;p67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1" name="Google Shape;8881;p67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2" name="Google Shape;8882;p67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3" name="Google Shape;8883;p67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4" name="Google Shape;8884;p67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5" name="Google Shape;8885;p67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6" name="Google Shape;8886;p67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7" name="Google Shape;8887;p67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8" name="Google Shape;8888;p67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89" name="Google Shape;8889;p67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90" name="Google Shape;8890;p67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91" name="Google Shape;8891;p67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92" name="Google Shape;8892;p67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93" name="Google Shape;8893;p67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grpSp>
                    <p:nvGrpSpPr>
                      <p:cNvPr id="8894" name="Google Shape;8894;p67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895" name="Google Shape;8895;p67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6" name="Google Shape;8896;p67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7" name="Google Shape;8897;p67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8" name="Google Shape;8898;p67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9" name="Google Shape;8899;p67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0" name="Google Shape;8900;p67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1" name="Google Shape;8901;p67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2" name="Google Shape;8902;p67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3" name="Google Shape;8903;p67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4" name="Google Shape;8904;p67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5" name="Google Shape;8905;p67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6" name="Google Shape;8906;p67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7" name="Google Shape;8907;p67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8" name="Google Shape;8908;p67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9" name="Google Shape;8909;p67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0" name="Google Shape;8910;p67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1" name="Google Shape;8911;p67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2" name="Google Shape;8912;p67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3" name="Google Shape;8913;p67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4" name="Google Shape;8914;p67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5" name="Google Shape;8915;p67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6" name="Google Shape;8916;p67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7" name="Google Shape;8917;p67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18" name="Google Shape;8918;p67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grpSp>
                      <p:nvGrpSpPr>
                        <p:cNvPr id="8919" name="Google Shape;8919;p67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920" name="Google Shape;8920;p67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grpSp>
                        <p:nvGrpSpPr>
                          <p:cNvPr id="8921" name="Google Shape;8921;p67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922" name="Google Shape;8922;p67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23" name="Google Shape;8923;p67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24" name="Google Shape;8924;p67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25" name="Google Shape;8925;p67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26" name="Google Shape;8926;p67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27" name="Google Shape;8927;p67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28" name="Google Shape;8928;p67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grpSp>
                          <p:nvGrpSpPr>
                            <p:cNvPr id="8929" name="Google Shape;8929;p67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930" name="Google Shape;8930;p67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1" name="Google Shape;8931;p67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2" name="Google Shape;8932;p67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3" name="Google Shape;8933;p67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4" name="Google Shape;8934;p67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5" name="Google Shape;8935;p67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6" name="Google Shape;8936;p67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7" name="Google Shape;8937;p67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8" name="Google Shape;8938;p67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39" name="Google Shape;8939;p67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40" name="Google Shape;8940;p67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41" name="Google Shape;8941;p67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8942" name="Google Shape;8942;p67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943" name="Google Shape;8943;p67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944" name="Google Shape;8944;p67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945" name="Google Shape;8945;p67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946" name="Google Shape;8946;p67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947" name="Google Shape;8947;p67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948" name="Google Shape;8948;p67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949" name="Google Shape;8949;p67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950" name="Google Shape;8950;p67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951" name="Google Shape;8951;p67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952" name="Google Shape;8952;p67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953" name="Google Shape;8953;p67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954" name="Google Shape;8954;p67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955" name="Google Shape;8955;p67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956" name="Google Shape;8956;p67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957" name="Google Shape;8957;p67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958" name="Google Shape;8958;p6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959" name="Google Shape;8959;p6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960" name="Google Shape;8960;p6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961" name="Google Shape;8961;p6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962" name="Google Shape;8962;p67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63" name="Google Shape;8963;p67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8964" name="Google Shape;8964;p67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965" name="Google Shape;8965;p67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966" name="Google Shape;8966;p67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967" name="Google Shape;8967;p67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8" name="Google Shape;8968;p67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69" name="Google Shape;8969;p67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970" name="Google Shape;8970;p67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1" name="Google Shape;8971;p67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72" name="Google Shape;8972;p67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973" name="Google Shape;8973;p67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4" name="Google Shape;8974;p67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75" name="Google Shape;8975;p67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976" name="Google Shape;8976;p67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7" name="Google Shape;8977;p67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78" name="Google Shape;8978;p67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979" name="Google Shape;8979;p67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0" name="Google Shape;8980;p67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81" name="Google Shape;8981;p67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982" name="Google Shape;8982;p67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3" name="Google Shape;8983;p67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84" name="Google Shape;8984;p67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985" name="Google Shape;8985;p67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6" name="Google Shape;8986;p67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87" name="Google Shape;8987;p67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988" name="Google Shape;8988;p67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9" name="Google Shape;8989;p67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90" name="Google Shape;8990;p67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991" name="Google Shape;8991;p67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2" name="Google Shape;8992;p67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93" name="Google Shape;8993;p67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994" name="Google Shape;8994;p67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5" name="Google Shape;8995;p67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96" name="Google Shape;8996;p67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997" name="Google Shape;8997;p67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8" name="Google Shape;8998;p67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99" name="Google Shape;8999;p67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9000" name="Google Shape;9000;p67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1" name="Google Shape;9001;p67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02" name="Google Shape;9002;p67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9003" name="Google Shape;9003;p67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4" name="Google Shape;9004;p67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05" name="Google Shape;9005;p67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9006" name="Google Shape;9006;p67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7" name="Google Shape;9007;p67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08" name="Google Shape;9008;p67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9009" name="Google Shape;9009;p67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0" name="Google Shape;9010;p67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11" name="Google Shape;9011;p67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9012" name="Google Shape;9012;p67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3" name="Google Shape;9013;p67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14" name="Google Shape;9014;p67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9015" name="Google Shape;9015;p67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6" name="Google Shape;9016;p67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17" name="Google Shape;9017;p67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9018" name="Google Shape;9018;p67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9" name="Google Shape;9019;p67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20" name="Google Shape;9020;p67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9021" name="Google Shape;9021;p67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2" name="Google Shape;9022;p67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23" name="Google Shape;9023;p67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9024" name="Google Shape;9024;p67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5" name="Google Shape;9025;p67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26" name="Google Shape;9026;p67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9027" name="Google Shape;9027;p67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8" name="Google Shape;9028;p67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29" name="Google Shape;9029;p67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9030" name="Google Shape;9030;p67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1" name="Google Shape;9031;p67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32" name="Google Shape;9032;p67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9033" name="Google Shape;9033;p67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4" name="Google Shape;9034;p67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35" name="Google Shape;9035;p67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9036" name="Google Shape;9036;p67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7" name="Google Shape;9037;p67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38" name="Google Shape;9038;p67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9039" name="Google Shape;9039;p67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0" name="Google Shape;9040;p67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41" name="Google Shape;9041;p67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9042" name="Google Shape;9042;p67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3" name="Google Shape;9043;p67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44" name="Google Shape;9044;p67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9045" name="Google Shape;9045;p67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6" name="Google Shape;9046;p67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47" name="Google Shape;9047;p67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9048" name="Google Shape;9048;p67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9" name="Google Shape;9049;p67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50" name="Google Shape;9050;p67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9051" name="Google Shape;9051;p67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2" name="Google Shape;9052;p67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53" name="Google Shape;9053;p67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9054" name="Google Shape;9054;p67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5" name="Google Shape;9055;p67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56" name="Google Shape;9056;p67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9057" name="Google Shape;9057;p67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8" name="Google Shape;9058;p67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59" name="Google Shape;9059;p67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9060" name="Google Shape;9060;p67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1" name="Google Shape;9061;p67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62" name="Google Shape;9062;p67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9063" name="Google Shape;9063;p67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4" name="Google Shape;9064;p67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65" name="Google Shape;9065;p67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9066" name="Google Shape;9066;p67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7" name="Google Shape;9067;p67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68" name="Google Shape;9068;p67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9069" name="Google Shape;9069;p67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70" name="Google Shape;9070;p67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1" name="Google Shape;9071;p67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9072" name="Google Shape;9072;p67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73" name="Google Shape;9073;p67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4" name="Google Shape;9074;p67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9075" name="Google Shape;9075;p67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76" name="Google Shape;9076;p67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7" name="Google Shape;9077;p67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9078" name="Google Shape;9078;p67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79" name="Google Shape;9079;p67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0" name="Google Shape;9080;p67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9081" name="Google Shape;9081;p67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82" name="Google Shape;9082;p67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3" name="Google Shape;9083;p67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9084" name="Google Shape;9084;p67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85" name="Google Shape;9085;p67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6" name="Google Shape;9086;p67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9087" name="Google Shape;9087;p67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88" name="Google Shape;9088;p67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9" name="Google Shape;9089;p67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9090" name="Google Shape;9090;p67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91" name="Google Shape;9091;p67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2" name="Google Shape;9092;p67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9093" name="Google Shape;9093;p67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94" name="Google Shape;9094;p67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5" name="Google Shape;9095;p67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9096" name="Google Shape;9096;p67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97" name="Google Shape;9097;p67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8" name="Google Shape;9098;p67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9099" name="Google Shape;9099;p67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00" name="Google Shape;9100;p67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1" name="Google Shape;9101;p67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9102" name="Google Shape;9102;p67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03" name="Google Shape;9103;p67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4" name="Google Shape;9104;p67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9105" name="Google Shape;9105;p67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06" name="Google Shape;9106;p67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7" name="Google Shape;9107;p67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9108" name="Google Shape;9108;p67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09" name="Google Shape;9109;p67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0" name="Google Shape;9110;p67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9111" name="Google Shape;9111;p67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12" name="Google Shape;9112;p67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3" name="Google Shape;9113;p67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9114" name="Google Shape;9114;p67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15" name="Google Shape;9115;p67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6" name="Google Shape;9116;p67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9117" name="Google Shape;9117;p67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18" name="Google Shape;9118;p67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9" name="Google Shape;9119;p67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9120" name="Google Shape;9120;p67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21" name="Google Shape;9121;p67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2" name="Google Shape;9122;p67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9123" name="Google Shape;9123;p67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24" name="Google Shape;9124;p67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5" name="Google Shape;9125;p67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9126" name="Google Shape;9126;p67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27" name="Google Shape;9127;p67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8" name="Google Shape;9128;p67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9129" name="Google Shape;9129;p67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30" name="Google Shape;9130;p67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1" name="Google Shape;9131;p67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9132" name="Google Shape;9132;p67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33" name="Google Shape;9133;p67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4" name="Google Shape;9134;p67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9135" name="Google Shape;9135;p67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36" name="Google Shape;9136;p67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7" name="Google Shape;9137;p67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9138" name="Google Shape;9138;p67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39" name="Google Shape;9139;p67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0" name="Google Shape;9140;p67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9141" name="Google Shape;9141;p67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42" name="Google Shape;9142;p67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3" name="Google Shape;9143;p67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9144" name="Google Shape;9144;p67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45" name="Google Shape;9145;p67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6" name="Google Shape;9146;p67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9147" name="Google Shape;9147;p67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48" name="Google Shape;9148;p67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9" name="Google Shape;9149;p67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9150" name="Google Shape;9150;p67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51" name="Google Shape;9151;p67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52" name="Google Shape;9152;p67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67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54" name="Google Shape;9154;p67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9155" name="Google Shape;9155;p67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56" name="Google Shape;9156;p67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7" name="Google Shape;9157;p67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9158" name="Google Shape;9158;p67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59" name="Google Shape;9159;p67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60" name="Google Shape;9160;p67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1" name="Google Shape;9161;p67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62" name="Google Shape;9162;p67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9163" name="Google Shape;9163;p67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64" name="Google Shape;9164;p67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5" name="Google Shape;9165;p67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9166" name="Google Shape;9166;p67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67" name="Google Shape;9167;p67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8" name="Google Shape;9168;p67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9169" name="Google Shape;9169;p67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70" name="Google Shape;9170;p67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1" name="Google Shape;9171;p67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9172" name="Google Shape;9172;p67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73" name="Google Shape;9173;p67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4" name="Google Shape;9174;p67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9175" name="Google Shape;9175;p67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76" name="Google Shape;9176;p67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7" name="Google Shape;9177;p67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9178" name="Google Shape;9178;p67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79" name="Google Shape;9179;p67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0" name="Google Shape;9180;p67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9181" name="Google Shape;9181;p67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2" name="Google Shape;9182;p67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3" name="Google Shape;9183;p67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9184" name="Google Shape;9184;p67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5" name="Google Shape;9185;p67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6" name="Google Shape;9186;p67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9187" name="Google Shape;9187;p67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8" name="Google Shape;9188;p67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9" name="Google Shape;9189;p67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9190" name="Google Shape;9190;p67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1" name="Google Shape;9191;p67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92" name="Google Shape;9192;p67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9193" name="Google Shape;9193;p67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4" name="Google Shape;9194;p67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95" name="Google Shape;9195;p67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9196" name="Google Shape;9196;p67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7" name="Google Shape;9197;p67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98" name="Google Shape;9198;p67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9" name="Google Shape;9199;p67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200" name="Google Shape;9200;p67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9201" name="Google Shape;9201;p67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2" name="Google Shape;9202;p67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03" name="Google Shape;9203;p67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9204" name="Google Shape;9204;p67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5" name="Google Shape;9205;p67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06" name="Google Shape;9206;p67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9207" name="Google Shape;9207;p67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8" name="Google Shape;9208;p67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09" name="Google Shape;9209;p67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9210" name="Google Shape;9210;p67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1" name="Google Shape;9211;p67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12" name="Google Shape;9212;p67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9213" name="Google Shape;9213;p67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4" name="Google Shape;9214;p67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15" name="Google Shape;9215;p67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9216" name="Google Shape;9216;p67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7" name="Google Shape;9217;p67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18" name="Google Shape;9218;p67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9219" name="Google Shape;9219;p67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0" name="Google Shape;9220;p67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21" name="Google Shape;9221;p67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9222" name="Google Shape;9222;p67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3" name="Google Shape;9223;p67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24" name="Google Shape;9224;p67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9225" name="Google Shape;9225;p67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6" name="Google Shape;9226;p67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27" name="Google Shape;9227;p67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9228" name="Google Shape;9228;p67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9" name="Google Shape;9229;p67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30" name="Google Shape;9230;p67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9231" name="Google Shape;9231;p67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2" name="Google Shape;9232;p67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33" name="Google Shape;9233;p67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9234" name="Google Shape;9234;p67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5" name="Google Shape;9235;p67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36" name="Google Shape;9236;p67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9237" name="Google Shape;9237;p67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8" name="Google Shape;9238;p67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39" name="Google Shape;9239;p67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9240" name="Google Shape;9240;p67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1" name="Google Shape;9241;p67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42" name="Google Shape;9242;p67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9243" name="Google Shape;9243;p67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4" name="Google Shape;9244;p67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45" name="Google Shape;9245;p67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9246" name="Google Shape;9246;p67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7" name="Google Shape;9247;p67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48" name="Google Shape;9248;p67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9249" name="Google Shape;9249;p67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0" name="Google Shape;9250;p67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51" name="Google Shape;9251;p67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9252" name="Google Shape;9252;p67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3" name="Google Shape;9253;p67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54" name="Google Shape;9254;p67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9255" name="Google Shape;9255;p67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6" name="Google Shape;9256;p67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57" name="Google Shape;9257;p67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9258" name="Google Shape;9258;p67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9" name="Google Shape;9259;p67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60" name="Google Shape;9260;p67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9261" name="Google Shape;9261;p67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2" name="Google Shape;9262;p67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63" name="Google Shape;9263;p67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9264" name="Google Shape;9264;p67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5" name="Google Shape;9265;p67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66" name="Google Shape;9266;p67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9267" name="Google Shape;9267;p67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8" name="Google Shape;9268;p67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69" name="Google Shape;9269;p67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9270" name="Google Shape;9270;p67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1" name="Google Shape;9271;p67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272" name="Google Shape;9272;p67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3" name="Google Shape;9273;p67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274" name="Google Shape;9274;p67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9275" name="Google Shape;9275;p67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6" name="Google Shape;9276;p67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77" name="Google Shape;9277;p67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9278" name="Google Shape;9278;p67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9" name="Google Shape;9279;p67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80" name="Google Shape;9280;p67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9281" name="Google Shape;9281;p67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2" name="Google Shape;9282;p67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283" name="Google Shape;9283;p67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9284" name="Google Shape;9284;p67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9285" name="Google Shape;9285;p67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6" name="Google Shape;9286;p67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7" name="Google Shape;9287;p67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8" name="Google Shape;9288;p67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9" name="Google Shape;9289;p67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0" name="Google Shape;9290;p67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1" name="Google Shape;9291;p67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2" name="Google Shape;9292;p67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3" name="Google Shape;9293;p67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4" name="Google Shape;9294;p67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5" name="Google Shape;9295;p67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6" name="Google Shape;9296;p67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7" name="Google Shape;9297;p67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8" name="Google Shape;9298;p67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9" name="Google Shape;9299;p67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0" name="Google Shape;9300;p67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1" name="Google Shape;9301;p67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2" name="Google Shape;9302;p67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3" name="Google Shape;9303;p67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4" name="Google Shape;9304;p67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5" name="Google Shape;9305;p67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6" name="Google Shape;9306;p67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7" name="Google Shape;9307;p67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8" name="Google Shape;9308;p67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9" name="Google Shape;9309;p67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0" name="Google Shape;9310;p67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1" name="Google Shape;9311;p67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2" name="Google Shape;9312;p67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3" name="Google Shape;9313;p67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4" name="Google Shape;9314;p67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5" name="Google Shape;9315;p67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6" name="Google Shape;9316;p67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7" name="Google Shape;9317;p67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8" name="Google Shape;9318;p67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9" name="Google Shape;9319;p67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0" name="Google Shape;9320;p67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1" name="Google Shape;9321;p67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2" name="Google Shape;9322;p67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3" name="Google Shape;9323;p67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4" name="Google Shape;9324;p67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5" name="Google Shape;9325;p67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6" name="Google Shape;9326;p67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7" name="Google Shape;9327;p67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8" name="Google Shape;9328;p67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9" name="Google Shape;9329;p67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0" name="Google Shape;9330;p67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1" name="Google Shape;9331;p67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2" name="Google Shape;9332;p67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3" name="Google Shape;9333;p67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4" name="Google Shape;9334;p67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5" name="Google Shape;9335;p67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6" name="Google Shape;9336;p67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7" name="Google Shape;9337;p67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8" name="Google Shape;9338;p67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9" name="Google Shape;9339;p67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0" name="Google Shape;9340;p67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41" name="Google Shape;9341;p67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9342" name="Google Shape;9342;p67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3" name="Google Shape;9343;p67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44" name="Google Shape;9344;p67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9345" name="Google Shape;9345;p67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6" name="Google Shape;9346;p67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47" name="Google Shape;9347;p67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9348" name="Google Shape;9348;p67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9" name="Google Shape;9349;p67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50" name="Google Shape;9350;p67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9351" name="Google Shape;9351;p67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2" name="Google Shape;9352;p67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53" name="Google Shape;9353;p67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9354" name="Google Shape;9354;p67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5" name="Google Shape;9355;p67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56" name="Google Shape;9356;p67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9357" name="Google Shape;9357;p67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8" name="Google Shape;9358;p67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59" name="Google Shape;9359;p67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9360" name="Google Shape;9360;p67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1" name="Google Shape;9361;p67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62" name="Google Shape;9362;p67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9363" name="Google Shape;9363;p67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4" name="Google Shape;9364;p67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65" name="Google Shape;9365;p67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9366" name="Google Shape;9366;p67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7" name="Google Shape;9367;p67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68" name="Google Shape;9368;p67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9369" name="Google Shape;9369;p67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0" name="Google Shape;9370;p67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71" name="Google Shape;9371;p67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9372" name="Google Shape;9372;p67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3" name="Google Shape;9373;p67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374" name="Google Shape;9374;p67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67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376" name="Google Shape;9376;p67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9377" name="Google Shape;9377;p67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8" name="Google Shape;9378;p67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79" name="Google Shape;9379;p67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9380" name="Google Shape;9380;p67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1" name="Google Shape;9381;p67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82" name="Google Shape;9382;p67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9383" name="Google Shape;9383;p67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4" name="Google Shape;9384;p67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85" name="Google Shape;9385;p67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9386" name="Google Shape;9386;p67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7" name="Google Shape;9387;p67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88" name="Google Shape;9388;p67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9389" name="Google Shape;9389;p67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90" name="Google Shape;9390;p67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91" name="Google Shape;9391;p67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9392" name="Google Shape;9392;p67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93" name="Google Shape;9393;p67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94" name="Google Shape;9394;p67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9395" name="Google Shape;9395;p67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96" name="Google Shape;9396;p67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397" name="Google Shape;9397;p67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9398" name="Google Shape;9398;p67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99" name="Google Shape;9399;p67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00" name="Google Shape;9400;p67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9401" name="Google Shape;9401;p67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02" name="Google Shape;9402;p67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03" name="Google Shape;9403;p67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9404" name="Google Shape;9404;p67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05" name="Google Shape;9405;p67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06" name="Google Shape;9406;p67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9407" name="Google Shape;9407;p67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08" name="Google Shape;9408;p67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09" name="Google Shape;9409;p67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9410" name="Google Shape;9410;p67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11" name="Google Shape;9411;p67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12" name="Google Shape;9412;p67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9413" name="Google Shape;9413;p67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14" name="Google Shape;9414;p67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15" name="Google Shape;9415;p67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9416" name="Google Shape;9416;p67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17" name="Google Shape;9417;p67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18" name="Google Shape;9418;p67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9419" name="Google Shape;9419;p67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20" name="Google Shape;9420;p67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21" name="Google Shape;9421;p67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9422" name="Google Shape;9422;p67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23" name="Google Shape;9423;p67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24" name="Google Shape;9424;p67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9425" name="Google Shape;9425;p67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26" name="Google Shape;9426;p67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27" name="Google Shape;9427;p67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9428" name="Google Shape;9428;p67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29" name="Google Shape;9429;p67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30" name="Google Shape;9430;p67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9431" name="Google Shape;9431;p67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2" name="Google Shape;9432;p67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33" name="Google Shape;9433;p67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9434" name="Google Shape;9434;p67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5" name="Google Shape;9435;p67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36" name="Google Shape;9436;p67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9437" name="Google Shape;9437;p67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8" name="Google Shape;9438;p67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39" name="Google Shape;9439;p67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9440" name="Google Shape;9440;p67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1" name="Google Shape;9441;p67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42" name="Google Shape;9442;p67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9443" name="Google Shape;9443;p67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4" name="Google Shape;9444;p67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45" name="Google Shape;9445;p67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9446" name="Google Shape;9446;p67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7" name="Google Shape;9447;p67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48" name="Google Shape;9448;p67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9449" name="Google Shape;9449;p67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50" name="Google Shape;9450;p67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51" name="Google Shape;9451;p67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9452" name="Google Shape;9452;p67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53" name="Google Shape;9453;p67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54" name="Google Shape;9454;p67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9455" name="Google Shape;9455;p67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56" name="Google Shape;9456;p67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57" name="Google Shape;9457;p67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9458" name="Google Shape;9458;p67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59" name="Google Shape;9459;p67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60" name="Google Shape;9460;p67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9461" name="Google Shape;9461;p67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62" name="Google Shape;9462;p67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63" name="Google Shape;9463;p67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9464" name="Google Shape;9464;p67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65" name="Google Shape;9465;p67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66" name="Google Shape;9466;p67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9467" name="Google Shape;9467;p67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68" name="Google Shape;9468;p67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69" name="Google Shape;9469;p67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9470" name="Google Shape;9470;p67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1" name="Google Shape;9471;p67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72" name="Google Shape;9472;p67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9473" name="Google Shape;9473;p67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4" name="Google Shape;9474;p67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75" name="Google Shape;9475;p67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9476" name="Google Shape;9476;p67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7" name="Google Shape;9477;p67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2" name="Google Shape;9482;p68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9483" name="Google Shape;9483;p68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9484" name="Google Shape;9484;p68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5" name="Google Shape;9485;p68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6" name="Google Shape;9486;p68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7" name="Google Shape;9487;p68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8" name="Google Shape;9488;p68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9" name="Google Shape;9489;p68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0" name="Google Shape;9490;p68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91" name="Google Shape;9491;p68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9492" name="Google Shape;9492;p68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3" name="Google Shape;9493;p68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4" name="Google Shape;9494;p68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5" name="Google Shape;9495;p68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6" name="Google Shape;9496;p68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497" name="Google Shape;9497;p68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9498" name="Google Shape;9498;p68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9499" name="Google Shape;9499;p68"/>
              <p:cNvCxnSpPr>
                <a:endCxn id="9500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501" name="Google Shape;9501;p68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502" name="Google Shape;9502;p68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503" name="Google Shape;9503;p68"/>
              <p:cNvCxnSpPr>
                <a:stCxn id="9500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9504" name="Google Shape;9504;p68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9505" name="Google Shape;9505;p68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06" name="Google Shape;9506;p68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507" name="Google Shape;9507;p68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68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509" name="Google Shape;9509;p68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9510" name="Google Shape;9510;p68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11" name="Google Shape;9511;p68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12" name="Google Shape;9512;p68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9513" name="Google Shape;9513;p68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14" name="Google Shape;9514;p68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515" name="Google Shape;9515;p68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68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516" name="Google Shape;9516;p68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9517" name="Google Shape;9517;p68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18" name="Google Shape;9518;p68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519" name="Google Shape;9519;p68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9520" name="Google Shape;9520;p68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9521" name="Google Shape;9521;p68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522" name="Google Shape;9522;p68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523" name="Google Shape;9523;p68"/>
              <p:cNvCxnSpPr>
                <a:stCxn id="9524" idx="6"/>
                <a:endCxn id="9525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9526" name="Google Shape;9526;p68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9527" name="Google Shape;9527;p68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25" name="Google Shape;9525;p68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8" name="Google Shape;9528;p68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29" name="Google Shape;9529;p68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9530" name="Google Shape;9530;p68"/>
              <p:cNvCxnSpPr>
                <a:stCxn id="9531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32" name="Google Shape;9532;p68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1" name="Google Shape;9531;p68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33" name="Google Shape;9533;p68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9534" name="Google Shape;9534;p68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35" name="Google Shape;9535;p68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6" name="Google Shape;9536;p68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37" name="Google Shape;9537;p68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9538" name="Google Shape;9538;p68"/>
              <p:cNvCxnSpPr>
                <a:stCxn id="9539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524" name="Google Shape;9524;p68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9" name="Google Shape;9539;p68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540" name="Google Shape;9540;p68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9541" name="Google Shape;9541;p68"/>
            <p:cNvCxnSpPr>
              <a:stCxn id="9542" idx="4"/>
              <a:endCxn id="9543" idx="0"/>
            </p:cNvCxnSpPr>
            <p:nvPr/>
          </p:nvCxnSpPr>
          <p:spPr>
            <a:xfrm>
              <a:off x="929975" y="3577875"/>
              <a:ext cx="5916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44" name="Google Shape;9544;p68"/>
            <p:cNvCxnSpPr>
              <a:stCxn id="9543" idx="0"/>
              <a:endCxn id="9545" idx="4"/>
            </p:cNvCxnSpPr>
            <p:nvPr/>
          </p:nvCxnSpPr>
          <p:spPr>
            <a:xfrm rot="10800000" flipH="1">
              <a:off x="1521366" y="3578219"/>
              <a:ext cx="6867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46" name="Google Shape;9546;p68"/>
            <p:cNvCxnSpPr>
              <a:stCxn id="9545" idx="4"/>
              <a:endCxn id="9547" idx="0"/>
            </p:cNvCxnSpPr>
            <p:nvPr/>
          </p:nvCxnSpPr>
          <p:spPr>
            <a:xfrm>
              <a:off x="2208152" y="3577875"/>
              <a:ext cx="6867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48" name="Google Shape;9548;p68"/>
            <p:cNvCxnSpPr>
              <a:stCxn id="9547" idx="0"/>
              <a:endCxn id="9549" idx="4"/>
            </p:cNvCxnSpPr>
            <p:nvPr/>
          </p:nvCxnSpPr>
          <p:spPr>
            <a:xfrm rot="10800000" flipH="1">
              <a:off x="2894933" y="3578218"/>
              <a:ext cx="5916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549" name="Google Shape;9549;p68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5" name="Google Shape;9545;p68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2" name="Google Shape;9542;p68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7" name="Google Shape;9547;p68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3" name="Google Shape;9543;p68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550" name="Google Shape;9550;p68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551" name="Google Shape;9551;p68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68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68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68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68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56" name="Google Shape;9556;p68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557" name="Google Shape;9557;p68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68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68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68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68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68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63" name="Google Shape;9563;p68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564" name="Google Shape;9564;p68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9565" name="Google Shape;9565;p68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9566" name="Google Shape;9566;p68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9567" name="Google Shape;9567;p68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9568" name="Google Shape;9568;p68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569" name="Google Shape;9569;p68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0" name="Google Shape;9570;p68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1" name="Google Shape;9571;p68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572" name="Google Shape;9572;p68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573" name="Google Shape;9573;p68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68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68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576" name="Google Shape;9576;p68"/>
            <p:cNvCxnSpPr>
              <a:stCxn id="9573" idx="6"/>
              <a:endCxn id="9574" idx="2"/>
            </p:cNvCxnSpPr>
            <p:nvPr/>
          </p:nvCxnSpPr>
          <p:spPr>
            <a:xfrm>
              <a:off x="2414212" y="2496713"/>
              <a:ext cx="767700" cy="9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77" name="Google Shape;9577;p68"/>
            <p:cNvCxnSpPr>
              <a:stCxn id="9574" idx="4"/>
              <a:endCxn id="9578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79" name="Google Shape;9579;p68"/>
            <p:cNvCxnSpPr>
              <a:stCxn id="9578" idx="6"/>
              <a:endCxn id="9575" idx="2"/>
            </p:cNvCxnSpPr>
            <p:nvPr/>
          </p:nvCxnSpPr>
          <p:spPr>
            <a:xfrm>
              <a:off x="2414212" y="3328316"/>
              <a:ext cx="767700" cy="9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80" name="Google Shape;9580;p68"/>
            <p:cNvCxnSpPr>
              <a:stCxn id="9575" idx="4"/>
              <a:endCxn id="9581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578" name="Google Shape;9578;p68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68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68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583" name="Google Shape;9583;p68"/>
            <p:cNvCxnSpPr>
              <a:endCxn id="9582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584" name="Google Shape;9584;p68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585" name="Google Shape;9585;p68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68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68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68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68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90" name="Google Shape;9590;p68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591" name="Google Shape;9591;p68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68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68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68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68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596" name="Google Shape;9596;p68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97" name="Google Shape;9597;p68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98" name="Google Shape;9598;p68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99" name="Google Shape;9599;p68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600" name="Google Shape;9600;p68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601" name="Google Shape;9601;p68"/>
            <p:cNvCxnSpPr>
              <a:stCxn id="9602" idx="2"/>
              <a:endCxn id="9603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604" name="Google Shape;9604;p68"/>
            <p:cNvCxnSpPr>
              <a:stCxn id="9605" idx="0"/>
              <a:endCxn id="9602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606" name="Google Shape;9606;p68"/>
            <p:cNvCxnSpPr>
              <a:stCxn id="9605" idx="2"/>
              <a:endCxn id="9607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608" name="Google Shape;9608;p68"/>
            <p:cNvCxnSpPr>
              <a:stCxn id="9609" idx="0"/>
              <a:endCxn id="9605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610" name="Google Shape;9610;p68"/>
            <p:cNvCxnSpPr>
              <a:stCxn id="9603" idx="2"/>
              <a:endCxn id="9611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612" name="Google Shape;9612;p68"/>
            <p:cNvCxnSpPr>
              <a:stCxn id="9613" idx="0"/>
              <a:endCxn id="9603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9609" name="Google Shape;9609;p68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607" name="Google Shape;9607;p68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613" name="Google Shape;9613;p68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611" name="Google Shape;9611;p68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603" name="Google Shape;9603;p68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605" name="Google Shape;9605;p68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602" name="Google Shape;9602;p68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614" name="Google Shape;9614;p68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615" name="Google Shape;9615;p68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616" name="Google Shape;9616;p68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617" name="Google Shape;9617;p68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618" name="Google Shape;9618;p68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619" name="Google Shape;9619;p68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cxnSp>
          <p:nvCxnSpPr>
            <p:cNvPr id="9620" name="Google Shape;9620;p68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9621" name="Google Shape;9621;p68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22" name="Google Shape;9622;p68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623" name="Google Shape;9623;p68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624" name="Google Shape;9624;p68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625" name="Google Shape;9625;p68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626" name="Google Shape;9626;p68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27" name="Google Shape;9627;p68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628" name="Google Shape;9628;p68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629" name="Google Shape;9629;p68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630" name="Google Shape;9630;p68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631" name="Google Shape;9631;p68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32" name="Google Shape;9632;p68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633" name="Google Shape;9633;p68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634" name="Google Shape;9634;p68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635" name="Google Shape;9635;p68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636" name="Google Shape;9636;p68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637" name="Google Shape;9637;p68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638" name="Google Shape;9638;p68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639" name="Google Shape;9639;p68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0" name="Google Shape;9640;p68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1" name="Google Shape;9641;p68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42" name="Google Shape;9642;p68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643" name="Google Shape;9643;p68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4" name="Google Shape;9644;p68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5" name="Google Shape;9645;p68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46" name="Google Shape;9646;p68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647" name="Google Shape;9647;p68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8" name="Google Shape;9648;p68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9" name="Google Shape;9649;p68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50" name="Google Shape;9650;p68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651" name="Google Shape;9651;p68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2" name="Google Shape;9652;p68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3" name="Google Shape;9653;p68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654" name="Google Shape;9654;p68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655" name="Google Shape;9655;p68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68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68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68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68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68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68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68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68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68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65" name="Google Shape;9665;p68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666" name="Google Shape;9666;p68"/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68"/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68"/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68"/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68"/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68"/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68"/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68"/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68"/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68"/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68"/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68"/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68"/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68"/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68"/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68"/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68"/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68"/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68"/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68"/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68"/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68"/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68"/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68"/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68"/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91" name="Google Shape;9691;p68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692" name="Google Shape;9692;p68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4E9E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3" name="Google Shape;9693;p68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4" name="Google Shape;9694;p68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5" name="Google Shape;9695;p68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6" name="Google Shape;9696;p68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7" name="Google Shape;9697;p68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8" name="Google Shape;9698;p68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9" name="Google Shape;9699;p68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0" name="Google Shape;9700;p68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1" name="Google Shape;9701;p68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2" name="Google Shape;9702;p68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3" name="Google Shape;9703;p68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4" name="Google Shape;9704;p68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5" name="Google Shape;9705;p68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6" name="Google Shape;9706;p68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7" name="Google Shape;9707;p68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8" name="Google Shape;9708;p68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9" name="Google Shape;9709;p68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0" name="Google Shape;9710;p68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1" name="Google Shape;9711;p68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712" name="Google Shape;9712;p68"/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68"/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68"/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68"/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68"/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68"/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68"/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68"/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68"/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68"/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68"/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68"/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68"/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68"/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26" name="Google Shape;9726;p68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727" name="Google Shape;9727;p68"/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68"/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68"/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68"/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68"/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68"/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68"/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68"/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68"/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68"/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68"/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68"/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68"/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68"/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68"/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68"/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68"/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68"/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68"/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68"/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68"/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68"/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68"/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68"/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68"/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68"/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68"/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68"/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68"/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68"/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68"/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68"/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59" name="Google Shape;9759;p68"/>
          <p:cNvGrpSpPr/>
          <p:nvPr/>
        </p:nvGrpSpPr>
        <p:grpSpPr>
          <a:xfrm rot="10800000" flipH="1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760" name="Google Shape;9760;p68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9761" name="Google Shape;9761;p68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68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68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68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68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66" name="Google Shape;9766;p68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767" name="Google Shape;9767;p68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9768" name="Google Shape;9768;p68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9769" name="Google Shape;9769;p68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770" name="Google Shape;9770;p68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1" name="Google Shape;9771;p68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2" name="Google Shape;9772;p68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3" name="Google Shape;9773;p68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4" name="Google Shape;9774;p68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5" name="Google Shape;9775;p68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6" name="Google Shape;9776;p68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7" name="Google Shape;9777;p68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9778" name="Google Shape;9778;p68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9779" name="Google Shape;9779;p68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780" name="Google Shape;9780;p68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781" name="Google Shape;9781;p68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782" name="Google Shape;9782;p68"/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9783" name="Google Shape;9783;p68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784" name="Google Shape;9784;p68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785" name="Google Shape;9785;p68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9786" name="Google Shape;9786;p68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787" name="Google Shape;9787;p68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788" name="Google Shape;9788;p68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789" name="Google Shape;9789;p68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790" name="Google Shape;9790;p68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791" name="Google Shape;9791;p68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792" name="Google Shape;9792;p68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793" name="Google Shape;9793;p68"/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794" name="Google Shape;9794;p68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795" name="Google Shape;9795;p68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796" name="Google Shape;9796;p68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9797" name="Google Shape;9797;p68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798" name="Google Shape;9798;p68"/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799" name="Google Shape;9799;p68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00" name="Google Shape;9800;p68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801" name="Google Shape;9801;p68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802" name="Google Shape;9802;p68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9803" name="Google Shape;9803;p68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804" name="Google Shape;9804;p68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805" name="Google Shape;9805;p68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6" name="Google Shape;9806;p68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7" name="Google Shape;9807;p68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8" name="Google Shape;9808;p68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9" name="Google Shape;9809;p68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0" name="Google Shape;9810;p68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11" name="Google Shape;9811;p68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812" name="Google Shape;9812;p68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813" name="Google Shape;9813;p68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814" name="Google Shape;9814;p68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815" name="Google Shape;9815;p68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16" name="Google Shape;9816;p68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17" name="Google Shape;9817;p68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18" name="Google Shape;9818;p68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19" name="Google Shape;9819;p68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20" name="Google Shape;9820;p68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21" name="Google Shape;9821;p68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9822" name="Google Shape;9822;p68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23" name="Google Shape;9823;p68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824" name="Google Shape;9824;p68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825" name="Google Shape;9825;p68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826" name="Google Shape;9826;p68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827" name="Google Shape;9827;p68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828" name="Google Shape;9828;p68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29" name="Google Shape;9829;p68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30" name="Google Shape;9830;p68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31" name="Google Shape;9831;p68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32" name="Google Shape;9832;p68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33" name="Google Shape;9833;p68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34" name="Google Shape;9834;p68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9835" name="Google Shape;9835;p68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36" name="Google Shape;9836;p68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9837" name="Google Shape;9837;p68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838" name="Google Shape;9838;p68"/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68"/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68"/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68"/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68"/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843" name="Google Shape;9843;p68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844" name="Google Shape;9844;p68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845" name="Google Shape;9845;p68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6" name="Google Shape;9846;p68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7" name="Google Shape;9847;p68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8" name="Google Shape;9848;p68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9" name="Google Shape;9849;p68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850" name="Google Shape;9850;p68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851" name="Google Shape;9851;p68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852" name="Google Shape;9852;p68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68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68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55" name="Google Shape;9855;p68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856" name="Google Shape;9856;p68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857" name="Google Shape;9857;p68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858" name="Google Shape;9858;p68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59" name="Google Shape;9859;p68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60" name="Google Shape;9860;p68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61" name="Google Shape;9861;p68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862" name="Google Shape;9862;p68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63" name="Google Shape;9863;p68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864" name="Google Shape;9864;p68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865" name="Google Shape;9865;p68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866" name="Google Shape;9866;p68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67" name="Google Shape;9867;p68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68" name="Google Shape;9868;p68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69" name="Google Shape;9869;p68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870" name="Google Shape;9870;p68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71" name="Google Shape;9871;p68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872" name="Google Shape;9872;p68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873" name="Google Shape;9873;p68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874" name="Google Shape;9874;p68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75" name="Google Shape;9875;p68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76" name="Google Shape;9876;p68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77" name="Google Shape;9877;p68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878" name="Google Shape;9878;p68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79" name="Google Shape;9879;p68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9880" name="Google Shape;9880;p68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881" name="Google Shape;9881;p68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882" name="Google Shape;9882;p68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883" name="Google Shape;9883;p68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84" name="Google Shape;9884;p68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85" name="Google Shape;9885;p68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86" name="Google Shape;9886;p68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887" name="Google Shape;9887;p68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88" name="Google Shape;9888;p68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889" name="Google Shape;9889;p68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890" name="Google Shape;9890;p68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891" name="Google Shape;9891;p68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92" name="Google Shape;9892;p68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93" name="Google Shape;9893;p68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94" name="Google Shape;9894;p68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895" name="Google Shape;9895;p68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96" name="Google Shape;9896;p68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897" name="Google Shape;9897;p68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898" name="Google Shape;9898;p68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899" name="Google Shape;9899;p68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900" name="Google Shape;9900;p68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901" name="Google Shape;9901;p68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902" name="Google Shape;9902;p68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903" name="Google Shape;9903;p68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904" name="Google Shape;9904;p68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09" name="Google Shape;9909;p69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910" name="Google Shape;9910;p69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911" name="Google Shape;9911;p69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912" name="Google Shape;9912;p69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</p:grpSp>
        <p:grpSp>
          <p:nvGrpSpPr>
            <p:cNvPr id="9913" name="Google Shape;9913;p69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914" name="Google Shape;9914;p69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915" name="Google Shape;9915;p69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916" name="Google Shape;9916;p69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917" name="Google Shape;9917;p69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918" name="Google Shape;9918;p69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</p:grpSp>
        <p:grpSp>
          <p:nvGrpSpPr>
            <p:cNvPr id="9919" name="Google Shape;9919;p69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920" name="Google Shape;9920;p69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1" name="Google Shape;9921;p69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2" name="Google Shape;9922;p69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3" name="Google Shape;9923;p69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4" name="Google Shape;9924;p69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5" name="Google Shape;9925;p69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6" name="Google Shape;9926;p69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7" name="Google Shape;9927;p69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8" name="Google Shape;9928;p69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9" name="Google Shape;9929;p69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0" name="Google Shape;9930;p69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1" name="Google Shape;9931;p69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69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69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69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69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69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69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69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9" name="Google Shape;9939;p69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aphicFrame>
        <p:nvGraphicFramePr>
          <p:cNvPr id="9940" name="Google Shape;9940;p69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{F88B2CA7-63DD-46B5-AC67-7A7CC8F88C96}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9941" name="Google Shape;9941;p69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942" name="Google Shape;9942;p69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943" name="Google Shape;9943;p69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69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69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69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69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69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69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69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69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2" name="Google Shape;9952;p69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3" name="Google Shape;9953;p69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69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69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69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69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69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69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69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69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69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3" name="Google Shape;9963;p69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4" name="Google Shape;9964;p69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5" name="Google Shape;9965;p69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6" name="Google Shape;9966;p69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67" name="Google Shape;9967;p69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968" name="Google Shape;9968;p69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69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69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69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972" name="Google Shape;9972;p69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69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69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69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9976" name="Google Shape;9976;p69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{F88B2CA7-63DD-46B5-AC67-7A7CC8F88C96}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9977" name="Google Shape;9977;p69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{F88B2CA7-63DD-46B5-AC67-7A7CC8F88C96}</a:tableStyleId>
              </a:tblPr>
              <a:tblGrid>
                <a:gridCol w="59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9978" name="Google Shape;9978;p69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979" name="Google Shape;9979;p69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980" name="Google Shape;9980;p69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69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69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69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69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85" name="Google Shape;9985;p69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986" name="Google Shape;9986;p69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69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69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69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69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91" name="Google Shape;9991;p69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992" name="Google Shape;9992;p69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69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69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69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6" name="Google Shape;9996;p69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97" name="Google Shape;9997;p69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998" name="Google Shape;9998;p69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69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69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69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69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03" name="Google Shape;10003;p69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10004" name="Google Shape;10004;p69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69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69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7" name="Google Shape;10007;p69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8" name="Google Shape;10008;p69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09" name="Google Shape;10009;p69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10010" name="Google Shape;10010;p69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69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69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69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4" name="Google Shape;10014;p69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aphicFrame>
        <p:nvGraphicFramePr>
          <p:cNvPr id="10015" name="Google Shape;10015;p69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{F88B2CA7-63DD-46B5-AC67-7A7CC8F88C96}</a:tableStyleId>
              </a:tblPr>
              <a:tblGrid>
                <a:gridCol w="5924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0016" name="Google Shape;10016;p69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10017" name="Google Shape;10017;p69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69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19" name="Google Shape;10019;p69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10020" name="Google Shape;10020;p69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69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2" name="Google Shape;10022;p69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10023" name="Google Shape;10023;p69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24" name="Google Shape;10024;p69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25" name="Google Shape;10025;p69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026" name="Google Shape;10026;p69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27" name="Google Shape;10027;p69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28" name="Google Shape;10028;p69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29" name="Google Shape;10029;p69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30" name="Google Shape;10030;p69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69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69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69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69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69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69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37" name="Google Shape;10037;p69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38" name="Google Shape;10038;p69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039" name="Google Shape;10039;p69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40" name="Google Shape;10040;p69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10041" name="Google Shape;10041;p69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ABBCC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2" name="Google Shape;10042;p69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3" name="Google Shape;10043;p69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4" name="Google Shape;10044;p69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5" name="Google Shape;10045;p69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6" name="Google Shape;10046;p69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7" name="Google Shape;10047;p69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8" name="Google Shape;10048;p69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49" name="Google Shape;10049;p69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50" name="Google Shape;10050;p69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51" name="Google Shape;10051;p69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52" name="Google Shape;10052;p69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53" name="Google Shape;10053;p69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054" name="Google Shape;10054;p69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10055" name="Google Shape;10055;p69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10056" name="Google Shape;10056;p69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57" name="Google Shape;10057;p69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58" name="Google Shape;10058;p69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59" name="Google Shape;10059;p69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0" name="Google Shape;10060;p69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1" name="Google Shape;10061;p69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2" name="Google Shape;10062;p69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36851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3" name="Google Shape;10063;p69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476" h="2156" extrusionOk="0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4" name="Google Shape;10064;p69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43280" h="2156" extrusionOk="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5" name="Google Shape;10065;p69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797" h="2156" extrusionOk="0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6" name="Google Shape;10066;p69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6033" h="2156" extrusionOk="0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067" name="Google Shape;10067;p69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avLst/>
                <a:gdLst/>
                <a:ahLst/>
                <a:cxnLst/>
                <a:rect l="l" t="t" r="r" b="b"/>
                <a:pathLst>
                  <a:path w="45745" h="2144" extrusionOk="0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2" name="Google Shape;10072;p70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0073" name="Google Shape;10073;p70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074" name="Google Shape;10074;p70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5" name="Google Shape;10075;p70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6" name="Google Shape;10076;p70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7" name="Google Shape;10077;p70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8" name="Google Shape;10078;p70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9" name="Google Shape;10079;p70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0" name="Google Shape;10080;p70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1" name="Google Shape;10081;p70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2" name="Google Shape;10082;p70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3" name="Google Shape;10083;p70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84" name="Google Shape;10084;p70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0085" name="Google Shape;10085;p70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6" name="Google Shape;10086;p70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7" name="Google Shape;10087;p70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8" name="Google Shape;10088;p70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9" name="Google Shape;10089;p70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0" name="Google Shape;10090;p70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1" name="Google Shape;10091;p70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2" name="Google Shape;10092;p70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3" name="Google Shape;10093;p70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4" name="Google Shape;10094;p70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95" name="Google Shape;10095;p70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0096" name="Google Shape;10096;p70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7" name="Google Shape;10097;p70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8" name="Google Shape;10098;p70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9" name="Google Shape;10099;p70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0" name="Google Shape;10100;p70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1" name="Google Shape;10101;p70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2" name="Google Shape;10102;p70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3" name="Google Shape;10103;p70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4" name="Google Shape;10104;p70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5" name="Google Shape;10105;p70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06" name="Google Shape;10106;p70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0107" name="Google Shape;10107;p70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8" name="Google Shape;10108;p70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9" name="Google Shape;10109;p70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0" name="Google Shape;10110;p70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1" name="Google Shape;10111;p70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2" name="Google Shape;10112;p70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3" name="Google Shape;10113;p70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70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5" name="Google Shape;10115;p70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6" name="Google Shape;10116;p70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17" name="Google Shape;10117;p70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118" name="Google Shape;10118;p70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9" name="Google Shape;10119;p70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70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1" name="Google Shape;10121;p70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2" name="Google Shape;10122;p70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70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70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70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70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70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28" name="Google Shape;10128;p70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129" name="Google Shape;10129;p70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70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70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70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70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4" name="Google Shape;10134;p70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5" name="Google Shape;10135;p70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70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70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70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39" name="Google Shape;10139;p70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140" name="Google Shape;10140;p70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1" name="Google Shape;10141;p70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70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70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70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70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70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7" name="Google Shape;10147;p70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8" name="Google Shape;10148;p70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70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50" name="Google Shape;10150;p70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151" name="Google Shape;10151;p70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70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3" name="Google Shape;10153;p70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4" name="Google Shape;10154;p70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70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70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70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70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70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0" name="Google Shape;10160;p70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61" name="Google Shape;10161;p70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162" name="Google Shape;10162;p70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3" name="Google Shape;10163;p70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4" name="Google Shape;10164;p70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5" name="Google Shape;10165;p70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6" name="Google Shape;10166;p70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7" name="Google Shape;10167;p70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8" name="Google Shape;10168;p70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9" name="Google Shape;10169;p70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0" name="Google Shape;10170;p70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1" name="Google Shape;10171;p70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72" name="Google Shape;10172;p70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173" name="Google Shape;10173;p70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4" name="Google Shape;10174;p70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5" name="Google Shape;10175;p70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6" name="Google Shape;10176;p70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7" name="Google Shape;10177;p70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8" name="Google Shape;10178;p70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9" name="Google Shape;10179;p70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0" name="Google Shape;10180;p70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1" name="Google Shape;10181;p70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2" name="Google Shape;10182;p70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183" name="Google Shape;10183;p70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184" name="Google Shape;10184;p70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185" name="Google Shape;10185;p70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6" name="Google Shape;10186;p70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7" name="Google Shape;10187;p70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8" name="Google Shape;10188;p70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9" name="Google Shape;10189;p70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90" name="Google Shape;10190;p70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191" name="Google Shape;10191;p70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2" name="Google Shape;10192;p70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3" name="Google Shape;10193;p70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4" name="Google Shape;10194;p70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5" name="Google Shape;10195;p70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96" name="Google Shape;10196;p70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197" name="Google Shape;10197;p70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8" name="Google Shape;10198;p70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9" name="Google Shape;10199;p70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0" name="Google Shape;10200;p70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1" name="Google Shape;10201;p70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02" name="Google Shape;10202;p70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203" name="Google Shape;10203;p70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4" name="Google Shape;10204;p70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5" name="Google Shape;10205;p70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6" name="Google Shape;10206;p70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7" name="Google Shape;10207;p70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208" name="Google Shape;10208;p70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209" name="Google Shape;10209;p70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70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70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70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70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70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70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70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70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70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70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70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70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70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70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70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70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70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27" name="Google Shape;10227;p70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228" name="Google Shape;10228;p70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70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30" name="Google Shape;10230;p70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231" name="Google Shape;10231;p7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70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33" name="Google Shape;10233;p70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234" name="Google Shape;10234;p70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70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70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70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70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70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70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70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42" name="Google Shape;10242;p70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243" name="Google Shape;10243;p70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70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70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70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70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48" name="Google Shape;10248;p70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249" name="Google Shape;10249;p70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70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70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70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70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54" name="Google Shape;10254;p70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255" name="Google Shape;10255;p70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256" name="Google Shape;10256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7" name="Google Shape;10257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58" name="Google Shape;10258;p70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259" name="Google Shape;10259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0" name="Google Shape;10260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61" name="Google Shape;10261;p70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262" name="Google Shape;10262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3" name="Google Shape;10263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64" name="Google Shape;10264;p70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265" name="Google Shape;10265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6" name="Google Shape;10266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67" name="Google Shape;10267;p70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268" name="Google Shape;10268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9" name="Google Shape;10269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270" name="Google Shape;10270;p70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271" name="Google Shape;10271;p70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272" name="Google Shape;10272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73" name="Google Shape;10273;p70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0274" name="Google Shape;10274;p70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275" name="Google Shape;10275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76" name="Google Shape;10276;p70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0277" name="Google Shape;10277;p70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278" name="Google Shape;10278;p70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en-MY"/>
            </a:p>
          </p:txBody>
        </p:sp>
        <p:grpSp>
          <p:nvGrpSpPr>
            <p:cNvPr id="10279" name="Google Shape;10279;p70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280" name="Google Shape;10280;p70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81" name="Google Shape;10281;p70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0282" name="Google Shape;10282;p70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283" name="Google Shape;10283;p70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70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70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70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70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70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70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70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70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70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70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70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70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96" name="Google Shape;10296;p70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297" name="Google Shape;10297;p70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298" name="Google Shape;10298;p70"/>
            <p:cNvCxnSpPr>
              <a:stCxn id="10297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299" name="Google Shape;10299;p70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300" name="Google Shape;10300;p70"/>
            <p:cNvCxnSpPr>
              <a:endCxn id="10299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301" name="Google Shape;10301;p70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302" name="Google Shape;10302;p70"/>
            <p:cNvCxnSpPr>
              <a:stCxn id="10301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303" name="Google Shape;10303;p70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304" name="Google Shape;10304;p70"/>
            <p:cNvCxnSpPr>
              <a:endCxn id="10303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0305" name="Google Shape;10305;p70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306" name="Google Shape;10306;p70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70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70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70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10" name="Google Shape;10310;p70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311" name="Google Shape;10311;p70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312" name="Google Shape;10312;p70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3" name="Google Shape;10313;p70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4" name="Google Shape;10314;p70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5" name="Google Shape;10315;p70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6" name="Google Shape;10316;p70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7" name="Google Shape;10317;p70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8" name="Google Shape;10318;p70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19" name="Google Shape;10319;p70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320" name="Google Shape;10320;p70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1" name="Google Shape;10321;p70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2" name="Google Shape;10322;p70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3" name="Google Shape;10323;p70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4" name="Google Shape;10324;p70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5" name="Google Shape;10325;p70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6" name="Google Shape;10326;p70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27" name="Google Shape;10327;p70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328" name="Google Shape;10328;p70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9" name="Google Shape;10329;p70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0" name="Google Shape;10330;p70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1" name="Google Shape;10331;p70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2" name="Google Shape;10332;p70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3" name="Google Shape;10333;p70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4" name="Google Shape;10334;p70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35" name="Google Shape;10335;p70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336" name="Google Shape;10336;p70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7" name="Google Shape;10337;p70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8" name="Google Shape;10338;p70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9" name="Google Shape;10339;p70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0" name="Google Shape;10340;p70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1" name="Google Shape;10341;p70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2" name="Google Shape;10342;p70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43" name="Google Shape;10343;p70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344" name="Google Shape;10344;p70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5" name="Google Shape;10345;p70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6" name="Google Shape;10346;p70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7" name="Google Shape;10347;p70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8" name="Google Shape;10348;p70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9" name="Google Shape;10349;p70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0" name="Google Shape;10350;p70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51" name="Google Shape;10351;p70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352" name="Google Shape;10352;p70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353" name="Google Shape;10353;p70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0354" name="Google Shape;10354;p70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355" name="Google Shape;10355;p70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6" name="Google Shape;10356;p70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7" name="Google Shape;10357;p70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8" name="Google Shape;10358;p70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9" name="Google Shape;10359;p70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0" name="Google Shape;10360;p70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1" name="Google Shape;10361;p70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62" name="Google Shape;10362;p70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363" name="Google Shape;10363;p70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4" name="Google Shape;10364;p70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5" name="Google Shape;10365;p70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6" name="Google Shape;10366;p70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7" name="Google Shape;10367;p70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8" name="Google Shape;10368;p70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9" name="Google Shape;10369;p70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370" name="Google Shape;10370;p70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371" name="Google Shape;10371;p70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70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70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70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375" name="Google Shape;10375;p70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0376" name="Google Shape;10376;p70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0377" name="Google Shape;10377;p70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0378" name="Google Shape;10378;p70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10379" name="Google Shape;10379;p70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80" name="Google Shape;10380;p70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381" name="Google Shape;10381;p70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70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70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70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70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70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70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70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89" name="Google Shape;10389;p70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390" name="Google Shape;10390;p70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391" name="Google Shape;10391;p70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392" name="Google Shape;10392;p70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93" name="Google Shape;10393;p70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394" name="Google Shape;10394;p70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395" name="Google Shape;10395;p70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396" name="Google Shape;10396;p70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397" name="Google Shape;10397;p70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398" name="Google Shape;10398;p70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399" name="Google Shape;10399;p70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0" name="Google Shape;10400;p70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01" name="Google Shape;10401;p70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402" name="Google Shape;10402;p70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03" name="Google Shape;10403;p70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404" name="Google Shape;10404;p70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405" name="Google Shape;10405;p70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406" name="Google Shape;10406;p70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7" name="Google Shape;10407;p70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08" name="Google Shape;10408;p70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409" name="Google Shape;10409;p70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10" name="Google Shape;10410;p70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411" name="Google Shape;10411;p70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412" name="Google Shape;10412;p70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413" name="Google Shape;10413;p70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4" name="Google Shape;10414;p70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15" name="Google Shape;10415;p70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416" name="Google Shape;10416;p70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17" name="Google Shape;10417;p70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10418" name="Google Shape;10418;p70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419" name="Google Shape;10419;p70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420" name="Google Shape;10420;p70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421" name="Google Shape;10421;p70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422" name="Google Shape;10422;p70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23" name="Google Shape;10423;p70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424" name="Google Shape;10424;p70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425" name="Google Shape;10425;p70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426" name="Google Shape;10426;p70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427" name="Google Shape;10427;p70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28" name="Google Shape;10428;p70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429" name="Google Shape;10429;p70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430" name="Google Shape;10430;p70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431" name="Google Shape;10431;p70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432" name="Google Shape;10432;p70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33" name="Google Shape;10433;p70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434" name="Google Shape;10434;p70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435" name="Google Shape;10435;p70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436" name="Google Shape;10436;p70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437" name="Google Shape;10437;p70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438" name="Google Shape;10438;p70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3" name="Google Shape;10443;p71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10444" name="Google Shape;10444;p71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445" name="Google Shape;10445;p71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10446" name="Google Shape;10446;p71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447" name="Google Shape;10447;p71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48" name="Google Shape;10448;p71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10449" name="Google Shape;10449;p71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450" name="Google Shape;10450;p71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51" name="Google Shape;10451;p71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10452" name="Google Shape;10452;p71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453" name="Google Shape;10453;p71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54" name="Google Shape;10454;p71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10455" name="Google Shape;10455;p71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456" name="Google Shape;10456;p71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57" name="Google Shape;10457;p71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10458" name="Google Shape;10458;p71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459" name="Google Shape;10459;p71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60" name="Google Shape;10460;p71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10461" name="Google Shape;10461;p71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71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71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71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71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71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67" name="Google Shape;10467;p71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10468" name="Google Shape;10468;p71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10469" name="Google Shape;10469;p71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470" name="Google Shape;10470;p71"/>
              <p:cNvCxnSpPr>
                <a:stCxn id="10469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0471" name="Google Shape;10471;p71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10472" name="Google Shape;10472;p71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473" name="Google Shape;10473;p71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0474" name="Google Shape;10474;p71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10475" name="Google Shape;10475;p71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476" name="Google Shape;10476;p71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0477" name="Google Shape;10477;p71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10478" name="Google Shape;10478;p71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479" name="Google Shape;10479;p71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0480" name="Google Shape;10480;p71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10481" name="Google Shape;10481;p71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482" name="Google Shape;10482;p71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0483" name="Google Shape;10483;p71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10484" name="Google Shape;10484;p71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71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71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71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88" name="Google Shape;10488;p71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10489" name="Google Shape;10489;p71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71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71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71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93" name="Google Shape;10493;p71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10494" name="Google Shape;10494;p71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10495" name="Google Shape;10495;p71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6" name="Google Shape;10496;p71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497" name="Google Shape;10497;p71"/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98" name="Google Shape;10498;p71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10499" name="Google Shape;10499;p71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71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01" name="Google Shape;10501;p71"/>
          <p:cNvSpPr/>
          <p:nvPr/>
        </p:nvSpPr>
        <p:spPr>
          <a:xfrm>
            <a:off x="8146351" y="3622703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02" name="Google Shape;10502;p71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10503" name="Google Shape;10503;p71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71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05" name="Google Shape;10505;p71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10506" name="Google Shape;10506;p71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71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08" name="Google Shape;10508;p71"/>
          <p:cNvSpPr/>
          <p:nvPr/>
        </p:nvSpPr>
        <p:spPr>
          <a:xfrm>
            <a:off x="6948464" y="3719100"/>
            <a:ext cx="609693" cy="673150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A5B7C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09" name="Google Shape;10509;p71"/>
          <p:cNvSpPr/>
          <p:nvPr/>
        </p:nvSpPr>
        <p:spPr>
          <a:xfrm rot="10800000">
            <a:off x="6354727" y="3716837"/>
            <a:ext cx="442939" cy="675638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5F7D9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10" name="Google Shape;10510;p71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10511" name="Google Shape;10511;p71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71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71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71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15" name="Google Shape;10515;p71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10516" name="Google Shape;10516;p71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71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71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71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71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21" name="Google Shape;10521;p71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10522" name="Google Shape;10522;p71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71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71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25" name="Google Shape;10525;p71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10526" name="Google Shape;10526;p71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10527" name="Google Shape;10527;p71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0528" name="Google Shape;10528;p71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0529" name="Google Shape;10529;p71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10530" name="Google Shape;10530;p71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0531" name="Google Shape;10531;p71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0532" name="Google Shape;10532;p71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10533" name="Google Shape;10533;p71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0534" name="Google Shape;10534;p71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0535" name="Google Shape;10535;p71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10536" name="Google Shape;10536;p71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0537" name="Google Shape;10537;p71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</p:grpSp>
      <p:grpSp>
        <p:nvGrpSpPr>
          <p:cNvPr id="10538" name="Google Shape;10538;p71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10539" name="Google Shape;10539;p71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0" name="Google Shape;10540;p71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1" name="Google Shape;10541;p71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2" name="Google Shape;10542;p71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3" name="Google Shape;10543;p71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4" name="Google Shape;10544;p71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545" name="Google Shape;10545;p71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10546" name="Google Shape;10546;p71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0547" name="Google Shape;10547;p71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8" name="Google Shape;10548;p71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9" name="Google Shape;10549;p71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0" name="Google Shape;10550;p71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1" name="Google Shape;10551;p71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2" name="Google Shape;10552;p71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3" name="Google Shape;10553;p71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554" name="Google Shape;10554;p71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0555" name="Google Shape;10555;p71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6" name="Google Shape;10556;p71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7" name="Google Shape;10557;p71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8" name="Google Shape;10558;p71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9" name="Google Shape;10559;p71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0" name="Google Shape;10560;p71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1" name="Google Shape;10561;p71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0562" name="Google Shape;10562;p71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10563" name="Google Shape;10563;p71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71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71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71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567" name="Google Shape;10567;p71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10568" name="Google Shape;10568;p71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9" name="Google Shape;10569;p71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0" name="Google Shape;10570;p71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1" name="Google Shape;10571;p71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72" name="Google Shape;10572;p71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10573" name="Google Shape;10573;p71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4" name="Google Shape;10574;p71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5" name="Google Shape;10575;p71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6" name="Google Shape;10576;p71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77" name="Google Shape;10577;p71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10578" name="Google Shape;10578;p71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9" name="Google Shape;10579;p71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0" name="Google Shape;10580;p71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1" name="Google Shape;10581;p71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82" name="Google Shape;10582;p71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10583" name="Google Shape;10583;p71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4" name="Google Shape;10584;p71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5" name="Google Shape;10585;p71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6" name="Google Shape;10586;p71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587" name="Google Shape;10587;p71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71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71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71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591" name="Google Shape;10591;p71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10592" name="Google Shape;10592;p71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3" name="Google Shape;10593;p71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4" name="Google Shape;10594;p71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5" name="Google Shape;10595;p71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96" name="Google Shape;10596;p71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10597" name="Google Shape;10597;p71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8" name="Google Shape;10598;p71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9" name="Google Shape;10599;p71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0" name="Google Shape;10600;p71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601" name="Google Shape;10601;p71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10602" name="Google Shape;10602;p71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71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71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71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71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71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71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71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10" name="Google Shape;10610;p71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10611" name="Google Shape;10611;p71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10612" name="Google Shape;10612;p71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3" name="Google Shape;10613;p71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4" name="Google Shape;10614;p71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15" name="Google Shape;10615;p71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10616" name="Google Shape;10616;p71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7" name="Google Shape;10617;p71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8" name="Google Shape;10618;p71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19" name="Google Shape;10619;p71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10620" name="Google Shape;10620;p71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1" name="Google Shape;10621;p71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2" name="Google Shape;10622;p71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3" name="Google Shape;10623;p71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4" name="Google Shape;10624;p71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5" name="Google Shape;10625;p71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626" name="Google Shape;10626;p71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10627" name="Google Shape;10627;p71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10628" name="Google Shape;10628;p7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9" name="Google Shape;10629;p7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30" name="Google Shape;10630;p71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10631" name="Google Shape;10631;p7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2" name="Google Shape;10632;p7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33" name="Google Shape;10633;p71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10634" name="Google Shape;10634;p7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5" name="Google Shape;10635;p7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36" name="Google Shape;10636;p71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10637" name="Google Shape;10637;p71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95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8" name="Google Shape;10638;p71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639" name="Google Shape;10639;p71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10640" name="Google Shape;10640;p71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10641" name="Google Shape;10641;p71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642" name="Google Shape;10642;p71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10643" name="Google Shape;10643;p71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644" name="Google Shape;10644;p71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0645" name="Google Shape;10645;p71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10646" name="Google Shape;10646;p71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647" name="Google Shape;10647;p71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0648" name="Google Shape;10648;p71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10649" name="Google Shape;10649;p71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650" name="Google Shape;10650;p71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0651" name="Google Shape;10651;p71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10652" name="Google Shape;10652;p71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653" name="Google Shape;10653;p71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0654" name="Google Shape;10654;p71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10655" name="Google Shape;10655;p71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656" name="Google Shape;10656;p71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10657" name="Google Shape;10657;p71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10658" name="Google Shape;10658;p71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9" name="Google Shape;10659;p71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660" name="Google Shape;10660;p71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10661" name="Google Shape;10661;p71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71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71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71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71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71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213B5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71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71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71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70" name="Google Shape;10670;p71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10671" name="Google Shape;10671;p71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10672" name="Google Shape;10672;p71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10673" name="Google Shape;10673;p71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4" name="Google Shape;10674;p71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10675" name="Google Shape;10675;p71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10676" name="Google Shape;10676;p71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7" name="Google Shape;10677;p71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DBE2E7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678" name="Google Shape;10678;p71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10679" name="Google Shape;10679;p71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0" name="Google Shape;10680;p71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681" name="Google Shape;10681;p71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10682" name="Google Shape;10682;p71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3" name="Google Shape;10683;p71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4" name="Google Shape;10684;p71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5" name="Google Shape;10685;p71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686" name="Google Shape;10686;p71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10687" name="Google Shape;10687;p71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F66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71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DBE3E8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71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F677B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71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71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FA1AF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71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9D4DC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693" name="Google Shape;10693;p71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10694" name="Google Shape;10694;p71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F677B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5" name="Google Shape;10695;p71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3C3CE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6" name="Google Shape;10696;p71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9D4DC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7" name="Google Shape;10697;p71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DBE3E8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8" name="Google Shape;10698;p71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FA1AF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9" name="Google Shape;10699;p71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F66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700" name="Google Shape;10700;p71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10701" name="Google Shape;10701;p71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2" name="Google Shape;10702;p71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3" name="Google Shape;10703;p71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4" name="Google Shape;10704;p71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5" name="Google Shape;10705;p71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6" name="Google Shape;10706;p71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7" name="Google Shape;10707;p71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FEFEFE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0708" name="Google Shape;10708;p71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10709" name="Google Shape;10709;p71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71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71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71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71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71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71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71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71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71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71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71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71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22" name="Google Shape;10722;p71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10723" name="Google Shape;10723;p71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71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71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71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71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71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71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71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31" name="Google Shape;10731;p71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10732" name="Google Shape;10732;p71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71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734" name="Google Shape;10734;p71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10735" name="Google Shape;10735;p71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6" name="Google Shape;10736;p71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37" name="Google Shape;10737;p71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10738" name="Google Shape;10738;p71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9" name="Google Shape;10739;p71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40" name="Google Shape;10740;p71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10741" name="Google Shape;10741;p71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2" name="Google Shape;10742;p71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43" name="Google Shape;10743;p71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10744" name="Google Shape;10744;p71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5" name="Google Shape;10745;p71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746" name="Google Shape;10746;p71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10747" name="Google Shape;10747;p71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71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71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71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71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71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71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71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71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71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71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71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9" name="Google Shape;10759;p71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10760" name="Google Shape;10760;p71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10761" name="Google Shape;10761;p71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2" name="Google Shape;10762;p71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3" name="Google Shape;10763;p71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4" name="Google Shape;10764;p71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5" name="Google Shape;10765;p71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6" name="Google Shape;10766;p71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7" name="Google Shape;10767;p71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8" name="Google Shape;10768;p71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9" name="Google Shape;10769;p71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0" name="Google Shape;10770;p71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1" name="Google Shape;10771;p71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2" name="Google Shape;10772;p71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3" name="Google Shape;10773;p71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4" name="Google Shape;10774;p71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5" name="Google Shape;10775;p71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6" name="Google Shape;10776;p71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7" name="Google Shape;10777;p71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8" name="Google Shape;10778;p71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9" name="Google Shape;10779;p71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0" name="Google Shape;10780;p71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1" name="Google Shape;10781;p71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2" name="Google Shape;10782;p71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3" name="Google Shape;10783;p71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4" name="Google Shape;10784;p71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5" name="Google Shape;10785;p71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6" name="Google Shape;10786;p71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7" name="Google Shape;10787;p71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88" name="Google Shape;10788;p71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0789" name="Google Shape;10789;p71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0" name="Google Shape;10790;p71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1" name="Google Shape;10791;p71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2" name="Google Shape;10792;p71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3" name="Google Shape;10793;p71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794" name="Google Shape;10794;p71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10795" name="Google Shape;10795;p71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0796" name="Google Shape;10796;p71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797" name="Google Shape;10797;p71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98" name="Google Shape;10798;p71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0799" name="Google Shape;10799;p71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800" name="Google Shape;10800;p71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01" name="Google Shape;10801;p71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0802" name="Google Shape;10802;p71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803" name="Google Shape;10803;p71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04" name="Google Shape;10804;p71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0805" name="Google Shape;10805;p71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806" name="Google Shape;10806;p71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807" name="Google Shape;10807;p71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08" name="Google Shape;10808;p71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0809" name="Google Shape;10809;p71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0810" name="Google Shape;10810;p71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1" name="Google Shape;10811;p71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2" name="Google Shape;10812;p71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13" name="Google Shape;10813;p71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0814" name="Google Shape;10814;p71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5" name="Google Shape;10815;p71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6" name="Google Shape;10816;p71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817" name="Google Shape;10817;p71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0818" name="Google Shape;10818;p71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71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20" name="Google Shape;10820;p71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0821" name="Google Shape;10821;p71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0822" name="Google Shape;10822;p71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3" name="Google Shape;10823;p71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24" name="Google Shape;10824;p71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0825" name="Google Shape;10825;p71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6" name="Google Shape;10826;p71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27" name="Google Shape;10827;p71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0828" name="Google Shape;10828;p71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9" name="Google Shape;10829;p71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30" name="Google Shape;10830;p71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0831" name="Google Shape;10831;p71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2" name="Google Shape;10832;p71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833" name="Google Shape;10833;p71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4" name="Google Shape;10834;p71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0835" name="Google Shape;10835;p71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6DB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71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71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71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71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71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2" name="Google Shape;11222;p73"/>
          <p:cNvSpPr txBox="1">
            <a:spLocks noGrp="1"/>
          </p:cNvSpPr>
          <p:nvPr>
            <p:ph type="title" idx="4294967295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3" name="Google Shape;11223;p73"/>
          <p:cNvSpPr txBox="1">
            <a:spLocks noGrp="1"/>
          </p:cNvSpPr>
          <p:nvPr>
            <p:ph type="title" idx="4294967295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24" name="Google Shape;11224;p73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1225" name="Google Shape;11225;p73"/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73"/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73"/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73"/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73"/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30" name="Google Shape;11230;p73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1231" name="Google Shape;11231;p73"/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73"/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73"/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73"/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35" name="Google Shape;11235;p73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1236" name="Google Shape;11236;p73"/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73"/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73"/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73"/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73"/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73"/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73"/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43" name="Google Shape;11243;p73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1244" name="Google Shape;11244;p73"/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73"/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46" name="Google Shape;11246;p73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1247" name="Google Shape;11247;p73"/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73"/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49" name="Google Shape;11249;p73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1250" name="Google Shape;11250;p73"/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73"/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52" name="Google Shape;11252;p73"/>
          <p:cNvSpPr/>
          <p:nvPr/>
        </p:nvSpPr>
        <p:spPr>
          <a:xfrm>
            <a:off x="1288576" y="3822410"/>
            <a:ext cx="363370" cy="351456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53" name="Google Shape;11253;p73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1254" name="Google Shape;11254;p73"/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73"/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73"/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73"/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58" name="Google Shape;11258;p73"/>
          <p:cNvSpPr/>
          <p:nvPr/>
        </p:nvSpPr>
        <p:spPr>
          <a:xfrm>
            <a:off x="3136771" y="3823174"/>
            <a:ext cx="224928" cy="349131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9" name="Google Shape;11259;p73"/>
          <p:cNvSpPr/>
          <p:nvPr/>
        </p:nvSpPr>
        <p:spPr>
          <a:xfrm>
            <a:off x="2179465" y="3851048"/>
            <a:ext cx="362255" cy="292811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60" name="Google Shape;11260;p73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1261" name="Google Shape;11261;p73"/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73"/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73"/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73"/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65" name="Google Shape;11265;p73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1266" name="Google Shape;11266;p73"/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73"/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73"/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73"/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70" name="Google Shape;11270;p73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1271" name="Google Shape;11271;p73"/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73"/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73"/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73"/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73"/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73"/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73"/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73"/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73"/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73"/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81" name="Google Shape;11281;p73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1282" name="Google Shape;11282;p73"/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73"/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73"/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73"/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73"/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73"/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73"/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73"/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73"/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91" name="Google Shape;11291;p73"/>
          <p:cNvSpPr/>
          <p:nvPr/>
        </p:nvSpPr>
        <p:spPr>
          <a:xfrm>
            <a:off x="6738361" y="3809700"/>
            <a:ext cx="205210" cy="353399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92" name="Google Shape;11292;p73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1293" name="Google Shape;11293;p73"/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73"/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73"/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6" name="Google Shape;11296;p73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1297" name="Google Shape;11297;p73"/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73"/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73"/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73"/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73"/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73"/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73"/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04" name="Google Shape;11304;p73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1305" name="Google Shape;11305;p73"/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73"/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73"/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73"/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09" name="Google Shape;11309;p73"/>
          <p:cNvSpPr/>
          <p:nvPr/>
        </p:nvSpPr>
        <p:spPr>
          <a:xfrm>
            <a:off x="7972870" y="3808967"/>
            <a:ext cx="348749" cy="353877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310" name="Google Shape;11310;p73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1311" name="Google Shape;11311;p73"/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73"/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13" name="Google Shape;11313;p73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1314" name="Google Shape;11314;p73"/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73"/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73"/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73"/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73"/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73"/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20" name="Google Shape;11320;p73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1321" name="Google Shape;11321;p73"/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73"/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23" name="Google Shape;11323;p73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1324" name="Google Shape;11324;p73"/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73"/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26" name="Google Shape;11326;p73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1327" name="Google Shape;11327;p73"/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73"/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73"/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30" name="Google Shape;11330;p73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1331" name="Google Shape;11331;p73"/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73"/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73"/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73"/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35" name="Google Shape;11335;p73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1336" name="Google Shape;11336;p73"/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73"/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38" name="Google Shape;11338;p73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1339" name="Google Shape;11339;p73"/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73"/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73"/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73"/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73"/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44" name="Google Shape;11344;p73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1345" name="Google Shape;11345;p73"/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73"/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73"/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73"/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73"/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73"/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73"/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73"/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53" name="Google Shape;11353;p73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1354" name="Google Shape;11354;p73"/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73"/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73"/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73"/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73"/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73"/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73"/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73"/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73"/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73"/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73"/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65" name="Google Shape;11365;p73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1366" name="Google Shape;11366;p73"/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73"/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73"/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73"/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73"/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1" name="Google Shape;11371;p73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1372" name="Google Shape;11372;p73"/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73"/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4" name="Google Shape;11374;p73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1375" name="Google Shape;11375;p73"/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73"/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7" name="Google Shape;11377;p73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1378" name="Google Shape;11378;p73"/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73"/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73"/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73"/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82" name="Google Shape;11382;p73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1383" name="Google Shape;11383;p73"/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73"/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85" name="Google Shape;11385;p73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1386" name="Google Shape;11386;p73"/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73"/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73"/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89" name="Google Shape;11389;p73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1390" name="Google Shape;11390;p73"/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73"/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73"/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93" name="Google Shape;11393;p73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1394" name="Google Shape;11394;p73"/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73"/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96" name="Google Shape;11396;p73"/>
          <p:cNvSpPr/>
          <p:nvPr/>
        </p:nvSpPr>
        <p:spPr>
          <a:xfrm>
            <a:off x="3505429" y="1980076"/>
            <a:ext cx="342505" cy="334191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7" name="Google Shape;11397;p73"/>
          <p:cNvSpPr/>
          <p:nvPr/>
        </p:nvSpPr>
        <p:spPr>
          <a:xfrm>
            <a:off x="7100552" y="1984249"/>
            <a:ext cx="368690" cy="334541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8" name="Google Shape;11398;p73"/>
          <p:cNvSpPr/>
          <p:nvPr/>
        </p:nvSpPr>
        <p:spPr>
          <a:xfrm>
            <a:off x="7955445" y="2011198"/>
            <a:ext cx="383088" cy="286472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399" name="Google Shape;11399;p73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1400" name="Google Shape;11400;p73"/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73"/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73"/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73"/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73"/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73"/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73"/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73"/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73"/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73"/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10" name="Google Shape;11410;p73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1411" name="Google Shape;11411;p73"/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73"/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73"/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73"/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15" name="Google Shape;11415;p73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1416" name="Google Shape;11416;p73"/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73"/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18" name="Google Shape;11418;p73"/>
          <p:cNvSpPr/>
          <p:nvPr/>
        </p:nvSpPr>
        <p:spPr>
          <a:xfrm>
            <a:off x="5754137" y="2005815"/>
            <a:ext cx="370569" cy="293958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19" name="Google Shape;11419;p73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1420" name="Google Shape;11420;p73"/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73"/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73"/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23" name="Google Shape;11423;p73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1424" name="Google Shape;11424;p73"/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73"/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73"/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73"/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73"/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73"/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73"/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73"/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73"/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33" name="Google Shape;11433;p73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1434" name="Google Shape;11434;p73"/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73"/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73"/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73"/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38" name="Google Shape;11438;p73"/>
          <p:cNvSpPr/>
          <p:nvPr/>
        </p:nvSpPr>
        <p:spPr>
          <a:xfrm>
            <a:off x="7615138" y="3348917"/>
            <a:ext cx="223304" cy="351201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39" name="Google Shape;11439;p73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1440" name="Google Shape;11440;p73"/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73"/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73"/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43" name="Google Shape;11443;p73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1444" name="Google Shape;11444;p73"/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73"/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46" name="Google Shape;11446;p73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1447" name="Google Shape;11447;p73"/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73"/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73"/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73"/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73"/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52" name="Google Shape;11452;p73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1453" name="Google Shape;11453;p73"/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73"/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73"/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73"/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57" name="Google Shape;11457;p73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1458" name="Google Shape;11458;p73"/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73"/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60" name="Google Shape;11460;p73"/>
          <p:cNvSpPr/>
          <p:nvPr/>
        </p:nvSpPr>
        <p:spPr>
          <a:xfrm>
            <a:off x="3955221" y="2893008"/>
            <a:ext cx="358464" cy="356808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1" name="Google Shape;11461;p73"/>
          <p:cNvSpPr/>
          <p:nvPr/>
        </p:nvSpPr>
        <p:spPr>
          <a:xfrm>
            <a:off x="3499727" y="2442228"/>
            <a:ext cx="380444" cy="310077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62" name="Google Shape;11462;p73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1463" name="Google Shape;11463;p73"/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73"/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73"/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66" name="Google Shape;11466;p73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1467" name="Google Shape;11467;p73"/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73"/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73"/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73"/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73"/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72" name="Google Shape;11472;p73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1473" name="Google Shape;11473;p73"/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73"/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75" name="Google Shape;11475;p73"/>
          <p:cNvSpPr/>
          <p:nvPr/>
        </p:nvSpPr>
        <p:spPr>
          <a:xfrm>
            <a:off x="1819153" y="2882369"/>
            <a:ext cx="191194" cy="382738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76" name="Google Shape;11476;p73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1477" name="Google Shape;11477;p73"/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73"/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73"/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73"/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73"/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82" name="Google Shape;11482;p73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1483" name="Google Shape;11483;p73"/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73"/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73"/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73"/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73"/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73"/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73"/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73"/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73"/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73"/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73"/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73"/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95" name="Google Shape;11495;p73"/>
          <p:cNvSpPr/>
          <p:nvPr/>
        </p:nvSpPr>
        <p:spPr>
          <a:xfrm>
            <a:off x="2253814" y="2894123"/>
            <a:ext cx="210530" cy="357700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96" name="Google Shape;11496;p73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1497" name="Google Shape;11497;p73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73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73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00" name="Google Shape;11500;p73"/>
          <p:cNvSpPr/>
          <p:nvPr/>
        </p:nvSpPr>
        <p:spPr>
          <a:xfrm>
            <a:off x="2616005" y="2886542"/>
            <a:ext cx="371366" cy="37235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01" name="Google Shape;11501;p73"/>
          <p:cNvSpPr/>
          <p:nvPr/>
        </p:nvSpPr>
        <p:spPr>
          <a:xfrm>
            <a:off x="2160129" y="1516235"/>
            <a:ext cx="399780" cy="341740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02" name="Google Shape;11502;p73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1503" name="Google Shape;11503;p73"/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73"/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73"/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06" name="Google Shape;11506;p73"/>
          <p:cNvSpPr/>
          <p:nvPr/>
        </p:nvSpPr>
        <p:spPr>
          <a:xfrm>
            <a:off x="3945378" y="1530729"/>
            <a:ext cx="381209" cy="312466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07" name="Google Shape;11507;p73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1508" name="Google Shape;11508;p73"/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73"/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73"/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11" name="Google Shape;11511;p73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1512" name="Google Shape;11512;p73"/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73"/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73"/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73"/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16" name="Google Shape;11516;p73"/>
          <p:cNvSpPr/>
          <p:nvPr/>
        </p:nvSpPr>
        <p:spPr>
          <a:xfrm>
            <a:off x="3509220" y="1505437"/>
            <a:ext cx="365632" cy="363561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17" name="Google Shape;11517;p73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1518" name="Google Shape;11518;p73"/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73"/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73"/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73"/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73"/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73"/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73"/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73"/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73"/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73"/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28" name="Google Shape;11528;p73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529" name="Google Shape;11529;p73"/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73"/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73"/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73"/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73"/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34" name="Google Shape;11534;p73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535" name="Google Shape;11535;p73"/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73"/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37" name="Google Shape;11537;p73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538" name="Google Shape;11538;p73"/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73"/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73"/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73"/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73"/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73"/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73"/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73"/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73"/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73"/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73"/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73"/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73"/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51" name="Google Shape;11551;p73"/>
          <p:cNvSpPr/>
          <p:nvPr/>
        </p:nvSpPr>
        <p:spPr>
          <a:xfrm>
            <a:off x="7539642" y="1500180"/>
            <a:ext cx="372958" cy="366747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52" name="Google Shape;11552;p73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553" name="Google Shape;11553;p73"/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73"/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73"/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73"/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73"/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73"/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73"/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73"/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73"/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73"/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73"/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73"/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65" name="Google Shape;11565;p73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566" name="Google Shape;11566;p73"/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73"/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68" name="Google Shape;11568;p73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569" name="Google Shape;11569;p73"/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73"/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73"/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72" name="Google Shape;11572;p73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573" name="Google Shape;11573;p73"/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73"/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73"/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73"/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77" name="Google Shape;11577;p73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578" name="Google Shape;11578;p73"/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73"/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73"/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81" name="Google Shape;11581;p73"/>
          <p:cNvSpPr/>
          <p:nvPr/>
        </p:nvSpPr>
        <p:spPr>
          <a:xfrm>
            <a:off x="5779557" y="2902087"/>
            <a:ext cx="322787" cy="355788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82" name="Google Shape;11582;p73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583" name="Google Shape;11583;p73"/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73"/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5" name="Google Shape;11585;p73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586" name="Google Shape;11586;p73"/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73"/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73"/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9" name="Google Shape;11589;p73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590" name="Google Shape;11590;p73"/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73"/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73"/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73"/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73"/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73"/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96" name="Google Shape;11596;p73"/>
          <p:cNvSpPr/>
          <p:nvPr/>
        </p:nvSpPr>
        <p:spPr>
          <a:xfrm>
            <a:off x="7574555" y="2903043"/>
            <a:ext cx="303387" cy="355597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97" name="Google Shape;11597;p73"/>
          <p:cNvSpPr/>
          <p:nvPr/>
        </p:nvSpPr>
        <p:spPr>
          <a:xfrm>
            <a:off x="7121800" y="2902852"/>
            <a:ext cx="318231" cy="354642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98" name="Google Shape;11598;p73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599" name="Google Shape;11599;p73"/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73"/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73"/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2" name="Google Shape;11602;p73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603" name="Google Shape;11603;p73"/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73"/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73"/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6" name="Google Shape;11606;p73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607" name="Google Shape;11607;p73"/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73"/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9" name="Google Shape;11609;p73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610" name="Google Shape;11610;p73"/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73"/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12" name="Google Shape;11612;p73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613" name="Google Shape;11613;p73"/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73"/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73"/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73"/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17" name="Google Shape;11617;p73"/>
          <p:cNvSpPr/>
          <p:nvPr/>
        </p:nvSpPr>
        <p:spPr>
          <a:xfrm>
            <a:off x="848977" y="2418528"/>
            <a:ext cx="347060" cy="35728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18" name="Google Shape;11618;p73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619" name="Google Shape;11619;p73"/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73"/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21" name="Google Shape;11621;p73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622" name="Google Shape;11622;p73"/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73"/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73"/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73"/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26" name="Google Shape;11626;p73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627" name="Google Shape;11627;p73"/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73"/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73"/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30" name="Google Shape;11630;p73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631" name="Google Shape;11631;p73"/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73"/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33" name="Google Shape;11633;p73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634" name="Google Shape;11634;p73"/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73"/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73"/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73"/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73"/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73"/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73"/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41" name="Google Shape;11641;p73"/>
          <p:cNvSpPr/>
          <p:nvPr/>
        </p:nvSpPr>
        <p:spPr>
          <a:xfrm>
            <a:off x="5304695" y="2434551"/>
            <a:ext cx="368308" cy="366970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42" name="Google Shape;11642;p73"/>
          <p:cNvSpPr/>
          <p:nvPr/>
        </p:nvSpPr>
        <p:spPr>
          <a:xfrm>
            <a:off x="7542031" y="2445541"/>
            <a:ext cx="370187" cy="344034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43" name="Google Shape;11643;p73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644" name="Google Shape;11644;p73"/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73"/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46" name="Google Shape;11646;p73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647" name="Google Shape;11647;p73"/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73"/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3" name="Google Shape;11653;p74"/>
          <p:cNvSpPr txBox="1">
            <a:spLocks noGrp="1"/>
          </p:cNvSpPr>
          <p:nvPr>
            <p:ph type="title" idx="4294967295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4" name="Google Shape;11654;p74"/>
          <p:cNvSpPr txBox="1">
            <a:spLocks noGrp="1"/>
          </p:cNvSpPr>
          <p:nvPr>
            <p:ph type="title" idx="4294967295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55" name="Google Shape;11655;p74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656" name="Google Shape;11656;p74"/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74"/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74"/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74"/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74"/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74"/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74"/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74"/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74"/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74"/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74"/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74"/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74"/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69" name="Google Shape;11669;p74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670" name="Google Shape;11670;p74"/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74"/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74"/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74"/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74"/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75" name="Google Shape;11675;p74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676" name="Google Shape;11676;p74"/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74"/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74"/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74"/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74"/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74"/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74"/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74"/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74"/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74"/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74"/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74"/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74"/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74"/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74"/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74"/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74"/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93" name="Google Shape;11693;p74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694" name="Google Shape;11694;p74"/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74"/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74"/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74"/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98" name="Google Shape;11698;p74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699" name="Google Shape;11699;p74"/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74"/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74"/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74"/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74"/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74"/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74"/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74"/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74"/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74"/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74"/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74"/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74"/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74"/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74"/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74"/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74"/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16" name="Google Shape;11716;p74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717" name="Google Shape;11717;p74"/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74"/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74"/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74"/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74"/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22" name="Google Shape;11722;p74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723" name="Google Shape;11723;p74"/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74"/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74"/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74"/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74"/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74"/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74"/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30" name="Google Shape;11730;p74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731" name="Google Shape;11731;p74"/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74"/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74"/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74"/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74"/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74"/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37" name="Google Shape;11737;p74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738" name="Google Shape;11738;p74"/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74"/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74"/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74"/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74"/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74"/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74"/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74"/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74"/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47" name="Google Shape;11747;p74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748" name="Google Shape;11748;p74"/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74"/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74"/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74"/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74"/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53" name="Google Shape;11753;p74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754" name="Google Shape;11754;p74"/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74"/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74"/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74"/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74"/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74"/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74"/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74"/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74"/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74"/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74"/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74"/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74"/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74"/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74"/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74"/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74"/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71" name="Google Shape;11771;p74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772" name="Google Shape;11772;p74"/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74"/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74"/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74"/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74"/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77" name="Google Shape;11777;p74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778" name="Google Shape;11778;p74"/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74"/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74"/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74"/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82" name="Google Shape;11782;p74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783" name="Google Shape;11783;p74"/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74"/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74"/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74"/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87" name="Google Shape;11787;p74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788" name="Google Shape;11788;p74"/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74"/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74"/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74"/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92" name="Google Shape;11792;p74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793" name="Google Shape;11793;p74"/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74"/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74"/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74"/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74"/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74"/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74"/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74"/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74"/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74"/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74"/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74"/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74"/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74"/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74"/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74"/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74"/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0" name="Google Shape;11810;p74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811" name="Google Shape;11811;p74"/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74"/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3" name="Google Shape;11813;p74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814" name="Google Shape;11814;p74"/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74"/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16" name="Google Shape;11816;p74"/>
          <p:cNvSpPr/>
          <p:nvPr/>
        </p:nvSpPr>
        <p:spPr>
          <a:xfrm>
            <a:off x="1745940" y="1967132"/>
            <a:ext cx="368371" cy="368340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17" name="Google Shape;11817;p74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818" name="Google Shape;11818;p74"/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74"/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74"/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74"/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22" name="Google Shape;11822;p74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823" name="Google Shape;11823;p74"/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74"/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74"/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74"/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74"/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74"/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74"/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74"/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74"/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74"/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74"/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74"/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74"/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36" name="Google Shape;11836;p74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837" name="Google Shape;11837;p74"/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74"/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74"/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74"/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41" name="Google Shape;11841;p74"/>
          <p:cNvSpPr/>
          <p:nvPr/>
        </p:nvSpPr>
        <p:spPr>
          <a:xfrm>
            <a:off x="1276039" y="1961817"/>
            <a:ext cx="414967" cy="378970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42" name="Google Shape;11842;p74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843" name="Google Shape;11843;p74"/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74"/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74"/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74"/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74"/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74"/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74"/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74"/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74"/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74"/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74"/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74"/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74"/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74"/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74"/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74"/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74"/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60" name="Google Shape;11860;p74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861" name="Google Shape;11861;p74"/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74"/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74"/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64" name="Google Shape;11864;p74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865" name="Google Shape;11865;p74"/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74"/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74"/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68" name="Google Shape;11868;p74"/>
          <p:cNvSpPr/>
          <p:nvPr/>
        </p:nvSpPr>
        <p:spPr>
          <a:xfrm>
            <a:off x="5775652" y="1969392"/>
            <a:ext cx="361147" cy="360797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69" name="Google Shape;11869;p74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870" name="Google Shape;11870;p74"/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74"/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74"/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74"/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74" name="Google Shape;11874;p74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875" name="Google Shape;11875;p74"/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74"/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77" name="Google Shape;11877;p74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878" name="Google Shape;11878;p74"/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74"/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74"/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74"/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74"/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74"/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74"/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74"/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74"/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87" name="Google Shape;11887;p74"/>
          <p:cNvSpPr/>
          <p:nvPr/>
        </p:nvSpPr>
        <p:spPr>
          <a:xfrm>
            <a:off x="2206357" y="2890607"/>
            <a:ext cx="372159" cy="372159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88" name="Google Shape;11888;p74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889" name="Google Shape;11889;p74"/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74"/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74"/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74"/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74"/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94" name="Google Shape;11894;p74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895" name="Google Shape;11895;p74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74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74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74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74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74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74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02" name="Google Shape;11902;p74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903" name="Google Shape;11903;p74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74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74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74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74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74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74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74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74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74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74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74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74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16" name="Google Shape;11916;p74"/>
          <p:cNvSpPr/>
          <p:nvPr/>
        </p:nvSpPr>
        <p:spPr>
          <a:xfrm>
            <a:off x="3094217" y="2895159"/>
            <a:ext cx="394152" cy="361529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17" name="Google Shape;11917;p74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918" name="Google Shape;11918;p74"/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74"/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74"/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1" name="Google Shape;11921;p74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922" name="Google Shape;11922;p74"/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74"/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74"/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74"/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74"/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74"/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8" name="Google Shape;11928;p74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929" name="Google Shape;11929;p74"/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74"/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74"/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2" name="Google Shape;11932;p74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933" name="Google Shape;11933;p74"/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74"/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74"/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74"/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74"/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74"/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9" name="Google Shape;11939;p74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940" name="Google Shape;11940;p74"/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74"/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2" name="Google Shape;11942;p74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943" name="Google Shape;11943;p74"/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74"/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74"/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74"/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7" name="Google Shape;11947;p74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948" name="Google Shape;11948;p74"/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74"/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50" name="Google Shape;11950;p74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951" name="Google Shape;11951;p74"/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74"/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74"/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74"/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74"/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74"/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74"/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58" name="Google Shape;11958;p74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959" name="Google Shape;11959;p74"/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74"/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74"/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62" name="Google Shape;11962;p74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963" name="Google Shape;11963;p74"/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74"/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74"/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74"/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74"/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74"/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74"/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74"/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74"/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72" name="Google Shape;11972;p74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973" name="Google Shape;11973;p74"/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74"/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74"/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74"/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74"/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74"/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74"/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74"/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81" name="Google Shape;11981;p74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982" name="Google Shape;11982;p74"/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74"/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74"/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74"/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74"/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74"/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74"/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74"/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74"/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74"/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74"/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74"/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74"/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74"/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74"/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74"/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98" name="Google Shape;11998;p74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999" name="Google Shape;11999;p74"/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74"/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74"/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74"/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74"/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4" name="Google Shape;12004;p74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2005" name="Google Shape;12005;p74"/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74"/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74"/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74"/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74"/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74"/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74"/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74"/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74"/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74"/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74"/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74"/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74"/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74"/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74"/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74"/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74"/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74"/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74"/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74"/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5" name="Google Shape;12025;p74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2026" name="Google Shape;12026;p74"/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74"/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74"/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74"/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74"/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31" name="Google Shape;12031;p74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2032" name="Google Shape;12032;p74"/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74"/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74"/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74"/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74"/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74"/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74"/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74"/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74"/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74"/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74"/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43" name="Google Shape;12043;p74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2044" name="Google Shape;12044;p74"/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74"/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74"/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74"/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74"/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74"/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74"/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74"/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74"/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74"/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74"/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74"/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56" name="Google Shape;12056;p74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2057" name="Google Shape;12057;p74"/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74"/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74"/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60" name="Google Shape;12060;p74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2061" name="Google Shape;12061;p74"/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74"/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74"/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74"/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74"/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74"/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74"/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74"/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69" name="Google Shape;12069;p74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2070" name="Google Shape;12070;p74"/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74"/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74"/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74"/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074" name="Google Shape;12074;p74"/>
          <p:cNvSpPr/>
          <p:nvPr/>
        </p:nvSpPr>
        <p:spPr>
          <a:xfrm>
            <a:off x="6238328" y="2433596"/>
            <a:ext cx="316461" cy="324036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075" name="Google Shape;12075;p74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2076" name="Google Shape;12076;p74"/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74"/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74"/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74"/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74"/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74"/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74"/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74"/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84" name="Google Shape;12084;p74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2085" name="Google Shape;12085;p74"/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74"/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74"/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88" name="Google Shape;12088;p74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2089" name="Google Shape;12089;p74"/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74"/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91" name="Google Shape;12091;p74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2092" name="Google Shape;12092;p74"/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74"/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74"/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74"/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74"/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97" name="Google Shape;12097;p74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2098" name="Google Shape;12098;p74"/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74"/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74"/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01" name="Google Shape;12101;p74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2102" name="Google Shape;12102;p74"/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74"/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74"/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74"/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74"/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74"/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74"/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09" name="Google Shape;12109;p74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2110" name="Google Shape;12110;p74"/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74"/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74"/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74"/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14" name="Google Shape;12114;p74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2115" name="Google Shape;12115;p74"/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74"/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74"/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74"/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74"/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74"/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74"/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74"/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23" name="Google Shape;12123;p74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2124" name="Google Shape;12124;p74"/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74"/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74"/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74"/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74"/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74"/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74"/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74"/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74"/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33" name="Google Shape;12133;p74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2134" name="Google Shape;12134;p74"/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74"/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74"/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74"/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74"/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74"/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40" name="Google Shape;12140;p74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2141" name="Google Shape;12141;p74"/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74"/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74"/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74"/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74"/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46" name="Google Shape;12146;p74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2147" name="Google Shape;12147;p74"/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74"/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74"/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74"/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51" name="Google Shape;12151;p74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2152" name="Google Shape;12152;p74"/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74"/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74"/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74"/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74"/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57" name="Google Shape;12157;p74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2158" name="Google Shape;12158;p74"/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74"/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74"/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74"/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74"/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63" name="Google Shape;12163;p74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2164" name="Google Shape;12164;p74"/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165" name="Google Shape;12165;p74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2166" name="Google Shape;12166;p74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7" name="Google Shape;12167;p74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8" name="Google Shape;12168;p74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169" name="Google Shape;12169;p74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2170" name="Google Shape;12170;p74"/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74"/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74"/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74"/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74"/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74"/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74"/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74"/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74"/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74"/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80" name="Google Shape;12180;p74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2181" name="Google Shape;12181;p74"/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74"/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74"/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74"/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74"/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74"/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74"/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74"/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74"/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74"/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74"/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74"/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74"/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94" name="Google Shape;12194;p74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2195" name="Google Shape;12195;p74"/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74"/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74"/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74"/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74"/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74"/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01" name="Google Shape;12201;p74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2202" name="Google Shape;12202;p74"/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74"/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74"/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74"/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74"/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74"/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08" name="Google Shape;12208;p74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2209" name="Google Shape;12209;p74"/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74"/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74"/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74"/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13" name="Google Shape;12213;p74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2214" name="Google Shape;12214;p74"/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74"/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74"/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74"/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74"/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74"/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74"/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74"/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74"/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74"/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74"/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25" name="Google Shape;12225;p74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2226" name="Google Shape;12226;p74"/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74"/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74"/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74"/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30" name="Google Shape;12230;p74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2231" name="Google Shape;12231;p74"/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74"/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33" name="Google Shape;12233;p74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2234" name="Google Shape;12234;p74"/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74"/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74"/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74"/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74"/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39" name="Google Shape;12239;p74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2240" name="Google Shape;12240;p74"/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74"/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74"/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243" name="Google Shape;12243;p74"/>
          <p:cNvSpPr/>
          <p:nvPr/>
        </p:nvSpPr>
        <p:spPr>
          <a:xfrm>
            <a:off x="1331737" y="4307377"/>
            <a:ext cx="304716" cy="304048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244" name="Google Shape;12244;p74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2245" name="Google Shape;12245;p74"/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74"/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47" name="Google Shape;12247;p74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2248" name="Google Shape;12248;p74"/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74"/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74"/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74"/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52" name="Google Shape;12252;p74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2253" name="Google Shape;12253;p74"/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74"/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74"/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74"/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74"/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74"/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74"/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74"/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74"/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74"/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74"/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64" name="Google Shape;12264;p74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2265" name="Google Shape;12265;p74"/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74"/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74"/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74"/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69" name="Google Shape;12269;p74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2270" name="Google Shape;12270;p74"/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74"/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74"/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74"/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74"/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74"/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74"/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74"/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74"/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79" name="Google Shape;12279;p74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2280" name="Google Shape;12280;p74"/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74"/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74"/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74"/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74"/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74"/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74"/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74"/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88" name="Google Shape;12288;p74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2289" name="Google Shape;12289;p74"/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74"/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91" name="Google Shape;12291;p74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2292" name="Google Shape;12292;p74"/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74"/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74"/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74"/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96" name="Google Shape;12296;p74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2297" name="Google Shape;12297;p74"/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74"/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74"/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74"/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74"/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74"/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74"/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74"/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74"/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74"/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07" name="Google Shape;12307;p74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2308" name="Google Shape;12308;p74"/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74"/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74"/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74"/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74"/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13" name="Google Shape;12313;p74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2314" name="Google Shape;12314;p74"/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74"/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16" name="Google Shape;12316;p74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2317" name="Google Shape;12317;p74"/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74"/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74"/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74"/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74"/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74"/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74"/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24" name="Google Shape;12324;p74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2325" name="Google Shape;12325;p74"/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74"/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74"/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74"/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74"/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74"/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74"/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74"/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74"/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74"/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74"/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74"/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74"/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74"/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74"/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74"/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74"/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74"/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43" name="Google Shape;12343;p74"/>
          <p:cNvSpPr/>
          <p:nvPr/>
        </p:nvSpPr>
        <p:spPr>
          <a:xfrm>
            <a:off x="6217513" y="3397651"/>
            <a:ext cx="347524" cy="289917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44" name="Google Shape;12344;p74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2345" name="Google Shape;12345;p74"/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74"/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74"/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74"/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49" name="Google Shape;12349;p74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2350" name="Google Shape;12350;p74"/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74"/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74"/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74"/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74"/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74"/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74"/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74"/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74"/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74"/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60" name="Google Shape;12360;p74"/>
          <p:cNvSpPr/>
          <p:nvPr/>
        </p:nvSpPr>
        <p:spPr>
          <a:xfrm>
            <a:off x="1752752" y="3803866"/>
            <a:ext cx="356245" cy="356627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61" name="Google Shape;12361;p74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2362" name="Google Shape;12362;p74"/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74"/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64" name="Google Shape;12364;p74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2365" name="Google Shape;12365;p74"/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74"/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74"/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74"/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74"/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74"/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71" name="Google Shape;12371;p74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2372" name="Google Shape;12372;p74"/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74"/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74" name="Google Shape;12374;p74"/>
          <p:cNvSpPr/>
          <p:nvPr/>
        </p:nvSpPr>
        <p:spPr>
          <a:xfrm>
            <a:off x="3524716" y="3804184"/>
            <a:ext cx="389187" cy="355927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75" name="Google Shape;12375;p74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2376" name="Google Shape;12376;p74"/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74"/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74"/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74"/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74"/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74"/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82" name="Google Shape;12382;p74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2383" name="Google Shape;12383;p74"/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74"/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74"/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74"/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74"/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74"/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74"/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74"/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74"/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74"/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74"/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74"/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74"/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74"/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74"/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74"/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74"/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74"/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401" name="Google Shape;12401;p74"/>
          <p:cNvSpPr/>
          <p:nvPr/>
        </p:nvSpPr>
        <p:spPr>
          <a:xfrm>
            <a:off x="7114476" y="3808799"/>
            <a:ext cx="350548" cy="350548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402" name="Google Shape;12402;p74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2403" name="Google Shape;12403;p74"/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74"/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05" name="Google Shape;12405;p74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2406" name="Google Shape;12406;p74"/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74"/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74"/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74"/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10" name="Google Shape;12410;p74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2411" name="Google Shape;12411;p74"/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74"/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74"/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74"/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74"/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16" name="Google Shape;12416;p74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2417" name="Google Shape;12417;p74"/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74"/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74"/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74"/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21" name="Google Shape;12421;p74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2422" name="Google Shape;12422;p74"/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74"/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24" name="Google Shape;12424;p74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2425" name="Google Shape;12425;p74"/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74"/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74"/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74"/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74"/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74"/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74"/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74"/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74"/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74"/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74"/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74"/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74"/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74"/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74"/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74"/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74"/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6" name="Google Shape;12446;p75"/>
          <p:cNvSpPr txBox="1">
            <a:spLocks noGrp="1"/>
          </p:cNvSpPr>
          <p:nvPr>
            <p:ph type="title" idx="4294967295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47" name="Google Shape;12447;p75"/>
          <p:cNvSpPr txBox="1">
            <a:spLocks noGrp="1"/>
          </p:cNvSpPr>
          <p:nvPr>
            <p:ph type="title" idx="4294967295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448" name="Google Shape;12448;p75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2449" name="Google Shape;12449;p75"/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75"/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75"/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75"/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75"/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75"/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75"/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56" name="Google Shape;12456;p75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2457" name="Google Shape;12457;p75"/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75"/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75"/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0" name="Google Shape;12460;p75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2461" name="Google Shape;12461;p75"/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75"/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75"/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75"/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75"/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6" name="Google Shape;12466;p75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2467" name="Google Shape;12467;p75"/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75"/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9" name="Google Shape;12469;p75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2470" name="Google Shape;12470;p75"/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75"/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75"/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75"/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75"/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75" name="Google Shape;12475;p75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2476" name="Google Shape;12476;p75"/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75"/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75"/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75"/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75"/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75"/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75"/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83" name="Google Shape;12483;p75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2484" name="Google Shape;12484;p75"/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75"/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75"/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75"/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75"/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75"/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75"/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75"/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92" name="Google Shape;12492;p75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2493" name="Google Shape;12493;p75"/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75"/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75"/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96" name="Google Shape;12496;p75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2497" name="Google Shape;12497;p75"/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75"/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75"/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75"/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75"/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75"/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75"/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04" name="Google Shape;12504;p75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2505" name="Google Shape;12505;p75"/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75"/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75"/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75"/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75"/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75"/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75"/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12" name="Google Shape;12512;p75"/>
          <p:cNvSpPr/>
          <p:nvPr/>
        </p:nvSpPr>
        <p:spPr>
          <a:xfrm>
            <a:off x="1322345" y="3836582"/>
            <a:ext cx="367805" cy="259871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513" name="Google Shape;12513;p75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2514" name="Google Shape;12514;p75"/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75"/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75"/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17" name="Google Shape;12517;p75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2518" name="Google Shape;12518;p75"/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75"/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75"/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75"/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75"/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23" name="Google Shape;12523;p75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524" name="Google Shape;12524;p75"/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75"/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75"/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75"/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75"/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75"/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30" name="Google Shape;12530;p75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531" name="Google Shape;12531;p75"/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75"/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75"/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75"/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75"/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75"/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75"/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38" name="Google Shape;12538;p75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539" name="Google Shape;12539;p75"/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75"/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75"/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75"/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75"/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75"/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75"/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46" name="Google Shape;12546;p75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547" name="Google Shape;12547;p75"/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75"/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75"/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75"/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75"/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75"/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53" name="Google Shape;12553;p75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554" name="Google Shape;12554;p75"/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75"/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75"/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75"/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58" name="Google Shape;12558;p75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559" name="Google Shape;12559;p75"/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75"/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75"/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75"/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63" name="Google Shape;12563;p75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564" name="Google Shape;12564;p75"/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75"/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75"/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75"/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75"/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69" name="Google Shape;12569;p75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570" name="Google Shape;12570;p75"/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75"/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75"/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75"/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75"/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75"/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75"/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77" name="Google Shape;12577;p75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578" name="Google Shape;12578;p75"/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75"/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75"/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75"/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75"/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83" name="Google Shape;12583;p75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584" name="Google Shape;12584;p75"/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75"/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75"/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75"/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75"/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75"/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90" name="Google Shape;12590;p75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591" name="Google Shape;12591;p75"/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75"/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75"/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75"/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75"/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75"/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97" name="Google Shape;12597;p75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598" name="Google Shape;12598;p75"/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75"/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75"/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75"/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2" name="Google Shape;12602;p75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603" name="Google Shape;12603;p75"/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75"/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75"/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75"/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75"/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75"/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9" name="Google Shape;12609;p75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610" name="Google Shape;12610;p75"/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75"/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75"/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75"/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14" name="Google Shape;12614;p75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615" name="Google Shape;12615;p75"/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75"/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75"/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75"/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75"/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0" name="Google Shape;12620;p75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621" name="Google Shape;12621;p75"/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75"/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75"/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75"/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5" name="Google Shape;12625;p75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626" name="Google Shape;12626;p75"/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75"/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75"/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75"/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75"/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31" name="Google Shape;12631;p75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632" name="Google Shape;12632;p75"/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75"/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75"/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75"/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75"/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75"/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75"/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39" name="Google Shape;12639;p75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640" name="Google Shape;12640;p75"/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75"/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75"/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75"/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75"/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45" name="Google Shape;12645;p75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646" name="Google Shape;12646;p75"/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75"/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75"/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75"/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50" name="Google Shape;12650;p75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651" name="Google Shape;12651;p75"/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75"/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75"/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75"/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75"/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56" name="Google Shape;12656;p75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657" name="Google Shape;12657;p75"/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75"/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75"/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75"/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75"/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62" name="Google Shape;12662;p75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663" name="Google Shape;12663;p75"/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75"/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75"/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75"/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75"/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68" name="Google Shape;12668;p75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669" name="Google Shape;12669;p75"/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75"/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75"/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72" name="Google Shape;12672;p75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673" name="Google Shape;12673;p75"/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75"/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75"/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75"/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77" name="Google Shape;12677;p75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678" name="Google Shape;12678;p75"/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75"/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75"/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75"/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75"/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75"/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84" name="Google Shape;12684;p75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685" name="Google Shape;12685;p75"/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75"/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87" name="Google Shape;12687;p75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688" name="Google Shape;12688;p75"/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75"/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75"/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75"/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75"/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75"/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94" name="Google Shape;12694;p75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695" name="Google Shape;12695;p75"/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75"/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75"/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75"/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75"/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75"/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01" name="Google Shape;12701;p75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702" name="Google Shape;12702;p75"/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75"/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75"/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75"/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75"/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75"/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75"/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75"/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75"/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75"/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12" name="Google Shape;12712;p75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713" name="Google Shape;12713;p75"/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75"/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75"/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75"/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75"/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75"/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75"/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75"/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21" name="Google Shape;12721;p75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722" name="Google Shape;12722;p75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75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75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75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75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75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75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75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75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75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75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75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75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75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75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75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75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75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75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75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75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75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75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45" name="Google Shape;12745;p75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746" name="Google Shape;12746;p75"/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75"/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75"/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75"/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75"/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51" name="Google Shape;12751;p75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752" name="Google Shape;12752;p75"/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75"/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75"/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55" name="Google Shape;12755;p75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756" name="Google Shape;12756;p75"/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75"/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75"/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75"/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75"/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75"/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75"/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75"/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64" name="Google Shape;12764;p75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765" name="Google Shape;12765;p75"/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75"/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75"/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75"/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75"/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75"/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75"/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75"/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73" name="Google Shape;12773;p75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774" name="Google Shape;12774;p75"/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75"/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75"/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75"/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75"/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75"/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75"/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75"/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82" name="Google Shape;12782;p75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783" name="Google Shape;12783;p75"/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75"/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75"/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75"/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75"/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75"/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75"/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75"/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75"/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75"/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3" name="Google Shape;12793;p75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794" name="Google Shape;12794;p75"/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75"/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75"/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75"/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75"/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75"/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0" name="Google Shape;12800;p75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801" name="Google Shape;12801;p75"/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75"/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75"/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75"/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75"/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75"/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7" name="Google Shape;12807;p75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808" name="Google Shape;12808;p75"/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75"/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75"/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75"/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75"/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3" name="Google Shape;12813;p75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814" name="Google Shape;12814;p75"/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75"/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75"/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75"/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75"/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9" name="Google Shape;12819;p75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820" name="Google Shape;12820;p75"/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75"/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75"/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75"/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24" name="Google Shape;12824;p75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825" name="Google Shape;12825;p75"/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75"/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75"/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75"/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75"/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75"/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31" name="Google Shape;12831;p75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832" name="Google Shape;12832;p75"/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75"/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75"/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75"/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75"/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37" name="Google Shape;12837;p75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838" name="Google Shape;12838;p75"/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75"/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75"/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75"/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75"/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75"/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75"/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75"/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75"/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75"/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75"/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49" name="Google Shape;12849;p75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850" name="Google Shape;12850;p75"/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75"/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75"/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75"/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75"/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75"/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75"/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75"/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58" name="Google Shape;12858;p75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859" name="Google Shape;12859;p75"/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75"/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75"/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75"/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75"/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75"/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75"/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75"/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75"/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68" name="Google Shape;12868;p75"/>
          <p:cNvSpPr/>
          <p:nvPr/>
        </p:nvSpPr>
        <p:spPr>
          <a:xfrm>
            <a:off x="3518751" y="2415259"/>
            <a:ext cx="364003" cy="361405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869" name="Google Shape;12869;p75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870" name="Google Shape;12870;p75"/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75"/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75"/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75"/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74" name="Google Shape;12874;p75"/>
          <p:cNvSpPr/>
          <p:nvPr/>
        </p:nvSpPr>
        <p:spPr>
          <a:xfrm>
            <a:off x="1747839" y="2414150"/>
            <a:ext cx="361754" cy="362514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875" name="Google Shape;12875;p75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876" name="Google Shape;12876;p75"/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75"/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75"/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75"/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75"/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75"/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75"/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75"/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84" name="Google Shape;12884;p75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885" name="Google Shape;12885;p75"/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75"/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75"/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75"/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75"/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90" name="Google Shape;12890;p75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891" name="Google Shape;12891;p75"/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75"/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75"/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75"/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75"/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75"/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97" name="Google Shape;12897;p75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898" name="Google Shape;12898;p75"/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75"/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75"/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75"/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75"/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75"/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75"/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75"/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75"/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75"/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08" name="Google Shape;12908;p75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909" name="Google Shape;12909;p75"/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75"/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75"/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75"/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75"/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75"/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15" name="Google Shape;12915;p75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916" name="Google Shape;12916;p75"/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75"/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75"/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75"/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75"/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75"/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75"/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75"/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24" name="Google Shape;12924;p75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925" name="Google Shape;12925;p75"/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75"/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75"/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75"/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75"/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75"/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75"/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32" name="Google Shape;12932;p75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933" name="Google Shape;12933;p75"/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75"/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75"/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75"/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75"/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75"/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39" name="Google Shape;12939;p75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940" name="Google Shape;12940;p75"/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75"/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75"/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75"/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75"/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45" name="Google Shape;12945;p75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946" name="Google Shape;12946;p75"/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75"/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75"/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75"/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75"/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75"/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52" name="Google Shape;12952;p75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953" name="Google Shape;12953;p75"/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75"/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75"/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75"/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75"/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75"/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75"/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75"/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1" name="Google Shape;12961;p75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962" name="Google Shape;12962;p75"/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75"/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75"/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75"/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6" name="Google Shape;12966;p75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967" name="Google Shape;12967;p75"/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75"/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75"/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75"/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75"/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72" name="Google Shape;12972;p75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973" name="Google Shape;12973;p75"/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75"/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75"/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75"/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75"/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78" name="Google Shape;12978;p75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979" name="Google Shape;12979;p75"/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75"/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75"/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75"/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75"/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75"/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75"/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86" name="Google Shape;12986;p75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987" name="Google Shape;12987;p75"/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75"/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75"/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75"/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75"/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75"/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75"/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75"/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95" name="Google Shape;12995;p75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996" name="Google Shape;12996;p75"/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75"/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75"/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75"/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75"/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75"/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75"/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75"/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04" name="Google Shape;13004;p75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3005" name="Google Shape;13005;p75"/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75"/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75"/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08" name="Google Shape;13008;p75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3009" name="Google Shape;13009;p75"/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75"/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75"/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75"/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13" name="Google Shape;13013;p75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3014" name="Google Shape;13014;p75"/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75"/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75"/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75"/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75"/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75"/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0" name="Google Shape;13020;p75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3021" name="Google Shape;13021;p75"/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75"/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75"/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75"/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75"/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75"/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75"/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8" name="Google Shape;13028;p75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3029" name="Google Shape;13029;p75"/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75"/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75"/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75"/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75"/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75"/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75"/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36" name="Google Shape;13036;p75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3037" name="Google Shape;13037;p75"/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75"/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75"/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75"/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75"/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75"/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43" name="Google Shape;13043;p75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3044" name="Google Shape;13044;p75"/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75"/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75"/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75"/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75"/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75"/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75"/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75"/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75"/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75"/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75"/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75"/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75"/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57" name="Google Shape;13057;p75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3058" name="Google Shape;13058;p75"/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75"/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75"/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75"/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62" name="Google Shape;13062;p75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3063" name="Google Shape;13063;p75"/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75"/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75"/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75"/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75"/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75"/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75"/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75"/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75"/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75"/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75"/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75"/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75"/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76" name="Google Shape;13076;p75"/>
          <p:cNvSpPr/>
          <p:nvPr/>
        </p:nvSpPr>
        <p:spPr>
          <a:xfrm>
            <a:off x="872362" y="1513044"/>
            <a:ext cx="325164" cy="347783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077" name="Google Shape;13077;p75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3078" name="Google Shape;13078;p75"/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75"/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75"/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75"/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75"/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75"/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75"/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75"/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75"/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87" name="Google Shape;13087;p75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3088" name="Google Shape;13088;p75"/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75"/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75"/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75"/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75"/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93" name="Google Shape;13093;p75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3094" name="Google Shape;13094;p75"/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75"/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75"/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75"/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98" name="Google Shape;13098;p75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3099" name="Google Shape;13099;p75"/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75"/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75"/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75"/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75"/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04" name="Google Shape;13104;p75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3105" name="Google Shape;13105;p75"/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75"/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75"/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75"/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75"/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75"/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75"/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75"/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75"/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75"/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15" name="Google Shape;13115;p75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3116" name="Google Shape;13116;p75"/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75"/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75"/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75"/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75"/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75"/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75"/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75"/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75"/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75"/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75"/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27" name="Google Shape;13127;p75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3128" name="Google Shape;13128;p75"/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75"/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75"/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75"/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32" name="Google Shape;13132;p75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3133" name="Google Shape;13133;p75"/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75"/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75"/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75"/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75"/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75"/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39" name="Google Shape;13139;p75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3140" name="Google Shape;13140;p75"/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75"/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75"/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75"/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44" name="Google Shape;13144;p75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3145" name="Google Shape;13145;p75"/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75"/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75"/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75"/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75"/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50" name="Google Shape;13150;p75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3151" name="Google Shape;13151;p75"/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75"/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75"/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75"/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75"/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75"/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57" name="Google Shape;13157;p75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3158" name="Google Shape;13158;p75"/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75"/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75"/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75"/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75"/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75"/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75"/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65" name="Google Shape;13165;p75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3166" name="Google Shape;13166;p75"/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75"/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75"/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75"/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70" name="Google Shape;13170;p75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3171" name="Google Shape;13171;p75"/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75"/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75"/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75"/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75"/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76" name="Google Shape;13176;p75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3177" name="Google Shape;13177;p75"/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75"/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75"/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75"/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75"/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75"/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3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7" name="Google Shape;13187;p76"/>
          <p:cNvSpPr txBox="1">
            <a:spLocks noGrp="1"/>
          </p:cNvSpPr>
          <p:nvPr>
            <p:ph type="title" idx="4294967295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88" name="Google Shape;13188;p76"/>
          <p:cNvSpPr txBox="1">
            <a:spLocks noGrp="1"/>
          </p:cNvSpPr>
          <p:nvPr>
            <p:ph type="title" idx="4294967295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189" name="Google Shape;13189;p76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3190" name="Google Shape;13190;p76"/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76"/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76"/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76"/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76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76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76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76"/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76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76"/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76"/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76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76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76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76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76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76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76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76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76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76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76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76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76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76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76"/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76"/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76"/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76"/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19" name="Google Shape;13219;p76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3220" name="Google Shape;13220;p76"/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76"/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22" name="Google Shape;13222;p76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3223" name="Google Shape;13223;p76"/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76"/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25" name="Google Shape;13225;p76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3226" name="Google Shape;13226;p76"/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76"/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76"/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29" name="Google Shape;13229;p76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3230" name="Google Shape;13230;p76"/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76"/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76"/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76"/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76"/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35" name="Google Shape;13235;p76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3236" name="Google Shape;13236;p76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76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76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76"/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76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76"/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76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76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76"/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76"/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76"/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47" name="Google Shape;13247;p76"/>
          <p:cNvSpPr/>
          <p:nvPr/>
        </p:nvSpPr>
        <p:spPr>
          <a:xfrm>
            <a:off x="862283" y="2076250"/>
            <a:ext cx="374536" cy="130305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48" name="Google Shape;13248;p76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3249" name="Google Shape;13249;p76"/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76"/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51" name="Google Shape;13251;p76"/>
          <p:cNvSpPr/>
          <p:nvPr/>
        </p:nvSpPr>
        <p:spPr>
          <a:xfrm>
            <a:off x="861520" y="1586835"/>
            <a:ext cx="360160" cy="184628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52" name="Google Shape;13252;p76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3253" name="Google Shape;13253;p76"/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76"/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76"/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76"/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76"/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76"/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76"/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60" name="Google Shape;13260;p76"/>
          <p:cNvSpPr/>
          <p:nvPr/>
        </p:nvSpPr>
        <p:spPr>
          <a:xfrm>
            <a:off x="3196834" y="1954214"/>
            <a:ext cx="118537" cy="373518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61" name="Google Shape;13261;p76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3262" name="Google Shape;13262;p76"/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76"/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76"/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76"/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66" name="Google Shape;13266;p76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3267" name="Google Shape;13267;p76"/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76"/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76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76"/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76"/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76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76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76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76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76"/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76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76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76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76"/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76"/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76"/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76"/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76"/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85" name="Google Shape;13285;p76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3286" name="Google Shape;13286;p76"/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76"/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76"/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76"/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76"/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76"/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2" name="Google Shape;13292;p76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3293" name="Google Shape;13293;p76"/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76"/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76"/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76"/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76"/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76"/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76"/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76"/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76"/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02" name="Google Shape;13302;p76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3303" name="Google Shape;13303;p76"/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76"/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05" name="Google Shape;13305;p76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3306" name="Google Shape;13306;p76"/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76"/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76"/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09" name="Google Shape;13309;p76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3310" name="Google Shape;13310;p76"/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76"/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76"/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76"/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76"/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15" name="Google Shape;13315;p76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3316" name="Google Shape;13316;p76"/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76"/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18" name="Google Shape;13318;p76"/>
          <p:cNvSpPr/>
          <p:nvPr/>
        </p:nvSpPr>
        <p:spPr>
          <a:xfrm>
            <a:off x="5809710" y="1509739"/>
            <a:ext cx="243913" cy="351445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319" name="Google Shape;13319;p76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3320" name="Google Shape;13320;p76"/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76"/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22" name="Google Shape;13322;p76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3323" name="Google Shape;13323;p76"/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76"/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76"/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76"/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76"/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76"/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76"/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0" name="Google Shape;13330;p76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3331" name="Google Shape;13331;p76"/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76"/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76"/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76"/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5" name="Google Shape;13335;p76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3336" name="Google Shape;13336;p76"/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76"/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76"/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76"/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40" name="Google Shape;13340;p76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3341" name="Google Shape;13341;p76"/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76"/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76"/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76"/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45" name="Google Shape;13345;p76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3346" name="Google Shape;13346;p76"/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76"/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76"/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76"/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50" name="Google Shape;13350;p76"/>
          <p:cNvSpPr/>
          <p:nvPr/>
        </p:nvSpPr>
        <p:spPr>
          <a:xfrm>
            <a:off x="7992774" y="1977782"/>
            <a:ext cx="330645" cy="349950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351" name="Google Shape;13351;p76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3352" name="Google Shape;13352;p76"/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76"/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76"/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76"/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76"/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76"/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58" name="Google Shape;13358;p76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3359" name="Google Shape;13359;p76"/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76"/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76"/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76"/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76"/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76"/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76"/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6" name="Google Shape;13366;p76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3367" name="Google Shape;13367;p76"/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76"/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9" name="Google Shape;13369;p76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3370" name="Google Shape;13370;p76"/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76"/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76"/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76"/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76"/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76"/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76"/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77" name="Google Shape;13377;p76"/>
          <p:cNvSpPr/>
          <p:nvPr/>
        </p:nvSpPr>
        <p:spPr>
          <a:xfrm>
            <a:off x="6658713" y="1978545"/>
            <a:ext cx="342349" cy="350332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8" name="Google Shape;13378;p76"/>
          <p:cNvSpPr/>
          <p:nvPr/>
        </p:nvSpPr>
        <p:spPr>
          <a:xfrm>
            <a:off x="4104898" y="2422257"/>
            <a:ext cx="91662" cy="351541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379" name="Google Shape;13379;p76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3380" name="Google Shape;13380;p76"/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76"/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82" name="Google Shape;13382;p76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3383" name="Google Shape;13383;p76"/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76"/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76"/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76"/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87" name="Google Shape;13387;p76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3388" name="Google Shape;13388;p76"/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76"/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76"/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1" name="Google Shape;13391;p76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3392" name="Google Shape;13392;p76"/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76"/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4" name="Google Shape;13394;p76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3395" name="Google Shape;13395;p76"/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76"/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76"/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76"/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76"/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76"/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76"/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02" name="Google Shape;13402;p76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3403" name="Google Shape;13403;p76"/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76"/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05" name="Google Shape;13405;p76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3406" name="Google Shape;13406;p76"/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76"/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76"/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76"/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76"/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76"/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76"/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76"/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76"/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76"/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76"/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76"/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76"/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76"/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20" name="Google Shape;13420;p76"/>
          <p:cNvSpPr/>
          <p:nvPr/>
        </p:nvSpPr>
        <p:spPr>
          <a:xfrm>
            <a:off x="7075994" y="2425914"/>
            <a:ext cx="353354" cy="351318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21" name="Google Shape;13421;p76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3422" name="Google Shape;13422;p76"/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76"/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4" name="Google Shape;13424;p76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3425" name="Google Shape;13425;p76"/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76"/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76"/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8" name="Google Shape;13428;p76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3429" name="Google Shape;13429;p76"/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76"/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76"/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76"/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76"/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76"/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76"/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36" name="Google Shape;13436;p76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3437" name="Google Shape;13437;p76"/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76"/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76"/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76"/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76"/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76"/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43" name="Google Shape;13443;p76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3444" name="Google Shape;13444;p76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76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76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76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76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76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76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76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76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76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76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76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76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76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76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76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76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61" name="Google Shape;13461;p76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3462" name="Google Shape;13462;p76"/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76"/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76"/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76"/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76"/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76"/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76"/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76"/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76"/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1" name="Google Shape;13471;p76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3472" name="Google Shape;13472;p76"/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76"/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76"/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76"/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76"/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7" name="Google Shape;13477;p76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3478" name="Google Shape;13478;p76"/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76"/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76"/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76"/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76"/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83" name="Google Shape;13483;p76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3484" name="Google Shape;13484;p76"/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76"/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76"/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76"/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76"/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76"/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76"/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76"/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76"/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76"/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94" name="Google Shape;13494;p76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3495" name="Google Shape;13495;p76"/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76"/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97" name="Google Shape;13497;p76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3498" name="Google Shape;13498;p76"/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76"/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00" name="Google Shape;13500;p76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3501" name="Google Shape;13501;p76"/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76"/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76"/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76"/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76"/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76"/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76"/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76"/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76"/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76"/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76"/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76"/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76"/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76"/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76"/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76"/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76"/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76"/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76"/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76"/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21" name="Google Shape;13521;p76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522" name="Google Shape;13522;p76"/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76"/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76"/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76"/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76"/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76"/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76"/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76"/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76"/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76"/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76"/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33" name="Google Shape;13533;p76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534" name="Google Shape;13534;p76"/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76"/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76"/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76"/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76"/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39" name="Google Shape;13539;p76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540" name="Google Shape;13540;p76"/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76"/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76"/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76"/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76"/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76"/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76"/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7" name="Google Shape;13547;p76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548" name="Google Shape;13548;p76"/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76"/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76"/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76"/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76"/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76"/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54" name="Google Shape;13554;p76"/>
          <p:cNvSpPr/>
          <p:nvPr/>
        </p:nvSpPr>
        <p:spPr>
          <a:xfrm>
            <a:off x="6591286" y="2883970"/>
            <a:ext cx="390088" cy="357520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5" name="Google Shape;13555;p76"/>
          <p:cNvSpPr/>
          <p:nvPr/>
        </p:nvSpPr>
        <p:spPr>
          <a:xfrm>
            <a:off x="6134980" y="2901781"/>
            <a:ext cx="390470" cy="332108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556" name="Google Shape;13556;p76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557" name="Google Shape;13557;p76"/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76"/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59" name="Google Shape;13559;p76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560" name="Google Shape;13560;p76"/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76"/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76"/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76"/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76"/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76"/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66" name="Google Shape;13566;p76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567" name="Google Shape;13567;p76"/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76"/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76"/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76"/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76"/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76"/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76"/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76"/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76"/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76"/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77" name="Google Shape;13577;p76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578" name="Google Shape;13578;p76"/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76"/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76"/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76"/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76"/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76"/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76"/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85" name="Google Shape;13585;p76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586" name="Google Shape;13586;p76"/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76"/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76"/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76"/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76"/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76"/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76"/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76"/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76"/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95" name="Google Shape;13595;p76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596" name="Google Shape;13596;p76"/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76"/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76"/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76"/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76"/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76"/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02" name="Google Shape;13602;p76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603" name="Google Shape;13603;p76"/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76"/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76"/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06" name="Google Shape;13606;p76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607" name="Google Shape;13607;p76"/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76"/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76"/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76"/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76"/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76"/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76"/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76"/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76"/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76"/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76"/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76"/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76"/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76"/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76"/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22" name="Google Shape;13622;p76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623" name="Google Shape;13623;p76"/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76"/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76"/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76"/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76"/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76"/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29" name="Google Shape;13629;p76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630" name="Google Shape;13630;p76"/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76"/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76"/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76"/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76"/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76"/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76"/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37" name="Google Shape;13637;p76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638" name="Google Shape;13638;p76"/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76"/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76"/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76"/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76"/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76"/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76"/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76"/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76"/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76"/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76"/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76"/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76"/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76"/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76"/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3" name="Google Shape;13653;p76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654" name="Google Shape;13654;p76"/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76"/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76"/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76"/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76"/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76"/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60" name="Google Shape;13660;p76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661" name="Google Shape;13661;p76"/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76"/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76"/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76"/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76"/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76"/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76"/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76"/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76"/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76"/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76"/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76"/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76"/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4" name="Google Shape;13674;p76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675" name="Google Shape;13675;p76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76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76"/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76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76"/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80" name="Google Shape;13680;p76"/>
          <p:cNvSpPr/>
          <p:nvPr/>
        </p:nvSpPr>
        <p:spPr>
          <a:xfrm>
            <a:off x="3968964" y="3349945"/>
            <a:ext cx="359015" cy="358442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681" name="Google Shape;13681;p76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682" name="Google Shape;13682;p76"/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76"/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84" name="Google Shape;13684;p76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685" name="Google Shape;13685;p76"/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76"/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87" name="Google Shape;13687;p76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688" name="Google Shape;13688;p76"/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76"/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76"/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76"/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76"/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76"/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76"/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95" name="Google Shape;13695;p76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696" name="Google Shape;13696;p76"/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76"/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76"/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76"/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76"/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76"/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76"/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76"/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76"/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76"/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76"/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76"/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76"/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76"/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76"/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76"/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76"/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76"/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76"/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76"/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76"/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76"/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76"/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76"/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20" name="Google Shape;13720;p76"/>
          <p:cNvSpPr/>
          <p:nvPr/>
        </p:nvSpPr>
        <p:spPr>
          <a:xfrm>
            <a:off x="2787472" y="3804915"/>
            <a:ext cx="89022" cy="360064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21" name="Google Shape;13721;p76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722" name="Google Shape;13722;p76"/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76"/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76"/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76"/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76"/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27" name="Google Shape;13727;p76"/>
          <p:cNvSpPr/>
          <p:nvPr/>
        </p:nvSpPr>
        <p:spPr>
          <a:xfrm>
            <a:off x="1315918" y="3360631"/>
            <a:ext cx="288599" cy="337515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28" name="Google Shape;13728;p76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729" name="Google Shape;13729;p76"/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76"/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76"/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76"/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76"/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34" name="Google Shape;13734;p76"/>
          <p:cNvSpPr/>
          <p:nvPr/>
        </p:nvSpPr>
        <p:spPr>
          <a:xfrm>
            <a:off x="3216521" y="3807937"/>
            <a:ext cx="78049" cy="353417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35" name="Google Shape;13735;p76"/>
          <p:cNvSpPr/>
          <p:nvPr/>
        </p:nvSpPr>
        <p:spPr>
          <a:xfrm>
            <a:off x="3469466" y="3828197"/>
            <a:ext cx="363563" cy="311657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36" name="Google Shape;13736;p76"/>
          <p:cNvSpPr/>
          <p:nvPr/>
        </p:nvSpPr>
        <p:spPr>
          <a:xfrm>
            <a:off x="5314611" y="3818560"/>
            <a:ext cx="324188" cy="324538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37" name="Google Shape;13737;p76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738" name="Google Shape;13738;p76"/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76"/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76"/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76"/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2" name="Google Shape;13742;p76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743" name="Google Shape;13743;p76"/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76"/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76"/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76"/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76"/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76"/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76"/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76"/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76"/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76"/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53" name="Google Shape;13753;p76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754" name="Google Shape;13754;p76"/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76"/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76"/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76"/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76"/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76"/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76"/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76"/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2" name="Google Shape;13762;p76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763" name="Google Shape;13763;p76"/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76"/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76"/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76"/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76"/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8" name="Google Shape;13768;p76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769" name="Google Shape;13769;p76"/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76"/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1" name="Google Shape;13771;p76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772" name="Google Shape;13772;p76"/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76"/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76"/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76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76"/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76"/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76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76"/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76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76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76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76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76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76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76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76"/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76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76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96" name="Google Shape;13796;p76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797" name="Google Shape;13797;p76"/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76"/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76"/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76"/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76"/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76"/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76"/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76"/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76"/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76"/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76"/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76"/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76"/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76"/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76"/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76"/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76"/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76"/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76"/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16" name="Google Shape;13816;p76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817" name="Google Shape;13817;p76"/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76"/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76"/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20" name="Google Shape;13820;p76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821" name="Google Shape;13821;p76"/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76"/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76"/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76"/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76"/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76"/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76"/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76"/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76"/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76"/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76"/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32" name="Google Shape;13832;p76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833" name="Google Shape;13833;p76"/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76"/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35" name="Google Shape;13835;p76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836" name="Google Shape;13836;p76"/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76"/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76"/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39" name="Google Shape;13839;p76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840" name="Google Shape;13840;p76"/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76"/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76"/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76"/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76"/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45" name="Google Shape;13845;p76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846" name="Google Shape;13846;p76"/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76"/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76"/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76"/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76"/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76"/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52" name="Google Shape;13852;p76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853" name="Google Shape;13853;p76"/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76"/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76"/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76"/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76"/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76"/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76"/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0" name="Google Shape;13860;p76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861" name="Google Shape;13861;p76"/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76"/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3" name="Google Shape;13863;p76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864" name="Google Shape;13864;p76"/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76"/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76"/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76"/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76"/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76"/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76"/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76"/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76"/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76"/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76"/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76"/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3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0" name="Google Shape;13880;p77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881" name="Google Shape;13881;p77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882" name="Google Shape;13882;p77"/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77"/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77"/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77"/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77"/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77"/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88" name="Google Shape;13888;p77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889" name="Google Shape;13889;p77"/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77"/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77"/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77"/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3" name="Google Shape;13893;p77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894" name="Google Shape;13894;p77"/>
            <p:cNvSpPr/>
            <p:nvPr/>
          </p:nvSpPr>
          <p:spPr>
            <a:xfrm>
              <a:off x="4697389" y="1500658"/>
              <a:ext cx="347520" cy="347104"/>
            </a:xfrm>
            <a:custGeom>
              <a:avLst/>
              <a:gdLst/>
              <a:ahLst/>
              <a:cxnLst/>
              <a:rect l="l" t="t" r="r" b="b"/>
              <a:pathLst>
                <a:path w="10860" h="10847" extrusionOk="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77"/>
            <p:cNvSpPr/>
            <p:nvPr/>
          </p:nvSpPr>
          <p:spPr>
            <a:xfrm>
              <a:off x="4773581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77"/>
            <p:cNvSpPr/>
            <p:nvPr/>
          </p:nvSpPr>
          <p:spPr>
            <a:xfrm>
              <a:off x="4920653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7" name="Google Shape;13897;p77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898" name="Google Shape;13898;p77"/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77"/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77"/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1" name="Google Shape;13901;p77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902" name="Google Shape;13902;p77"/>
            <p:cNvSpPr/>
            <p:nvPr/>
          </p:nvSpPr>
          <p:spPr>
            <a:xfrm>
              <a:off x="2048301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77"/>
            <p:cNvSpPr/>
            <p:nvPr/>
          </p:nvSpPr>
          <p:spPr>
            <a:xfrm>
              <a:off x="2164109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77"/>
            <p:cNvSpPr/>
            <p:nvPr/>
          </p:nvSpPr>
          <p:spPr>
            <a:xfrm>
              <a:off x="2097453" y="2224562"/>
              <a:ext cx="65952" cy="56416"/>
            </a:xfrm>
            <a:custGeom>
              <a:avLst/>
              <a:gdLst/>
              <a:ahLst/>
              <a:cxnLst/>
              <a:rect l="l" t="t" r="r" b="b"/>
              <a:pathLst>
                <a:path w="2061" h="1763" extrusionOk="0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77"/>
            <p:cNvSpPr/>
            <p:nvPr/>
          </p:nvSpPr>
          <p:spPr>
            <a:xfrm>
              <a:off x="1950765" y="1964338"/>
              <a:ext cx="357792" cy="352448"/>
            </a:xfrm>
            <a:custGeom>
              <a:avLst/>
              <a:gdLst/>
              <a:ahLst/>
              <a:cxnLst/>
              <a:rect l="l" t="t" r="r" b="b"/>
              <a:pathLst>
                <a:path w="11181" h="11014" extrusionOk="0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6" name="Google Shape;13906;p77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907" name="Google Shape;13907;p77"/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77"/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77"/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77"/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11" name="Google Shape;13911;p77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912" name="Google Shape;13912;p77"/>
            <p:cNvSpPr/>
            <p:nvPr/>
          </p:nvSpPr>
          <p:spPr>
            <a:xfrm>
              <a:off x="2590829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77"/>
            <p:cNvSpPr/>
            <p:nvPr/>
          </p:nvSpPr>
          <p:spPr>
            <a:xfrm>
              <a:off x="2718477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77"/>
            <p:cNvSpPr/>
            <p:nvPr/>
          </p:nvSpPr>
          <p:spPr>
            <a:xfrm>
              <a:off x="2624365" y="2242994"/>
              <a:ext cx="110528" cy="52064"/>
            </a:xfrm>
            <a:custGeom>
              <a:avLst/>
              <a:gdLst/>
              <a:ahLst/>
              <a:cxnLst/>
              <a:rect l="l" t="t" r="r" b="b"/>
              <a:pathLst>
                <a:path w="3454" h="1627" extrusionOk="0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77"/>
            <p:cNvSpPr/>
            <p:nvPr/>
          </p:nvSpPr>
          <p:spPr>
            <a:xfrm>
              <a:off x="2654477" y="2194834"/>
              <a:ext cx="49184" cy="38144"/>
            </a:xfrm>
            <a:custGeom>
              <a:avLst/>
              <a:gdLst/>
              <a:ahLst/>
              <a:cxnLst/>
              <a:rect l="l" t="t" r="r" b="b"/>
              <a:pathLst>
                <a:path w="1537" h="1192" extrusionOk="0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77"/>
            <p:cNvSpPr/>
            <p:nvPr/>
          </p:nvSpPr>
          <p:spPr>
            <a:xfrm>
              <a:off x="2512749" y="1965042"/>
              <a:ext cx="333024" cy="352896"/>
            </a:xfrm>
            <a:custGeom>
              <a:avLst/>
              <a:gdLst/>
              <a:ahLst/>
              <a:cxnLst/>
              <a:rect l="l" t="t" r="r" b="b"/>
              <a:pathLst>
                <a:path w="10407" h="11028" extrusionOk="0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17" name="Google Shape;13917;p77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918" name="Google Shape;13918;p77"/>
            <p:cNvSpPr/>
            <p:nvPr/>
          </p:nvSpPr>
          <p:spPr>
            <a:xfrm>
              <a:off x="1398317" y="1981778"/>
              <a:ext cx="365792" cy="335392"/>
            </a:xfrm>
            <a:custGeom>
              <a:avLst/>
              <a:gdLst/>
              <a:ahLst/>
              <a:cxnLst/>
              <a:rect l="l" t="t" r="r" b="b"/>
              <a:pathLst>
                <a:path w="11431" h="10481" extrusionOk="0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77"/>
            <p:cNvSpPr/>
            <p:nvPr/>
          </p:nvSpPr>
          <p:spPr>
            <a:xfrm>
              <a:off x="1498893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77"/>
            <p:cNvSpPr/>
            <p:nvPr/>
          </p:nvSpPr>
          <p:spPr>
            <a:xfrm>
              <a:off x="1620429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77"/>
            <p:cNvSpPr/>
            <p:nvPr/>
          </p:nvSpPr>
          <p:spPr>
            <a:xfrm>
              <a:off x="1548813" y="2263314"/>
              <a:ext cx="15264" cy="21088"/>
            </a:xfrm>
            <a:custGeom>
              <a:avLst/>
              <a:gdLst/>
              <a:ahLst/>
              <a:cxnLst/>
              <a:rect l="l" t="t" r="r" b="b"/>
              <a:pathLst>
                <a:path w="477" h="659" extrusionOk="0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77"/>
            <p:cNvSpPr/>
            <p:nvPr/>
          </p:nvSpPr>
          <p:spPr>
            <a:xfrm>
              <a:off x="1599469" y="2263186"/>
              <a:ext cx="15296" cy="21216"/>
            </a:xfrm>
            <a:custGeom>
              <a:avLst/>
              <a:gdLst/>
              <a:ahLst/>
              <a:cxnLst/>
              <a:rect l="l" t="t" r="r" b="b"/>
              <a:pathLst>
                <a:path w="478" h="663" extrusionOk="0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77"/>
            <p:cNvSpPr/>
            <p:nvPr/>
          </p:nvSpPr>
          <p:spPr>
            <a:xfrm>
              <a:off x="1631117" y="2062130"/>
              <a:ext cx="22496" cy="23392"/>
            </a:xfrm>
            <a:custGeom>
              <a:avLst/>
              <a:gdLst/>
              <a:ahLst/>
              <a:cxnLst/>
              <a:rect l="l" t="t" r="r" b="b"/>
              <a:pathLst>
                <a:path w="703" h="731" extrusionOk="0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4" name="Google Shape;13924;p77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925" name="Google Shape;13925;p77"/>
            <p:cNvSpPr/>
            <p:nvPr/>
          </p:nvSpPr>
          <p:spPr>
            <a:xfrm>
              <a:off x="3261773" y="2108338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77"/>
            <p:cNvSpPr/>
            <p:nvPr/>
          </p:nvSpPr>
          <p:spPr>
            <a:xfrm>
              <a:off x="3146349" y="2108338"/>
              <a:ext cx="48416" cy="59488"/>
            </a:xfrm>
            <a:custGeom>
              <a:avLst/>
              <a:gdLst/>
              <a:ahLst/>
              <a:cxnLst/>
              <a:rect l="l" t="t" r="r" b="b"/>
              <a:pathLst>
                <a:path w="1513" h="1859" extrusionOk="0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77"/>
            <p:cNvSpPr/>
            <p:nvPr/>
          </p:nvSpPr>
          <p:spPr>
            <a:xfrm>
              <a:off x="3052237" y="2003570"/>
              <a:ext cx="353600" cy="314752"/>
            </a:xfrm>
            <a:custGeom>
              <a:avLst/>
              <a:gdLst/>
              <a:ahLst/>
              <a:cxnLst/>
              <a:rect l="l" t="t" r="r" b="b"/>
              <a:pathLst>
                <a:path w="11050" h="9836" extrusionOk="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8" name="Google Shape;13928;p77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929" name="Google Shape;13929;p77"/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77"/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31" name="Google Shape;13931;p77"/>
          <p:cNvSpPr/>
          <p:nvPr/>
        </p:nvSpPr>
        <p:spPr>
          <a:xfrm>
            <a:off x="4147597" y="2886354"/>
            <a:ext cx="367712" cy="367680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32" name="Google Shape;13932;p77"/>
          <p:cNvSpPr/>
          <p:nvPr/>
        </p:nvSpPr>
        <p:spPr>
          <a:xfrm>
            <a:off x="880141" y="2886290"/>
            <a:ext cx="323520" cy="367360"/>
          </a:xfrm>
          <a:custGeom>
            <a:avLst/>
            <a:gdLst/>
            <a:ahLst/>
            <a:cxnLst/>
            <a:rect l="l" t="t" r="r" b="b"/>
            <a:pathLst>
              <a:path w="10110" h="11480" extrusionOk="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33" name="Google Shape;13933;p77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934" name="Google Shape;13934;p77"/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77"/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77"/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37" name="Google Shape;13937;p77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938" name="Google Shape;13938;p77"/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77"/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77"/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41" name="Google Shape;13941;p77"/>
          <p:cNvSpPr/>
          <p:nvPr/>
        </p:nvSpPr>
        <p:spPr>
          <a:xfrm>
            <a:off x="3597837" y="2929394"/>
            <a:ext cx="368832" cy="281600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42" name="Google Shape;13942;p77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943" name="Google Shape;13943;p77"/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77"/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45" name="Google Shape;13945;p77"/>
          <p:cNvSpPr/>
          <p:nvPr/>
        </p:nvSpPr>
        <p:spPr>
          <a:xfrm>
            <a:off x="4694733" y="2884434"/>
            <a:ext cx="370368" cy="368096"/>
          </a:xfrm>
          <a:custGeom>
            <a:avLst/>
            <a:gdLst/>
            <a:ahLst/>
            <a:cxnLst/>
            <a:rect l="l" t="t" r="r" b="b"/>
            <a:pathLst>
              <a:path w="11574" h="11503" extrusionOk="0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46" name="Google Shape;13946;p77"/>
          <p:cNvSpPr/>
          <p:nvPr/>
        </p:nvSpPr>
        <p:spPr>
          <a:xfrm>
            <a:off x="8046381" y="2886290"/>
            <a:ext cx="253408" cy="366240"/>
          </a:xfrm>
          <a:custGeom>
            <a:avLst/>
            <a:gdLst/>
            <a:ahLst/>
            <a:cxnLst/>
            <a:rect l="l" t="t" r="r" b="b"/>
            <a:pathLst>
              <a:path w="7919" h="11445" extrusionOk="0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47" name="Google Shape;13947;p77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948" name="Google Shape;13948;p77"/>
            <p:cNvSpPr/>
            <p:nvPr/>
          </p:nvSpPr>
          <p:spPr>
            <a:xfrm>
              <a:off x="7531277" y="2886354"/>
              <a:ext cx="185184" cy="367296"/>
            </a:xfrm>
            <a:custGeom>
              <a:avLst/>
              <a:gdLst/>
              <a:ahLst/>
              <a:cxnLst/>
              <a:rect l="l" t="t" r="r" b="b"/>
              <a:pathLst>
                <a:path w="5787" h="11478" extrusionOk="0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77"/>
            <p:cNvSpPr/>
            <p:nvPr/>
          </p:nvSpPr>
          <p:spPr>
            <a:xfrm>
              <a:off x="7642157" y="3151154"/>
              <a:ext cx="16032" cy="10688"/>
            </a:xfrm>
            <a:custGeom>
              <a:avLst/>
              <a:gdLst/>
              <a:ahLst/>
              <a:cxnLst/>
              <a:rect l="l" t="t" r="r" b="b"/>
              <a:pathLst>
                <a:path w="501" h="334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77"/>
            <p:cNvSpPr/>
            <p:nvPr/>
          </p:nvSpPr>
          <p:spPr>
            <a:xfrm>
              <a:off x="7625005" y="3070738"/>
              <a:ext cx="16032" cy="10336"/>
            </a:xfrm>
            <a:custGeom>
              <a:avLst/>
              <a:gdLst/>
              <a:ahLst/>
              <a:cxnLst/>
              <a:rect l="l" t="t" r="r" b="b"/>
              <a:pathLst>
                <a:path w="50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51" name="Google Shape;13951;p77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952" name="Google Shape;13952;p77"/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77"/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77"/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55" name="Google Shape;13955;p77"/>
          <p:cNvSpPr/>
          <p:nvPr/>
        </p:nvSpPr>
        <p:spPr>
          <a:xfrm>
            <a:off x="5255565" y="2885970"/>
            <a:ext cx="346368" cy="368064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56" name="Google Shape;13956;p77"/>
          <p:cNvSpPr/>
          <p:nvPr/>
        </p:nvSpPr>
        <p:spPr>
          <a:xfrm>
            <a:off x="5834285" y="2886674"/>
            <a:ext cx="289216" cy="368512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57" name="Google Shape;13957;p77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958" name="Google Shape;13958;p77"/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77"/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77"/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77"/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77"/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77"/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4" name="Google Shape;13964;p77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965" name="Google Shape;13965;p77"/>
            <p:cNvSpPr/>
            <p:nvPr/>
          </p:nvSpPr>
          <p:spPr>
            <a:xfrm>
              <a:off x="5246797" y="1981426"/>
              <a:ext cx="354752" cy="336512"/>
            </a:xfrm>
            <a:custGeom>
              <a:avLst/>
              <a:gdLst/>
              <a:ahLst/>
              <a:cxnLst/>
              <a:rect l="l" t="t" r="r" b="b"/>
              <a:pathLst>
                <a:path w="11086" h="10516" extrusionOk="0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77"/>
            <p:cNvSpPr/>
            <p:nvPr/>
          </p:nvSpPr>
          <p:spPr>
            <a:xfrm>
              <a:off x="5295565" y="2044338"/>
              <a:ext cx="10304" cy="1068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7" name="Google Shape;13967;p77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968" name="Google Shape;13968;p77"/>
            <p:cNvSpPr/>
            <p:nvPr/>
          </p:nvSpPr>
          <p:spPr>
            <a:xfrm>
              <a:off x="4148749" y="2102066"/>
              <a:ext cx="355136" cy="216256"/>
            </a:xfrm>
            <a:custGeom>
              <a:avLst/>
              <a:gdLst/>
              <a:ahLst/>
              <a:cxnLst/>
              <a:rect l="l" t="t" r="r" b="b"/>
              <a:pathLst>
                <a:path w="11098" h="6758" extrusionOk="0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77"/>
            <p:cNvSpPr/>
            <p:nvPr/>
          </p:nvSpPr>
          <p:spPr>
            <a:xfrm>
              <a:off x="4195981" y="2177682"/>
              <a:ext cx="10336" cy="10720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70" name="Google Shape;13970;p77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971" name="Google Shape;13971;p77"/>
            <p:cNvSpPr/>
            <p:nvPr/>
          </p:nvSpPr>
          <p:spPr>
            <a:xfrm>
              <a:off x="5841165" y="2051186"/>
              <a:ext cx="10688" cy="10336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77"/>
            <p:cNvSpPr/>
            <p:nvPr/>
          </p:nvSpPr>
          <p:spPr>
            <a:xfrm>
              <a:off x="5794669" y="2001426"/>
              <a:ext cx="354752" cy="315360"/>
            </a:xfrm>
            <a:custGeom>
              <a:avLst/>
              <a:gdLst/>
              <a:ahLst/>
              <a:cxnLst/>
              <a:rect l="l" t="t" r="r" b="b"/>
              <a:pathLst>
                <a:path w="11086" h="9855" extrusionOk="0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73" name="Google Shape;13973;p77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974" name="Google Shape;13974;p77"/>
            <p:cNvSpPr/>
            <p:nvPr/>
          </p:nvSpPr>
          <p:spPr>
            <a:xfrm>
              <a:off x="6392845" y="2048146"/>
              <a:ext cx="12992" cy="10720"/>
            </a:xfrm>
            <a:custGeom>
              <a:avLst/>
              <a:gdLst/>
              <a:ahLst/>
              <a:cxnLst/>
              <a:rect l="l" t="t" r="r" b="b"/>
              <a:pathLst>
                <a:path w="40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77"/>
            <p:cNvSpPr/>
            <p:nvPr/>
          </p:nvSpPr>
          <p:spPr>
            <a:xfrm>
              <a:off x="6345229" y="2029842"/>
              <a:ext cx="352832" cy="289216"/>
            </a:xfrm>
            <a:custGeom>
              <a:avLst/>
              <a:gdLst/>
              <a:ahLst/>
              <a:cxnLst/>
              <a:rect l="l" t="t" r="r" b="b"/>
              <a:pathLst>
                <a:path w="11026" h="9038" extrusionOk="0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76" name="Google Shape;13976;p77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977" name="Google Shape;13977;p77"/>
            <p:cNvSpPr/>
            <p:nvPr/>
          </p:nvSpPr>
          <p:spPr>
            <a:xfrm>
              <a:off x="4697389" y="2036338"/>
              <a:ext cx="354752" cy="281984"/>
            </a:xfrm>
            <a:custGeom>
              <a:avLst/>
              <a:gdLst/>
              <a:ahLst/>
              <a:cxnLst/>
              <a:rect l="l" t="t" r="r" b="b"/>
              <a:pathLst>
                <a:path w="11086" h="8812" extrusionOk="0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77"/>
            <p:cNvSpPr/>
            <p:nvPr/>
          </p:nvSpPr>
          <p:spPr>
            <a:xfrm>
              <a:off x="4747693" y="2113682"/>
              <a:ext cx="10688" cy="10688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79" name="Google Shape;13979;p77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980" name="Google Shape;13980;p77"/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77"/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77"/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77"/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77"/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85" name="Google Shape;13985;p77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986" name="Google Shape;13986;p77"/>
            <p:cNvSpPr/>
            <p:nvPr/>
          </p:nvSpPr>
          <p:spPr>
            <a:xfrm>
              <a:off x="854253" y="2428274"/>
              <a:ext cx="355104" cy="351040"/>
            </a:xfrm>
            <a:custGeom>
              <a:avLst/>
              <a:gdLst/>
              <a:ahLst/>
              <a:cxnLst/>
              <a:rect l="l" t="t" r="r" b="b"/>
              <a:pathLst>
                <a:path w="11097" h="10970" extrusionOk="0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77"/>
            <p:cNvSpPr/>
            <p:nvPr/>
          </p:nvSpPr>
          <p:spPr>
            <a:xfrm>
              <a:off x="1003597" y="2557554"/>
              <a:ext cx="49568" cy="60608"/>
            </a:xfrm>
            <a:custGeom>
              <a:avLst/>
              <a:gdLst/>
              <a:ahLst/>
              <a:cxnLst/>
              <a:rect l="l" t="t" r="r" b="b"/>
              <a:pathLst>
                <a:path w="1549" h="1894" extrusionOk="0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88" name="Google Shape;13988;p77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989" name="Google Shape;13989;p77"/>
            <p:cNvSpPr/>
            <p:nvPr/>
          </p:nvSpPr>
          <p:spPr>
            <a:xfrm>
              <a:off x="7052365" y="2573938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77"/>
            <p:cNvSpPr/>
            <p:nvPr/>
          </p:nvSpPr>
          <p:spPr>
            <a:xfrm>
              <a:off x="6896909" y="2440946"/>
              <a:ext cx="354752" cy="275904"/>
            </a:xfrm>
            <a:custGeom>
              <a:avLst/>
              <a:gdLst/>
              <a:ahLst/>
              <a:cxnLst/>
              <a:rect l="l" t="t" r="r" b="b"/>
              <a:pathLst>
                <a:path w="11086" h="8622" extrusionOk="0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91" name="Google Shape;13991;p77"/>
          <p:cNvSpPr/>
          <p:nvPr/>
        </p:nvSpPr>
        <p:spPr>
          <a:xfrm>
            <a:off x="6347501" y="2448754"/>
            <a:ext cx="354752" cy="330176"/>
          </a:xfrm>
          <a:custGeom>
            <a:avLst/>
            <a:gdLst/>
            <a:ahLst/>
            <a:cxnLst/>
            <a:rect l="l" t="t" r="r" b="b"/>
            <a:pathLst>
              <a:path w="11086" h="10318" extrusionOk="0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92" name="Google Shape;13992;p77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993" name="Google Shape;13993;p77"/>
            <p:cNvSpPr/>
            <p:nvPr/>
          </p:nvSpPr>
          <p:spPr>
            <a:xfrm>
              <a:off x="5265069" y="2424754"/>
              <a:ext cx="321984" cy="354560"/>
            </a:xfrm>
            <a:custGeom>
              <a:avLst/>
              <a:gdLst/>
              <a:ahLst/>
              <a:cxnLst/>
              <a:rect l="l" t="t" r="r" b="b"/>
              <a:pathLst>
                <a:path w="10062" h="11080" extrusionOk="0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77"/>
            <p:cNvSpPr/>
            <p:nvPr/>
          </p:nvSpPr>
          <p:spPr>
            <a:xfrm>
              <a:off x="5360717" y="2479826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95" name="Google Shape;13995;p77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996" name="Google Shape;13996;p77"/>
            <p:cNvSpPr/>
            <p:nvPr/>
          </p:nvSpPr>
          <p:spPr>
            <a:xfrm>
              <a:off x="4150669" y="2466770"/>
              <a:ext cx="355104" cy="259584"/>
            </a:xfrm>
            <a:custGeom>
              <a:avLst/>
              <a:gdLst/>
              <a:ahLst/>
              <a:cxnLst/>
              <a:rect l="l" t="t" r="r" b="b"/>
              <a:pathLst>
                <a:path w="11097" h="8112" extrusionOk="0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77"/>
            <p:cNvSpPr/>
            <p:nvPr/>
          </p:nvSpPr>
          <p:spPr>
            <a:xfrm>
              <a:off x="4270285" y="2538098"/>
              <a:ext cx="17184" cy="19872"/>
            </a:xfrm>
            <a:custGeom>
              <a:avLst/>
              <a:gdLst/>
              <a:ahLst/>
              <a:cxnLst/>
              <a:rect l="l" t="t" r="r" b="b"/>
              <a:pathLst>
                <a:path w="537" h="621" extrusionOk="0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77"/>
            <p:cNvSpPr/>
            <p:nvPr/>
          </p:nvSpPr>
          <p:spPr>
            <a:xfrm>
              <a:off x="4183437" y="2557170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77"/>
            <p:cNvSpPr/>
            <p:nvPr/>
          </p:nvSpPr>
          <p:spPr>
            <a:xfrm>
              <a:off x="4309901" y="2589490"/>
              <a:ext cx="82720" cy="60672"/>
            </a:xfrm>
            <a:custGeom>
              <a:avLst/>
              <a:gdLst/>
              <a:ahLst/>
              <a:cxnLst/>
              <a:rect l="l" t="t" r="r" b="b"/>
              <a:pathLst>
                <a:path w="2585" h="1896" extrusionOk="0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00" name="Google Shape;14000;p77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4001" name="Google Shape;14001;p77"/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77"/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03" name="Google Shape;14003;p77"/>
          <p:cNvSpPr/>
          <p:nvPr/>
        </p:nvSpPr>
        <p:spPr>
          <a:xfrm>
            <a:off x="5809901" y="2424594"/>
            <a:ext cx="331520" cy="354720"/>
          </a:xfrm>
          <a:custGeom>
            <a:avLst/>
            <a:gdLst/>
            <a:ahLst/>
            <a:cxnLst/>
            <a:rect l="l" t="t" r="r" b="b"/>
            <a:pathLst>
              <a:path w="10360" h="11085" extrusionOk="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4" name="Google Shape;14004;p77"/>
          <p:cNvSpPr/>
          <p:nvPr/>
        </p:nvSpPr>
        <p:spPr>
          <a:xfrm>
            <a:off x="3051853" y="2463538"/>
            <a:ext cx="355520" cy="315776"/>
          </a:xfrm>
          <a:custGeom>
            <a:avLst/>
            <a:gdLst/>
            <a:ahLst/>
            <a:cxnLst/>
            <a:rect l="l" t="t" r="r" b="b"/>
            <a:pathLst>
              <a:path w="11110" h="9868" extrusionOk="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05" name="Google Shape;14005;p77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4006" name="Google Shape;14006;p77"/>
            <p:cNvSpPr/>
            <p:nvPr/>
          </p:nvSpPr>
          <p:spPr>
            <a:xfrm>
              <a:off x="1953037" y="2552242"/>
              <a:ext cx="355136" cy="227072"/>
            </a:xfrm>
            <a:custGeom>
              <a:avLst/>
              <a:gdLst/>
              <a:ahLst/>
              <a:cxnLst/>
              <a:rect l="l" t="t" r="r" b="b"/>
              <a:pathLst>
                <a:path w="11098" h="7096" extrusionOk="0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77"/>
            <p:cNvSpPr/>
            <p:nvPr/>
          </p:nvSpPr>
          <p:spPr>
            <a:xfrm>
              <a:off x="1985805" y="2573938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08" name="Google Shape;14008;p77"/>
          <p:cNvSpPr/>
          <p:nvPr/>
        </p:nvSpPr>
        <p:spPr>
          <a:xfrm>
            <a:off x="3603917" y="2424146"/>
            <a:ext cx="348256" cy="354016"/>
          </a:xfrm>
          <a:custGeom>
            <a:avLst/>
            <a:gdLst/>
            <a:ahLst/>
            <a:cxnLst/>
            <a:rect l="l" t="t" r="r" b="b"/>
            <a:pathLst>
              <a:path w="10883" h="11063" extrusionOk="0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09" name="Google Shape;14009;p77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4010" name="Google Shape;14010;p77"/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77"/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77"/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77"/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77"/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15" name="Google Shape;14015;p77"/>
          <p:cNvSpPr/>
          <p:nvPr/>
        </p:nvSpPr>
        <p:spPr>
          <a:xfrm>
            <a:off x="7447437" y="2499282"/>
            <a:ext cx="355136" cy="281952"/>
          </a:xfrm>
          <a:custGeom>
            <a:avLst/>
            <a:gdLst/>
            <a:ahLst/>
            <a:cxnLst/>
            <a:rect l="l" t="t" r="r" b="b"/>
            <a:pathLst>
              <a:path w="11098" h="8811" extrusionOk="0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16" name="Google Shape;14016;p77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4017" name="Google Shape;14017;p77"/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77"/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77"/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0" name="Google Shape;14020;p77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4021" name="Google Shape;14021;p77"/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77"/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77"/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4" name="Google Shape;14024;p77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4025" name="Google Shape;14025;p77"/>
            <p:cNvSpPr/>
            <p:nvPr/>
          </p:nvSpPr>
          <p:spPr>
            <a:xfrm>
              <a:off x="6896141" y="1964722"/>
              <a:ext cx="348256" cy="352448"/>
            </a:xfrm>
            <a:custGeom>
              <a:avLst/>
              <a:gdLst/>
              <a:ahLst/>
              <a:cxnLst/>
              <a:rect l="l" t="t" r="r" b="b"/>
              <a:pathLst>
                <a:path w="10883" h="11014" extrusionOk="0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77"/>
            <p:cNvSpPr/>
            <p:nvPr/>
          </p:nvSpPr>
          <p:spPr>
            <a:xfrm>
              <a:off x="7155597" y="2179538"/>
              <a:ext cx="18336" cy="11904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77"/>
            <p:cNvSpPr/>
            <p:nvPr/>
          </p:nvSpPr>
          <p:spPr>
            <a:xfrm>
              <a:off x="6962829" y="1987186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8" name="Google Shape;14028;p77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4029" name="Google Shape;14029;p77"/>
            <p:cNvSpPr/>
            <p:nvPr/>
          </p:nvSpPr>
          <p:spPr>
            <a:xfrm>
              <a:off x="8052109" y="2080530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77"/>
            <p:cNvSpPr/>
            <p:nvPr/>
          </p:nvSpPr>
          <p:spPr>
            <a:xfrm>
              <a:off x="7989997" y="2015378"/>
              <a:ext cx="355136" cy="303328"/>
            </a:xfrm>
            <a:custGeom>
              <a:avLst/>
              <a:gdLst/>
              <a:ahLst/>
              <a:cxnLst/>
              <a:rect l="l" t="t" r="r" b="b"/>
              <a:pathLst>
                <a:path w="11098" h="9479" extrusionOk="0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77"/>
            <p:cNvSpPr/>
            <p:nvPr/>
          </p:nvSpPr>
          <p:spPr>
            <a:xfrm>
              <a:off x="8229645" y="2166034"/>
              <a:ext cx="19456" cy="15872"/>
            </a:xfrm>
            <a:custGeom>
              <a:avLst/>
              <a:gdLst/>
              <a:ahLst/>
              <a:cxnLst/>
              <a:rect l="l" t="t" r="r" b="b"/>
              <a:pathLst>
                <a:path w="608" h="496" extrusionOk="0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32" name="Google Shape;14032;p77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4033" name="Google Shape;14033;p77"/>
            <p:cNvSpPr/>
            <p:nvPr/>
          </p:nvSpPr>
          <p:spPr>
            <a:xfrm>
              <a:off x="3739181" y="160353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77"/>
            <p:cNvSpPr/>
            <p:nvPr/>
          </p:nvSpPr>
          <p:spPr>
            <a:xfrm>
              <a:off x="3619533" y="1709906"/>
              <a:ext cx="16416" cy="15584"/>
            </a:xfrm>
            <a:custGeom>
              <a:avLst/>
              <a:gdLst/>
              <a:ahLst/>
              <a:cxnLst/>
              <a:rect l="l" t="t" r="r" b="b"/>
              <a:pathLst>
                <a:path w="513" h="487" extrusionOk="0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77"/>
            <p:cNvSpPr/>
            <p:nvPr/>
          </p:nvSpPr>
          <p:spPr>
            <a:xfrm>
              <a:off x="3598221" y="1509362"/>
              <a:ext cx="348640" cy="330784"/>
            </a:xfrm>
            <a:custGeom>
              <a:avLst/>
              <a:gdLst/>
              <a:ahLst/>
              <a:cxnLst/>
              <a:rect l="l" t="t" r="r" b="b"/>
              <a:pathLst>
                <a:path w="10895" h="10337" extrusionOk="0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77"/>
            <p:cNvSpPr/>
            <p:nvPr/>
          </p:nvSpPr>
          <p:spPr>
            <a:xfrm>
              <a:off x="3927757" y="1737234"/>
              <a:ext cx="18720" cy="19104"/>
            </a:xfrm>
            <a:custGeom>
              <a:avLst/>
              <a:gdLst/>
              <a:ahLst/>
              <a:cxnLst/>
              <a:rect l="l" t="t" r="r" b="b"/>
              <a:pathLst>
                <a:path w="585" h="597" extrusionOk="0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37" name="Google Shape;14037;p77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4038" name="Google Shape;14038;p77"/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77"/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77"/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77"/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42" name="Google Shape;14042;p77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4043" name="Google Shape;14043;p77"/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044" name="Google Shape;14044;p77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4045" name="Google Shape;14045;p77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6" name="Google Shape;14046;p77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7" name="Google Shape;14047;p77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8" name="Google Shape;14048;p77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49" name="Google Shape;14049;p77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4050" name="Google Shape;14050;p77"/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77"/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77"/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53" name="Google Shape;14053;p77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4054" name="Google Shape;14054;p77"/>
            <p:cNvSpPr/>
            <p:nvPr/>
          </p:nvSpPr>
          <p:spPr>
            <a:xfrm>
              <a:off x="4293901" y="1707410"/>
              <a:ext cx="22528" cy="15392"/>
            </a:xfrm>
            <a:custGeom>
              <a:avLst/>
              <a:gdLst/>
              <a:ahLst/>
              <a:cxnLst/>
              <a:rect l="l" t="t" r="r" b="b"/>
              <a:pathLst>
                <a:path w="704" h="481" extrusionOk="0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77"/>
            <p:cNvSpPr/>
            <p:nvPr/>
          </p:nvSpPr>
          <p:spPr>
            <a:xfrm>
              <a:off x="4326669" y="1707250"/>
              <a:ext cx="22528" cy="15168"/>
            </a:xfrm>
            <a:custGeom>
              <a:avLst/>
              <a:gdLst/>
              <a:ahLst/>
              <a:cxnLst/>
              <a:rect l="l" t="t" r="r" b="b"/>
              <a:pathLst>
                <a:path w="704" h="474" extrusionOk="0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77"/>
            <p:cNvSpPr/>
            <p:nvPr/>
          </p:nvSpPr>
          <p:spPr>
            <a:xfrm>
              <a:off x="4147597" y="1505458"/>
              <a:ext cx="347904" cy="336992"/>
            </a:xfrm>
            <a:custGeom>
              <a:avLst/>
              <a:gdLst/>
              <a:ahLst/>
              <a:cxnLst/>
              <a:rect l="l" t="t" r="r" b="b"/>
              <a:pathLst>
                <a:path w="10872" h="10531" extrusionOk="0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77"/>
            <p:cNvSpPr/>
            <p:nvPr/>
          </p:nvSpPr>
          <p:spPr>
            <a:xfrm>
              <a:off x="4250477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77"/>
            <p:cNvSpPr/>
            <p:nvPr/>
          </p:nvSpPr>
          <p:spPr>
            <a:xfrm>
              <a:off x="4348781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77"/>
            <p:cNvSpPr/>
            <p:nvPr/>
          </p:nvSpPr>
          <p:spPr>
            <a:xfrm>
              <a:off x="4261517" y="1739922"/>
              <a:ext cx="119680" cy="59840"/>
            </a:xfrm>
            <a:custGeom>
              <a:avLst/>
              <a:gdLst/>
              <a:ahLst/>
              <a:cxnLst/>
              <a:rect l="l" t="t" r="r" b="b"/>
              <a:pathLst>
                <a:path w="3740" h="1870" extrusionOk="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77"/>
            <p:cNvSpPr/>
            <p:nvPr/>
          </p:nvSpPr>
          <p:spPr>
            <a:xfrm>
              <a:off x="4221517" y="1614482"/>
              <a:ext cx="199296" cy="206624"/>
            </a:xfrm>
            <a:custGeom>
              <a:avLst/>
              <a:gdLst/>
              <a:ahLst/>
              <a:cxnLst/>
              <a:rect l="l" t="t" r="r" b="b"/>
              <a:pathLst>
                <a:path w="6228" h="6457" extrusionOk="0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61" name="Google Shape;14061;p77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4062" name="Google Shape;14062;p77"/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77"/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77"/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77"/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77"/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67" name="Google Shape;14067;p77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4068" name="Google Shape;14068;p77"/>
            <p:cNvSpPr/>
            <p:nvPr/>
          </p:nvSpPr>
          <p:spPr>
            <a:xfrm>
              <a:off x="2078413" y="1736882"/>
              <a:ext cx="88800" cy="44608"/>
            </a:xfrm>
            <a:custGeom>
              <a:avLst/>
              <a:gdLst/>
              <a:ahLst/>
              <a:cxnLst/>
              <a:rect l="l" t="t" r="r" b="b"/>
              <a:pathLst>
                <a:path w="2775" h="1394" extrusionOk="0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77"/>
            <p:cNvSpPr/>
            <p:nvPr/>
          </p:nvSpPr>
          <p:spPr>
            <a:xfrm>
              <a:off x="1956845" y="1500498"/>
              <a:ext cx="331520" cy="348032"/>
            </a:xfrm>
            <a:custGeom>
              <a:avLst/>
              <a:gdLst/>
              <a:ahLst/>
              <a:cxnLst/>
              <a:rect l="l" t="t" r="r" b="b"/>
              <a:pathLst>
                <a:path w="10360" h="10876" extrusionOk="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77"/>
            <p:cNvSpPr/>
            <p:nvPr/>
          </p:nvSpPr>
          <p:spPr>
            <a:xfrm>
              <a:off x="2030765" y="1652690"/>
              <a:ext cx="48800" cy="59840"/>
            </a:xfrm>
            <a:custGeom>
              <a:avLst/>
              <a:gdLst/>
              <a:ahLst/>
              <a:cxnLst/>
              <a:rect l="l" t="t" r="r" b="b"/>
              <a:pathLst>
                <a:path w="1525" h="1870" extrusionOk="0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77"/>
            <p:cNvSpPr/>
            <p:nvPr/>
          </p:nvSpPr>
          <p:spPr>
            <a:xfrm>
              <a:off x="2167181" y="1652690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77"/>
            <p:cNvSpPr/>
            <p:nvPr/>
          </p:nvSpPr>
          <p:spPr>
            <a:xfrm>
              <a:off x="202087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77"/>
            <p:cNvSpPr/>
            <p:nvPr/>
          </p:nvSpPr>
          <p:spPr>
            <a:xfrm>
              <a:off x="1986189" y="1685426"/>
              <a:ext cx="27840" cy="38144"/>
            </a:xfrm>
            <a:custGeom>
              <a:avLst/>
              <a:gdLst/>
              <a:ahLst/>
              <a:cxnLst/>
              <a:rect l="l" t="t" r="r" b="b"/>
              <a:pathLst>
                <a:path w="870" h="1192" extrusionOk="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77"/>
            <p:cNvSpPr/>
            <p:nvPr/>
          </p:nvSpPr>
          <p:spPr>
            <a:xfrm>
              <a:off x="219879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77"/>
            <p:cNvSpPr/>
            <p:nvPr/>
          </p:nvSpPr>
          <p:spPr>
            <a:xfrm>
              <a:off x="2225453" y="1685426"/>
              <a:ext cx="28224" cy="37760"/>
            </a:xfrm>
            <a:custGeom>
              <a:avLst/>
              <a:gdLst/>
              <a:ahLst/>
              <a:cxnLst/>
              <a:rect l="l" t="t" r="r" b="b"/>
              <a:pathLst>
                <a:path w="882" h="1180" extrusionOk="0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77"/>
            <p:cNvSpPr/>
            <p:nvPr/>
          </p:nvSpPr>
          <p:spPr>
            <a:xfrm>
              <a:off x="2046381" y="1573906"/>
              <a:ext cx="22528" cy="16320"/>
            </a:xfrm>
            <a:custGeom>
              <a:avLst/>
              <a:gdLst/>
              <a:ahLst/>
              <a:cxnLst/>
              <a:rect l="l" t="t" r="r" b="b"/>
              <a:pathLst>
                <a:path w="704" h="510" extrusionOk="0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77"/>
            <p:cNvSpPr/>
            <p:nvPr/>
          </p:nvSpPr>
          <p:spPr>
            <a:xfrm>
              <a:off x="2078765" y="1587538"/>
              <a:ext cx="87680" cy="18304"/>
            </a:xfrm>
            <a:custGeom>
              <a:avLst/>
              <a:gdLst/>
              <a:ahLst/>
              <a:cxnLst/>
              <a:rect l="l" t="t" r="r" b="b"/>
              <a:pathLst>
                <a:path w="2740" h="572" extrusionOk="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77"/>
            <p:cNvSpPr/>
            <p:nvPr/>
          </p:nvSpPr>
          <p:spPr>
            <a:xfrm>
              <a:off x="2177069" y="1574130"/>
              <a:ext cx="22528" cy="16480"/>
            </a:xfrm>
            <a:custGeom>
              <a:avLst/>
              <a:gdLst/>
              <a:ahLst/>
              <a:cxnLst/>
              <a:rect l="l" t="t" r="r" b="b"/>
              <a:pathLst>
                <a:path w="704" h="515" extrusionOk="0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77"/>
            <p:cNvSpPr/>
            <p:nvPr/>
          </p:nvSpPr>
          <p:spPr>
            <a:xfrm>
              <a:off x="2078413" y="1560466"/>
              <a:ext cx="88800" cy="15648"/>
            </a:xfrm>
            <a:custGeom>
              <a:avLst/>
              <a:gdLst/>
              <a:ahLst/>
              <a:cxnLst/>
              <a:rect l="l" t="t" r="r" b="b"/>
              <a:pathLst>
                <a:path w="2775" h="489" extrusionOk="0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80" name="Google Shape;14080;p77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4081" name="Google Shape;14081;p77"/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77"/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77"/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77"/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77"/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77"/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87" name="Google Shape;14087;p77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4088" name="Google Shape;14088;p77"/>
            <p:cNvSpPr/>
            <p:nvPr/>
          </p:nvSpPr>
          <p:spPr>
            <a:xfrm>
              <a:off x="7575469" y="1750066"/>
              <a:ext cx="40032" cy="39424"/>
            </a:xfrm>
            <a:custGeom>
              <a:avLst/>
              <a:gdLst/>
              <a:ahLst/>
              <a:cxnLst/>
              <a:rect l="l" t="t" r="r" b="b"/>
              <a:pathLst>
                <a:path w="1251" h="1232" extrusionOk="0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77"/>
            <p:cNvSpPr/>
            <p:nvPr/>
          </p:nvSpPr>
          <p:spPr>
            <a:xfrm>
              <a:off x="7623469" y="1749714"/>
              <a:ext cx="40032" cy="39776"/>
            </a:xfrm>
            <a:custGeom>
              <a:avLst/>
              <a:gdLst/>
              <a:ahLst/>
              <a:cxnLst/>
              <a:rect l="l" t="t" r="r" b="b"/>
              <a:pathLst>
                <a:path w="1251" h="1243" extrusionOk="0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77"/>
            <p:cNvSpPr/>
            <p:nvPr/>
          </p:nvSpPr>
          <p:spPr>
            <a:xfrm>
              <a:off x="7537741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77"/>
            <p:cNvSpPr/>
            <p:nvPr/>
          </p:nvSpPr>
          <p:spPr>
            <a:xfrm>
              <a:off x="7657389" y="1640498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77"/>
            <p:cNvSpPr/>
            <p:nvPr/>
          </p:nvSpPr>
          <p:spPr>
            <a:xfrm>
              <a:off x="7444781" y="1507026"/>
              <a:ext cx="348640" cy="334272"/>
            </a:xfrm>
            <a:custGeom>
              <a:avLst/>
              <a:gdLst/>
              <a:ahLst/>
              <a:cxnLst/>
              <a:rect l="l" t="t" r="r" b="b"/>
              <a:pathLst>
                <a:path w="10895" h="10446" extrusionOk="0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93" name="Google Shape;14093;p77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4094" name="Google Shape;14094;p77"/>
            <p:cNvSpPr/>
            <p:nvPr/>
          </p:nvSpPr>
          <p:spPr>
            <a:xfrm>
              <a:off x="8129837" y="1722674"/>
              <a:ext cx="33536" cy="35936"/>
            </a:xfrm>
            <a:custGeom>
              <a:avLst/>
              <a:gdLst/>
              <a:ahLst/>
              <a:cxnLst/>
              <a:rect l="l" t="t" r="r" b="b"/>
              <a:pathLst>
                <a:path w="1048" h="1123" extrusionOk="0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77"/>
            <p:cNvSpPr/>
            <p:nvPr/>
          </p:nvSpPr>
          <p:spPr>
            <a:xfrm>
              <a:off x="8172877" y="1722610"/>
              <a:ext cx="35840" cy="36000"/>
            </a:xfrm>
            <a:custGeom>
              <a:avLst/>
              <a:gdLst/>
              <a:ahLst/>
              <a:cxnLst/>
              <a:rect l="l" t="t" r="r" b="b"/>
              <a:pathLst>
                <a:path w="1120" h="1125" extrusionOk="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77"/>
            <p:cNvSpPr/>
            <p:nvPr/>
          </p:nvSpPr>
          <p:spPr>
            <a:xfrm>
              <a:off x="7995341" y="1506738"/>
              <a:ext cx="347872" cy="334944"/>
            </a:xfrm>
            <a:custGeom>
              <a:avLst/>
              <a:gdLst/>
              <a:ahLst/>
              <a:cxnLst/>
              <a:rect l="l" t="t" r="r" b="b"/>
              <a:pathLst>
                <a:path w="10871" h="10467" extrusionOk="0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77"/>
            <p:cNvSpPr/>
            <p:nvPr/>
          </p:nvSpPr>
          <p:spPr>
            <a:xfrm>
              <a:off x="8103149" y="1685426"/>
              <a:ext cx="132256" cy="123104"/>
            </a:xfrm>
            <a:custGeom>
              <a:avLst/>
              <a:gdLst/>
              <a:ahLst/>
              <a:cxnLst/>
              <a:rect l="l" t="t" r="r" b="b"/>
              <a:pathLst>
                <a:path w="4133" h="3847" extrusionOk="0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77"/>
            <p:cNvSpPr/>
            <p:nvPr/>
          </p:nvSpPr>
          <p:spPr>
            <a:xfrm>
              <a:off x="8087149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77"/>
            <p:cNvSpPr/>
            <p:nvPr/>
          </p:nvSpPr>
          <p:spPr>
            <a:xfrm>
              <a:off x="8207149" y="1640498"/>
              <a:ext cx="43104" cy="48032"/>
            </a:xfrm>
            <a:custGeom>
              <a:avLst/>
              <a:gdLst/>
              <a:ahLst/>
              <a:cxnLst/>
              <a:rect l="l" t="t" r="r" b="b"/>
              <a:pathLst>
                <a:path w="1347" h="1501" extrusionOk="0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00" name="Google Shape;14100;p77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4101" name="Google Shape;14101;p77"/>
            <p:cNvSpPr/>
            <p:nvPr/>
          </p:nvSpPr>
          <p:spPr>
            <a:xfrm>
              <a:off x="3137965" y="1548658"/>
              <a:ext cx="10688" cy="13760"/>
            </a:xfrm>
            <a:custGeom>
              <a:avLst/>
              <a:gdLst/>
              <a:ahLst/>
              <a:cxnLst/>
              <a:rect l="l" t="t" r="r" b="b"/>
              <a:pathLst>
                <a:path w="334" h="43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102" name="Google Shape;14102;p77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4103" name="Google Shape;14103;p77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avLst/>
                <a:gdLst/>
                <a:ahLst/>
                <a:cxnLst/>
                <a:rect l="l" t="t" r="r" b="b"/>
                <a:pathLst>
                  <a:path w="10871" h="9497" extrusionOk="0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4" name="Google Shape;14104;p77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4300" extrusionOk="0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105" name="Google Shape;14105;p77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4106" name="Google Shape;14106;p77"/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77"/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77"/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77"/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77"/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77"/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77"/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77"/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77"/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77"/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77"/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77"/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77"/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77"/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77"/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77"/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22" name="Google Shape;14122;p77"/>
          <p:cNvSpPr/>
          <p:nvPr/>
        </p:nvSpPr>
        <p:spPr>
          <a:xfrm>
            <a:off x="1709197" y="3353842"/>
            <a:ext cx="262944" cy="354720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23" name="Google Shape;14123;p77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4124" name="Google Shape;14124;p77"/>
            <p:cNvSpPr/>
            <p:nvPr/>
          </p:nvSpPr>
          <p:spPr>
            <a:xfrm>
              <a:off x="2839629" y="3550386"/>
              <a:ext cx="19840" cy="16448"/>
            </a:xfrm>
            <a:custGeom>
              <a:avLst/>
              <a:gdLst/>
              <a:ahLst/>
              <a:cxnLst/>
              <a:rect l="l" t="t" r="r" b="b"/>
              <a:pathLst>
                <a:path w="620" h="514" extrusionOk="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77"/>
            <p:cNvSpPr/>
            <p:nvPr/>
          </p:nvSpPr>
          <p:spPr>
            <a:xfrm>
              <a:off x="2865165" y="3511410"/>
              <a:ext cx="50688" cy="37536"/>
            </a:xfrm>
            <a:custGeom>
              <a:avLst/>
              <a:gdLst/>
              <a:ahLst/>
              <a:cxnLst/>
              <a:rect l="l" t="t" r="r" b="b"/>
              <a:pathLst>
                <a:path w="1584" h="1173" extrusionOk="0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77"/>
            <p:cNvSpPr/>
            <p:nvPr/>
          </p:nvSpPr>
          <p:spPr>
            <a:xfrm>
              <a:off x="2795053" y="3352594"/>
              <a:ext cx="288448" cy="357120"/>
            </a:xfrm>
            <a:custGeom>
              <a:avLst/>
              <a:gdLst/>
              <a:ahLst/>
              <a:cxnLst/>
              <a:rect l="l" t="t" r="r" b="b"/>
              <a:pathLst>
                <a:path w="9014" h="11160" extrusionOk="0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77"/>
            <p:cNvSpPr/>
            <p:nvPr/>
          </p:nvSpPr>
          <p:spPr>
            <a:xfrm>
              <a:off x="3019853" y="3423794"/>
              <a:ext cx="20224" cy="16576"/>
            </a:xfrm>
            <a:custGeom>
              <a:avLst/>
              <a:gdLst/>
              <a:ahLst/>
              <a:cxnLst/>
              <a:rect l="l" t="t" r="r" b="b"/>
              <a:pathLst>
                <a:path w="632" h="518" extrusionOk="0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77"/>
            <p:cNvSpPr/>
            <p:nvPr/>
          </p:nvSpPr>
          <p:spPr>
            <a:xfrm>
              <a:off x="2964237" y="3441810"/>
              <a:ext cx="49920" cy="37408"/>
            </a:xfrm>
            <a:custGeom>
              <a:avLst/>
              <a:gdLst/>
              <a:ahLst/>
              <a:cxnLst/>
              <a:rect l="l" t="t" r="r" b="b"/>
              <a:pathLst>
                <a:path w="1560" h="1169" extrusionOk="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77"/>
            <p:cNvSpPr/>
            <p:nvPr/>
          </p:nvSpPr>
          <p:spPr>
            <a:xfrm>
              <a:off x="2867437" y="3395602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77"/>
            <p:cNvSpPr/>
            <p:nvPr/>
          </p:nvSpPr>
          <p:spPr>
            <a:xfrm>
              <a:off x="2885741" y="3421234"/>
              <a:ext cx="38496" cy="49216"/>
            </a:xfrm>
            <a:custGeom>
              <a:avLst/>
              <a:gdLst/>
              <a:ahLst/>
              <a:cxnLst/>
              <a:rect l="l" t="t" r="r" b="b"/>
              <a:pathLst>
                <a:path w="1203" h="1538" extrusionOk="0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77"/>
            <p:cNvSpPr/>
            <p:nvPr/>
          </p:nvSpPr>
          <p:spPr>
            <a:xfrm>
              <a:off x="2993933" y="3576178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77"/>
            <p:cNvSpPr/>
            <p:nvPr/>
          </p:nvSpPr>
          <p:spPr>
            <a:xfrm>
              <a:off x="2954701" y="3520466"/>
              <a:ext cx="39264" cy="49056"/>
            </a:xfrm>
            <a:custGeom>
              <a:avLst/>
              <a:gdLst/>
              <a:ahLst/>
              <a:cxnLst/>
              <a:rect l="l" t="t" r="r" b="b"/>
              <a:pathLst>
                <a:path w="1227" h="1533" extrusionOk="0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33" name="Google Shape;14133;p77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4134" name="Google Shape;14134;p77"/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77"/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77"/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37" name="Google Shape;14137;p77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4138" name="Google Shape;14138;p77"/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77"/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77"/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1" name="Google Shape;14141;p77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4142" name="Google Shape;14142;p77"/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77"/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77"/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5" name="Google Shape;14145;p77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4146" name="Google Shape;14146;p77"/>
            <p:cNvSpPr/>
            <p:nvPr/>
          </p:nvSpPr>
          <p:spPr>
            <a:xfrm>
              <a:off x="6608877" y="3353074"/>
              <a:ext cx="357408" cy="357408"/>
            </a:xfrm>
            <a:custGeom>
              <a:avLst/>
              <a:gdLst/>
              <a:ahLst/>
              <a:cxnLst/>
              <a:rect l="l" t="t" r="r" b="b"/>
              <a:pathLst>
                <a:path w="11169" h="11169" extrusionOk="0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77"/>
            <p:cNvSpPr/>
            <p:nvPr/>
          </p:nvSpPr>
          <p:spPr>
            <a:xfrm>
              <a:off x="6770029" y="3565170"/>
              <a:ext cx="44608" cy="27968"/>
            </a:xfrm>
            <a:custGeom>
              <a:avLst/>
              <a:gdLst/>
              <a:ahLst/>
              <a:cxnLst/>
              <a:rect l="l" t="t" r="r" b="b"/>
              <a:pathLst>
                <a:path w="1394" h="874" extrusionOk="0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77"/>
            <p:cNvSpPr/>
            <p:nvPr/>
          </p:nvSpPr>
          <p:spPr>
            <a:xfrm>
              <a:off x="6859949" y="3437074"/>
              <a:ext cx="24416" cy="31840"/>
            </a:xfrm>
            <a:custGeom>
              <a:avLst/>
              <a:gdLst/>
              <a:ahLst/>
              <a:cxnLst/>
              <a:rect l="l" t="t" r="r" b="b"/>
              <a:pathLst>
                <a:path w="763" h="995" extrusionOk="0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77"/>
            <p:cNvSpPr/>
            <p:nvPr/>
          </p:nvSpPr>
          <p:spPr>
            <a:xfrm>
              <a:off x="6824525" y="3509426"/>
              <a:ext cx="17920" cy="28448"/>
            </a:xfrm>
            <a:custGeom>
              <a:avLst/>
              <a:gdLst/>
              <a:ahLst/>
              <a:cxnLst/>
              <a:rect l="l" t="t" r="r" b="b"/>
              <a:pathLst>
                <a:path w="560" h="889" extrusionOk="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77"/>
            <p:cNvSpPr/>
            <p:nvPr/>
          </p:nvSpPr>
          <p:spPr>
            <a:xfrm>
              <a:off x="6790989" y="3541906"/>
              <a:ext cx="42688" cy="34464"/>
            </a:xfrm>
            <a:custGeom>
              <a:avLst/>
              <a:gdLst/>
              <a:ahLst/>
              <a:cxnLst/>
              <a:rect l="l" t="t" r="r" b="b"/>
              <a:pathLst>
                <a:path w="1334" h="1077" extrusionOk="0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77"/>
            <p:cNvSpPr/>
            <p:nvPr/>
          </p:nvSpPr>
          <p:spPr>
            <a:xfrm>
              <a:off x="6840525" y="3544914"/>
              <a:ext cx="54112" cy="32608"/>
            </a:xfrm>
            <a:custGeom>
              <a:avLst/>
              <a:gdLst/>
              <a:ahLst/>
              <a:cxnLst/>
              <a:rect l="l" t="t" r="r" b="b"/>
              <a:pathLst>
                <a:path w="1691" h="1019" extrusionOk="0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77"/>
            <p:cNvSpPr/>
            <p:nvPr/>
          </p:nvSpPr>
          <p:spPr>
            <a:xfrm>
              <a:off x="6793645" y="3582770"/>
              <a:ext cx="102144" cy="75520"/>
            </a:xfrm>
            <a:custGeom>
              <a:avLst/>
              <a:gdLst/>
              <a:ahLst/>
              <a:cxnLst/>
              <a:rect l="l" t="t" r="r" b="b"/>
              <a:pathLst>
                <a:path w="3192" h="2360" extrusionOk="0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53" name="Google Shape;14153;p77"/>
          <p:cNvSpPr/>
          <p:nvPr/>
        </p:nvSpPr>
        <p:spPr>
          <a:xfrm>
            <a:off x="7708045" y="3351538"/>
            <a:ext cx="357408" cy="357408"/>
          </a:xfrm>
          <a:custGeom>
            <a:avLst/>
            <a:gdLst/>
            <a:ahLst/>
            <a:cxnLst/>
            <a:rect l="l" t="t" r="r" b="b"/>
            <a:pathLst>
              <a:path w="11169" h="11169" extrusionOk="0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54" name="Google Shape;14154;p77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4155" name="Google Shape;14155;p77"/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77"/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77"/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58" name="Google Shape;14158;p77"/>
          <p:cNvSpPr/>
          <p:nvPr/>
        </p:nvSpPr>
        <p:spPr>
          <a:xfrm>
            <a:off x="4423085" y="3353074"/>
            <a:ext cx="331872" cy="357792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59" name="Google Shape;14159;p77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4160" name="Google Shape;14160;p77"/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77"/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62" name="Google Shape;14162;p77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4163" name="Google Shape;14163;p77"/>
            <p:cNvSpPr/>
            <p:nvPr/>
          </p:nvSpPr>
          <p:spPr>
            <a:xfrm>
              <a:off x="7158637" y="3353074"/>
              <a:ext cx="357056" cy="357408"/>
            </a:xfrm>
            <a:custGeom>
              <a:avLst/>
              <a:gdLst/>
              <a:ahLst/>
              <a:cxnLst/>
              <a:rect l="l" t="t" r="r" b="b"/>
              <a:pathLst>
                <a:path w="11158" h="11169" extrusionOk="0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77"/>
            <p:cNvSpPr/>
            <p:nvPr/>
          </p:nvSpPr>
          <p:spPr>
            <a:xfrm>
              <a:off x="7406669" y="3594898"/>
              <a:ext cx="26336" cy="27968"/>
            </a:xfrm>
            <a:custGeom>
              <a:avLst/>
              <a:gdLst/>
              <a:ahLst/>
              <a:cxnLst/>
              <a:rect l="l" t="t" r="r" b="b"/>
              <a:pathLst>
                <a:path w="823" h="874" extrusionOk="0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77"/>
            <p:cNvSpPr/>
            <p:nvPr/>
          </p:nvSpPr>
          <p:spPr>
            <a:xfrm>
              <a:off x="7229133" y="3469074"/>
              <a:ext cx="254912" cy="180832"/>
            </a:xfrm>
            <a:custGeom>
              <a:avLst/>
              <a:gdLst/>
              <a:ahLst/>
              <a:cxnLst/>
              <a:rect l="l" t="t" r="r" b="b"/>
              <a:pathLst>
                <a:path w="7966" h="5651" extrusionOk="0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77"/>
            <p:cNvSpPr/>
            <p:nvPr/>
          </p:nvSpPr>
          <p:spPr>
            <a:xfrm>
              <a:off x="7409741" y="3428370"/>
              <a:ext cx="22880" cy="27616"/>
            </a:xfrm>
            <a:custGeom>
              <a:avLst/>
              <a:gdLst/>
              <a:ahLst/>
              <a:cxnLst/>
              <a:rect l="l" t="t" r="r" b="b"/>
              <a:pathLst>
                <a:path w="715" h="863" extrusionOk="0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67" name="Google Shape;14167;p77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4168" name="Google Shape;14168;p77"/>
            <p:cNvSpPr/>
            <p:nvPr/>
          </p:nvSpPr>
          <p:spPr>
            <a:xfrm>
              <a:off x="5545485" y="3384178"/>
              <a:ext cx="57184" cy="60736"/>
            </a:xfrm>
            <a:custGeom>
              <a:avLst/>
              <a:gdLst/>
              <a:ahLst/>
              <a:cxnLst/>
              <a:rect l="l" t="t" r="r" b="b"/>
              <a:pathLst>
                <a:path w="1787" h="1898" extrusionOk="0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77"/>
            <p:cNvSpPr/>
            <p:nvPr/>
          </p:nvSpPr>
          <p:spPr>
            <a:xfrm>
              <a:off x="5508909" y="3429362"/>
              <a:ext cx="53760" cy="50624"/>
            </a:xfrm>
            <a:custGeom>
              <a:avLst/>
              <a:gdLst/>
              <a:ahLst/>
              <a:cxnLst/>
              <a:rect l="l" t="t" r="r" b="b"/>
              <a:pathLst>
                <a:path w="1680" h="1582" extrusionOk="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77"/>
            <p:cNvSpPr/>
            <p:nvPr/>
          </p:nvSpPr>
          <p:spPr>
            <a:xfrm>
              <a:off x="5606829" y="3371506"/>
              <a:ext cx="51104" cy="63520"/>
            </a:xfrm>
            <a:custGeom>
              <a:avLst/>
              <a:gdLst/>
              <a:ahLst/>
              <a:cxnLst/>
              <a:rect l="l" t="t" r="r" b="b"/>
              <a:pathLst>
                <a:path w="1597" h="1985" extrusionOk="0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77"/>
            <p:cNvSpPr/>
            <p:nvPr/>
          </p:nvSpPr>
          <p:spPr>
            <a:xfrm>
              <a:off x="5659789" y="3396786"/>
              <a:ext cx="48032" cy="55392"/>
            </a:xfrm>
            <a:custGeom>
              <a:avLst/>
              <a:gdLst/>
              <a:ahLst/>
              <a:cxnLst/>
              <a:rect l="l" t="t" r="r" b="b"/>
              <a:pathLst>
                <a:path w="1501" h="1731" extrusionOk="0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77"/>
            <p:cNvSpPr/>
            <p:nvPr/>
          </p:nvSpPr>
          <p:spPr>
            <a:xfrm>
              <a:off x="5556941" y="3444402"/>
              <a:ext cx="131840" cy="93856"/>
            </a:xfrm>
            <a:custGeom>
              <a:avLst/>
              <a:gdLst/>
              <a:ahLst/>
              <a:cxnLst/>
              <a:rect l="l" t="t" r="r" b="b"/>
              <a:pathLst>
                <a:path w="4120" h="2933" extrusionOk="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77"/>
            <p:cNvSpPr/>
            <p:nvPr/>
          </p:nvSpPr>
          <p:spPr>
            <a:xfrm>
              <a:off x="5730285" y="3518386"/>
              <a:ext cx="50336" cy="64832"/>
            </a:xfrm>
            <a:custGeom>
              <a:avLst/>
              <a:gdLst/>
              <a:ahLst/>
              <a:cxnLst/>
              <a:rect l="l" t="t" r="r" b="b"/>
              <a:pathLst>
                <a:path w="1573" h="2026" extrusionOk="0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77"/>
            <p:cNvSpPr/>
            <p:nvPr/>
          </p:nvSpPr>
          <p:spPr>
            <a:xfrm>
              <a:off x="5674669" y="3533234"/>
              <a:ext cx="49920" cy="56480"/>
            </a:xfrm>
            <a:custGeom>
              <a:avLst/>
              <a:gdLst/>
              <a:ahLst/>
              <a:cxnLst/>
              <a:rect l="l" t="t" r="r" b="b"/>
              <a:pathLst>
                <a:path w="1560" h="1765" extrusionOk="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77"/>
            <p:cNvSpPr/>
            <p:nvPr/>
          </p:nvSpPr>
          <p:spPr>
            <a:xfrm>
              <a:off x="5777133" y="3542162"/>
              <a:ext cx="60608" cy="57440"/>
            </a:xfrm>
            <a:custGeom>
              <a:avLst/>
              <a:gdLst/>
              <a:ahLst/>
              <a:cxnLst/>
              <a:rect l="l" t="t" r="r" b="b"/>
              <a:pathLst>
                <a:path w="1894" h="1795" extrusionOk="0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77"/>
            <p:cNvSpPr/>
            <p:nvPr/>
          </p:nvSpPr>
          <p:spPr>
            <a:xfrm>
              <a:off x="5811437" y="3593426"/>
              <a:ext cx="56032" cy="47328"/>
            </a:xfrm>
            <a:custGeom>
              <a:avLst/>
              <a:gdLst/>
              <a:ahLst/>
              <a:cxnLst/>
              <a:rect l="l" t="t" r="r" b="b"/>
              <a:pathLst>
                <a:path w="1751" h="1479" extrusionOk="0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77"/>
            <p:cNvSpPr/>
            <p:nvPr/>
          </p:nvSpPr>
          <p:spPr>
            <a:xfrm>
              <a:off x="5679981" y="3591218"/>
              <a:ext cx="130720" cy="99840"/>
            </a:xfrm>
            <a:custGeom>
              <a:avLst/>
              <a:gdLst/>
              <a:ahLst/>
              <a:cxnLst/>
              <a:rect l="l" t="t" r="r" b="b"/>
              <a:pathLst>
                <a:path w="4085" h="3120" extrusionOk="0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4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82" name="Google Shape;14182;p78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183" name="Google Shape;14183;p78"/>
          <p:cNvSpPr/>
          <p:nvPr/>
        </p:nvSpPr>
        <p:spPr>
          <a:xfrm>
            <a:off x="2853797" y="3817349"/>
            <a:ext cx="345674" cy="346056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84" name="Google Shape;14184;p78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4185" name="Google Shape;14185;p78"/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78"/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78"/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78"/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9" name="Google Shape;14189;p78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4190" name="Google Shape;14190;p78"/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78"/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78"/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78"/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94" name="Google Shape;14194;p78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4195" name="Google Shape;14195;p78"/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78"/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78"/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98" name="Google Shape;14198;p78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4199" name="Google Shape;14199;p78"/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78"/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78"/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02" name="Google Shape;14202;p78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4203" name="Google Shape;14203;p78"/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78"/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05" name="Google Shape;14205;p78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4206" name="Google Shape;14206;p78"/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78"/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78"/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09" name="Google Shape;14209;p78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4210" name="Google Shape;14210;p78"/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78"/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78"/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13" name="Google Shape;14213;p78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4214" name="Google Shape;14214;p78"/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78"/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78"/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78"/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78"/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78"/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20" name="Google Shape;14220;p78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4221" name="Google Shape;14221;p78"/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78"/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78"/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78"/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78"/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78"/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27" name="Google Shape;14227;p78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4228" name="Google Shape;14228;p78"/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78"/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78"/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78"/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78"/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78"/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78"/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78"/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78"/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78"/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78"/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39" name="Google Shape;14239;p78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4240" name="Google Shape;14240;p78"/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78"/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78"/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78"/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78"/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45" name="Google Shape;14245;p78"/>
          <p:cNvSpPr/>
          <p:nvPr/>
        </p:nvSpPr>
        <p:spPr>
          <a:xfrm>
            <a:off x="2256921" y="3378127"/>
            <a:ext cx="372188" cy="309260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246" name="Google Shape;14246;p78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4247" name="Google Shape;14247;p78"/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78"/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78"/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78"/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51" name="Google Shape;14251;p78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4252" name="Google Shape;14252;p78"/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78"/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78"/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78"/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78"/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78"/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78"/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78"/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78"/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78"/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78"/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78"/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78"/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78"/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66" name="Google Shape;14266;p78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4267" name="Google Shape;14267;p78"/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78"/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78"/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78"/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78"/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78"/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78"/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78"/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78"/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78"/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77" name="Google Shape;14277;p78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4278" name="Google Shape;14278;p78"/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78"/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78"/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78"/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78"/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78"/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78"/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78"/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78"/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78"/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88" name="Google Shape;14288;p78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4289" name="Google Shape;14289;p78"/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78"/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78"/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92" name="Google Shape;14292;p78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4293" name="Google Shape;14293;p78"/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78"/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95" name="Google Shape;14295;p78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4296" name="Google Shape;14296;p78"/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78"/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78"/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99" name="Google Shape;14299;p78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4300" name="Google Shape;14300;p78"/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78"/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78"/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78"/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78"/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05" name="Google Shape;14305;p78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4306" name="Google Shape;14306;p78"/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78"/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08" name="Google Shape;14308;p78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4309" name="Google Shape;14309;p78"/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78"/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1" name="Google Shape;14311;p78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4312" name="Google Shape;14312;p78"/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78"/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78"/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78"/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78"/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7" name="Google Shape;14317;p78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4318" name="Google Shape;14318;p78"/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78"/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78"/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21" name="Google Shape;14321;p78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4322" name="Google Shape;14322;p78"/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78"/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324" name="Google Shape;14324;p78"/>
          <p:cNvSpPr/>
          <p:nvPr/>
        </p:nvSpPr>
        <p:spPr>
          <a:xfrm>
            <a:off x="3227863" y="2891128"/>
            <a:ext cx="347552" cy="346438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325" name="Google Shape;14325;p78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4326" name="Google Shape;14326;p78"/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78"/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78"/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29" name="Google Shape;14329;p78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4330" name="Google Shape;14330;p78"/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78"/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78"/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78"/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34" name="Google Shape;14334;p78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4335" name="Google Shape;14335;p78"/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78"/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78"/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78"/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78"/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340" name="Google Shape;14340;p78"/>
          <p:cNvSpPr/>
          <p:nvPr/>
        </p:nvSpPr>
        <p:spPr>
          <a:xfrm>
            <a:off x="2785967" y="3195072"/>
            <a:ext cx="10663" cy="32244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341" name="Google Shape;14341;p78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4342" name="Google Shape;14342;p78"/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78"/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78"/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78"/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78"/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78"/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48" name="Google Shape;14348;p78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4349" name="Google Shape;14349;p78"/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78"/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78"/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78"/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78"/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78"/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78"/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78"/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78"/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78"/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78"/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60" name="Google Shape;14360;p78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4361" name="Google Shape;14361;p78"/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78"/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78"/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78"/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78"/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78"/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78"/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78"/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78"/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78"/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78"/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78"/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78"/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74" name="Google Shape;14374;p78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4375" name="Google Shape;14375;p78"/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78"/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78"/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78"/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79" name="Google Shape;14379;p78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4380" name="Google Shape;14380;p78"/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78"/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78"/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78"/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78"/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78"/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78"/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87" name="Google Shape;14387;p78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4388" name="Google Shape;14388;p78"/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78"/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78"/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78"/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78"/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78"/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94" name="Google Shape;14394;p78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4395" name="Google Shape;14395;p78"/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78"/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78"/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78"/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78"/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78"/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78"/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78"/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78"/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78"/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05" name="Google Shape;14405;p78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4406" name="Google Shape;14406;p78"/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78"/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78"/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78"/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78"/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78"/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78"/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78"/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14" name="Google Shape;14414;p78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4415" name="Google Shape;14415;p78"/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78"/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78"/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78"/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78"/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78"/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78"/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78"/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78"/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78"/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78"/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78"/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78"/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78"/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29" name="Google Shape;14429;p78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4430" name="Google Shape;14430;p78"/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78"/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78"/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78"/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78"/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78"/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78"/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78"/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38" name="Google Shape;14438;p78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4439" name="Google Shape;14439;p78"/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78"/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78"/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42" name="Google Shape;14442;p78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4443" name="Google Shape;14443;p78"/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78"/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78"/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78"/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78"/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48" name="Google Shape;14448;p78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4449" name="Google Shape;14449;p78"/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78"/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78"/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52" name="Google Shape;14452;p78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4453" name="Google Shape;14453;p78"/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78"/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78"/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78"/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78"/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78"/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78"/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78"/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61" name="Google Shape;14461;p78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4462" name="Google Shape;14462;p78"/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78"/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64" name="Google Shape;14464;p78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4465" name="Google Shape;14465;p78"/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78"/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78"/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78"/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78"/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70" name="Google Shape;14470;p78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4471" name="Google Shape;14471;p78"/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78"/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78"/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78"/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78"/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78"/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77" name="Google Shape;14477;p78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4478" name="Google Shape;14478;p78"/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78"/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78"/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78"/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78"/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78"/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78"/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85" name="Google Shape;14485;p78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4486" name="Google Shape;14486;p78"/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78"/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78"/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78"/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78"/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78"/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92" name="Google Shape;14492;p78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4493" name="Google Shape;14493;p78"/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78"/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78"/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78"/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78"/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78"/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78"/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78"/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78"/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78"/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78"/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78"/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05" name="Google Shape;14505;p78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4506" name="Google Shape;14506;p78"/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78"/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78"/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78"/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78"/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78"/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78"/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78"/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78"/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78"/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78"/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78"/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78"/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78"/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20" name="Google Shape;14520;p78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521" name="Google Shape;14521;p78"/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78"/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23" name="Google Shape;14523;p78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524" name="Google Shape;14524;p78"/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78"/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78"/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27" name="Google Shape;14527;p78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528" name="Google Shape;14528;p78"/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78"/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78"/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78"/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78"/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33" name="Google Shape;14533;p78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534" name="Google Shape;14534;p78"/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78"/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78"/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78"/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38" name="Google Shape;14538;p78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539" name="Google Shape;14539;p78"/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78"/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78"/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78"/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78"/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78"/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45" name="Google Shape;14545;p78"/>
          <p:cNvSpPr/>
          <p:nvPr/>
        </p:nvSpPr>
        <p:spPr>
          <a:xfrm>
            <a:off x="1801020" y="1970604"/>
            <a:ext cx="354363" cy="354395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46" name="Google Shape;14546;p78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547" name="Google Shape;14547;p78"/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78"/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78"/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78"/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78"/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78"/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78"/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78"/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78"/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6" name="Google Shape;14556;p78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557" name="Google Shape;14557;p78"/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78"/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78"/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78"/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61" name="Google Shape;14561;p78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562" name="Google Shape;14562;p78"/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78"/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78"/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78"/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66" name="Google Shape;14566;p78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567" name="Google Shape;14567;p78"/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78"/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78"/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78"/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78"/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78"/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78"/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78"/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75" name="Google Shape;14575;p78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576" name="Google Shape;14576;p78"/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78"/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78" name="Google Shape;14578;p78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579" name="Google Shape;14579;p78"/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78"/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78"/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78"/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78"/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78"/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78"/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78"/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78"/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88" name="Google Shape;14588;p78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589" name="Google Shape;14589;p78"/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78"/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78"/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78"/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78"/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78"/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78"/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78"/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78"/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78"/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78"/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78"/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78"/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02" name="Google Shape;14602;p78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603" name="Google Shape;14603;p78"/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78"/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78"/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06" name="Google Shape;14606;p78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607" name="Google Shape;14607;p78"/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78"/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78"/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78"/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78"/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78"/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78"/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78"/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78"/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78"/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7" name="Google Shape;14617;p78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618" name="Google Shape;14618;p78"/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78"/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20" name="Google Shape;14620;p78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621" name="Google Shape;14621;p78"/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78"/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78"/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78"/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25" name="Google Shape;14625;p78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626" name="Google Shape;14626;p78"/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78"/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28" name="Google Shape;14628;p78"/>
          <p:cNvSpPr/>
          <p:nvPr/>
        </p:nvSpPr>
        <p:spPr>
          <a:xfrm>
            <a:off x="7060068" y="1989129"/>
            <a:ext cx="354363" cy="324093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629" name="Google Shape;14629;p78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630" name="Google Shape;14630;p78"/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78"/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78"/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78"/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34" name="Google Shape;14634;p78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635" name="Google Shape;14635;p78"/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78"/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78"/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78"/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78"/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78"/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78"/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78"/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78"/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78"/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78"/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78"/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78"/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78"/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78"/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78"/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78"/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78"/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78"/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78"/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78"/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78"/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78"/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78"/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78"/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78"/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61" name="Google Shape;14661;p78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662" name="Google Shape;14662;p78"/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78"/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78"/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78"/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78"/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78"/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78"/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78"/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78"/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78"/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78"/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78"/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78"/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78"/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78"/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78"/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78"/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78"/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0" name="Google Shape;14680;p78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681" name="Google Shape;14681;p78"/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78"/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3" name="Google Shape;14683;p78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684" name="Google Shape;14684;p78"/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78"/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78"/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78"/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8" name="Google Shape;14688;p78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689" name="Google Shape;14689;p78"/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78"/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78"/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78"/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78"/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78"/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78"/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78"/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78"/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78"/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78"/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78"/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78"/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78"/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78"/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78"/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78"/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06" name="Google Shape;14706;p78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707" name="Google Shape;14707;p78"/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78"/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78"/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78"/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78"/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12" name="Google Shape;14712;p78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713" name="Google Shape;14713;p78"/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78"/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78"/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78"/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17" name="Google Shape;14717;p78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718" name="Google Shape;14718;p78"/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78"/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20" name="Google Shape;14720;p78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721" name="Google Shape;14721;p78"/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78"/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78"/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78"/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78"/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26" name="Google Shape;14726;p78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727" name="Google Shape;14727;p78"/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78"/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78"/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78"/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31" name="Google Shape;14731;p78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732" name="Google Shape;14732;p78"/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78"/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78"/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78"/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78"/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78"/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78"/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78"/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78"/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78"/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78"/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78"/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78"/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78"/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78"/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78"/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78"/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49" name="Google Shape;14749;p78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750" name="Google Shape;14750;p78"/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78"/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78"/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78"/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78"/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78"/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78"/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78"/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78"/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78"/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78"/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78"/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78"/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78"/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78"/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78"/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78"/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78"/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78"/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78"/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70" name="Google Shape;14770;p78"/>
          <p:cNvSpPr/>
          <p:nvPr/>
        </p:nvSpPr>
        <p:spPr>
          <a:xfrm>
            <a:off x="3358621" y="1823199"/>
            <a:ext cx="15183" cy="9485"/>
          </a:xfrm>
          <a:custGeom>
            <a:avLst/>
            <a:gdLst/>
            <a:ahLst/>
            <a:cxnLst/>
            <a:rect l="l" t="t" r="r" b="b"/>
            <a:pathLst>
              <a:path w="477" h="298" extrusionOk="0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71" name="Google Shape;14771;p78"/>
          <p:cNvSpPr/>
          <p:nvPr/>
        </p:nvSpPr>
        <p:spPr>
          <a:xfrm>
            <a:off x="3427946" y="1823199"/>
            <a:ext cx="15215" cy="9485"/>
          </a:xfrm>
          <a:custGeom>
            <a:avLst/>
            <a:gdLst/>
            <a:ahLst/>
            <a:cxnLst/>
            <a:rect l="l" t="t" r="r" b="b"/>
            <a:pathLst>
              <a:path w="478" h="298" extrusionOk="0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72" name="Google Shape;14772;p78"/>
          <p:cNvSpPr/>
          <p:nvPr/>
        </p:nvSpPr>
        <p:spPr>
          <a:xfrm>
            <a:off x="3385135" y="1823199"/>
            <a:ext cx="31480" cy="9485"/>
          </a:xfrm>
          <a:custGeom>
            <a:avLst/>
            <a:gdLst/>
            <a:ahLst/>
            <a:cxnLst/>
            <a:rect l="l" t="t" r="r" b="b"/>
            <a:pathLst>
              <a:path w="989" h="298" extrusionOk="0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73" name="Google Shape;14773;p78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774" name="Google Shape;14774;p78"/>
            <p:cNvSpPr/>
            <p:nvPr/>
          </p:nvSpPr>
          <p:spPr>
            <a:xfrm>
              <a:off x="3316159" y="1557514"/>
              <a:ext cx="169049" cy="297165"/>
            </a:xfrm>
            <a:custGeom>
              <a:avLst/>
              <a:gdLst/>
              <a:ahLst/>
              <a:cxnLst/>
              <a:rect l="l" t="t" r="r" b="b"/>
              <a:pathLst>
                <a:path w="5311" h="9336" extrusionOk="0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78"/>
            <p:cNvSpPr/>
            <p:nvPr/>
          </p:nvSpPr>
          <p:spPr>
            <a:xfrm>
              <a:off x="3337772" y="1610161"/>
              <a:ext cx="132667" cy="127415"/>
            </a:xfrm>
            <a:custGeom>
              <a:avLst/>
              <a:gdLst/>
              <a:ahLst/>
              <a:cxnLst/>
              <a:rect l="l" t="t" r="r" b="b"/>
              <a:pathLst>
                <a:path w="4168" h="4003" extrusionOk="0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78"/>
            <p:cNvSpPr/>
            <p:nvPr/>
          </p:nvSpPr>
          <p:spPr>
            <a:xfrm>
              <a:off x="3343056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78"/>
            <p:cNvSpPr/>
            <p:nvPr/>
          </p:nvSpPr>
          <p:spPr>
            <a:xfrm>
              <a:off x="3417347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78"/>
            <p:cNvSpPr/>
            <p:nvPr/>
          </p:nvSpPr>
          <p:spPr>
            <a:xfrm>
              <a:off x="3464710" y="1536315"/>
              <a:ext cx="41729" cy="41315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78"/>
            <p:cNvSpPr/>
            <p:nvPr/>
          </p:nvSpPr>
          <p:spPr>
            <a:xfrm>
              <a:off x="3464710" y="1515085"/>
              <a:ext cx="63342" cy="62546"/>
            </a:xfrm>
            <a:custGeom>
              <a:avLst/>
              <a:gdLst/>
              <a:ahLst/>
              <a:cxnLst/>
              <a:rect l="l" t="t" r="r" b="b"/>
              <a:pathLst>
                <a:path w="1990" h="1965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80" name="Google Shape;14780;p78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781" name="Google Shape;14781;p78"/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78"/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78"/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78"/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78"/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786" name="Google Shape;14786;p78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787" name="Google Shape;14787;p78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8" name="Google Shape;14788;p78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9" name="Google Shape;14789;p78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0" name="Google Shape;14790;p78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1" name="Google Shape;14791;p78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792" name="Google Shape;14792;p78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793" name="Google Shape;14793;p78"/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78"/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78"/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78"/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78"/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78"/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78"/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78"/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01" name="Google Shape;14801;p78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802" name="Google Shape;14802;p78"/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78"/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78"/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78"/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06" name="Google Shape;14806;p78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807" name="Google Shape;14807;p78"/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78"/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78"/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78"/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78"/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55</Words>
  <Application>Microsoft Office PowerPoint</Application>
  <PresentationFormat>On-screen Show (16:9)</PresentationFormat>
  <Paragraphs>30</Paragraphs>
  <Slides>11</Slides>
  <Notes>11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8" baseType="lpstr">
      <vt:lpstr>Proxima Nova Semibold</vt:lpstr>
      <vt:lpstr>Amatic SC</vt:lpstr>
      <vt:lpstr>Arial</vt:lpstr>
      <vt:lpstr>Roboto Medium</vt:lpstr>
      <vt:lpstr>Proxima Nova</vt:lpstr>
      <vt:lpstr>Calibri</vt:lpstr>
      <vt:lpstr>Slidesgo Final Pages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Educational Icons</vt:lpstr>
      <vt:lpstr>Business Icons</vt:lpstr>
      <vt:lpstr>Help &amp; Support Icons</vt:lpstr>
      <vt:lpstr>Creative Process Icons</vt:lpstr>
      <vt:lpstr>Nature Icons</vt:lpstr>
      <vt:lpstr>SEO &amp; Marketing Icons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YOUR  BUSINESS</dc:title>
  <dc:creator>USER</dc:creator>
  <cp:lastModifiedBy>Ts. Faezal Husni</cp:lastModifiedBy>
  <cp:revision>3</cp:revision>
  <dcterms:modified xsi:type="dcterms:W3CDTF">2026-03-18T04:25:58Z</dcterms:modified>
</cp:coreProperties>
</file>