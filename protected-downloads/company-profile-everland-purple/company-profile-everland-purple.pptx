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sldIdLst>
    <p:sldId id="258" r:id="rId2"/>
    <p:sldId id="264" r:id="rId3"/>
    <p:sldId id="259" r:id="rId4"/>
    <p:sldId id="256" r:id="rId5"/>
    <p:sldId id="261" r:id="rId6"/>
    <p:sldId id="263" r:id="rId7"/>
    <p:sldId id="262" r:id="rId8"/>
    <p:sldId id="265" r:id="rId9"/>
    <p:sldId id="268" r:id="rId10"/>
    <p:sldId id="369" r:id="rId11"/>
    <p:sldId id="350" r:id="rId12"/>
    <p:sldId id="371" r:id="rId13"/>
    <p:sldId id="372" r:id="rId14"/>
    <p:sldId id="365" r:id="rId15"/>
    <p:sldId id="351" r:id="rId16"/>
    <p:sldId id="367" r:id="rId17"/>
    <p:sldId id="267" r:id="rId18"/>
    <p:sldId id="270" r:id="rId19"/>
    <p:sldId id="274" r:id="rId20"/>
    <p:sldId id="272" r:id="rId21"/>
    <p:sldId id="273" r:id="rId22"/>
    <p:sldId id="277" r:id="rId23"/>
    <p:sldId id="333" r:id="rId24"/>
    <p:sldId id="334" r:id="rId25"/>
    <p:sldId id="335" r:id="rId26"/>
    <p:sldId id="336" r:id="rId27"/>
    <p:sldId id="337" r:id="rId28"/>
    <p:sldId id="320" r:id="rId29"/>
    <p:sldId id="338" r:id="rId30"/>
    <p:sldId id="340" r:id="rId31"/>
    <p:sldId id="339" r:id="rId32"/>
    <p:sldId id="344" r:id="rId33"/>
    <p:sldId id="346" r:id="rId34"/>
    <p:sldId id="347" r:id="rId35"/>
    <p:sldId id="348" r:id="rId36"/>
    <p:sldId id="349" r:id="rId37"/>
    <p:sldId id="360" r:id="rId38"/>
    <p:sldId id="361" r:id="rId39"/>
    <p:sldId id="363" r:id="rId40"/>
    <p:sldId id="362" r:id="rId41"/>
    <p:sldId id="366" r:id="rId42"/>
    <p:sldId id="364" r:id="rId43"/>
    <p:sldId id="314" r:id="rId44"/>
    <p:sldId id="271" r:id="rId45"/>
    <p:sldId id="280" r:id="rId46"/>
    <p:sldId id="279" r:id="rId47"/>
    <p:sldId id="278" r:id="rId48"/>
    <p:sldId id="281" r:id="rId49"/>
    <p:sldId id="275" r:id="rId50"/>
    <p:sldId id="269" r:id="rId51"/>
    <p:sldId id="266" r:id="rId52"/>
    <p:sldId id="359" r:id="rId53"/>
    <p:sldId id="315" r:id="rId54"/>
    <p:sldId id="308" r:id="rId55"/>
    <p:sldId id="283" r:id="rId56"/>
    <p:sldId id="287" r:id="rId57"/>
    <p:sldId id="288" r:id="rId58"/>
    <p:sldId id="289" r:id="rId59"/>
    <p:sldId id="290" r:id="rId60"/>
    <p:sldId id="291" r:id="rId61"/>
    <p:sldId id="260" r:id="rId62"/>
    <p:sldId id="285" r:id="rId63"/>
    <p:sldId id="292" r:id="rId64"/>
    <p:sldId id="293" r:id="rId65"/>
    <p:sldId id="294" r:id="rId66"/>
    <p:sldId id="295" r:id="rId67"/>
    <p:sldId id="296" r:id="rId68"/>
    <p:sldId id="297" r:id="rId69"/>
    <p:sldId id="298" r:id="rId70"/>
    <p:sldId id="286" r:id="rId71"/>
    <p:sldId id="299" r:id="rId72"/>
    <p:sldId id="300" r:id="rId73"/>
    <p:sldId id="301" r:id="rId74"/>
    <p:sldId id="304" r:id="rId75"/>
    <p:sldId id="303" r:id="rId76"/>
    <p:sldId id="306" r:id="rId77"/>
    <p:sldId id="284" r:id="rId78"/>
    <p:sldId id="282" r:id="rId79"/>
    <p:sldId id="307" r:id="rId80"/>
    <p:sldId id="309" r:id="rId81"/>
    <p:sldId id="310" r:id="rId82"/>
    <p:sldId id="311" r:id="rId83"/>
    <p:sldId id="317" r:id="rId84"/>
    <p:sldId id="316" r:id="rId85"/>
    <p:sldId id="312" r:id="rId86"/>
    <p:sldId id="319" r:id="rId87"/>
    <p:sldId id="321" r:id="rId88"/>
    <p:sldId id="302" r:id="rId89"/>
    <p:sldId id="323" r:id="rId90"/>
    <p:sldId id="324" r:id="rId91"/>
    <p:sldId id="325" r:id="rId92"/>
    <p:sldId id="326" r:id="rId93"/>
    <p:sldId id="327" r:id="rId94"/>
    <p:sldId id="328" r:id="rId95"/>
    <p:sldId id="329" r:id="rId96"/>
    <p:sldId id="332" r:id="rId97"/>
    <p:sldId id="330" r:id="rId98"/>
    <p:sldId id="342" r:id="rId99"/>
    <p:sldId id="373" r:id="rId100"/>
    <p:sldId id="356" r:id="rId101"/>
    <p:sldId id="341" r:id="rId102"/>
    <p:sldId id="305" r:id="rId103"/>
    <p:sldId id="355" r:id="rId104"/>
    <p:sldId id="318" r:id="rId105"/>
    <p:sldId id="313" r:id="rId106"/>
    <p:sldId id="352" r:id="rId107"/>
    <p:sldId id="353" r:id="rId108"/>
    <p:sldId id="354" r:id="rId109"/>
    <p:sldId id="374" r:id="rId110"/>
    <p:sldId id="357" r:id="rId11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guide id="3" pos="336" userDrawn="1">
          <p15:clr>
            <a:srgbClr val="A4A3A4"/>
          </p15:clr>
        </p15:guide>
        <p15:guide id="4" pos="7344" userDrawn="1">
          <p15:clr>
            <a:srgbClr val="A4A3A4"/>
          </p15:clr>
        </p15:guide>
        <p15:guide id="5" pos="7128" userDrawn="1">
          <p15:clr>
            <a:srgbClr val="A4A3A4"/>
          </p15:clr>
        </p15:guide>
        <p15:guide id="6" pos="552" userDrawn="1">
          <p15:clr>
            <a:srgbClr val="A4A3A4"/>
          </p15:clr>
        </p15:guide>
        <p15:guide id="7" orient="horz" pos="3888" userDrawn="1">
          <p15:clr>
            <a:srgbClr val="A4A3A4"/>
          </p15:clr>
        </p15:guide>
        <p15:guide id="8" orient="horz" pos="1080" userDrawn="1">
          <p15:clr>
            <a:srgbClr val="A4A3A4"/>
          </p15:clr>
        </p15:guide>
        <p15:guide id="9" pos="264" userDrawn="1">
          <p15:clr>
            <a:srgbClr val="A4A3A4"/>
          </p15:clr>
        </p15:guide>
        <p15:guide id="10" pos="7416" userDrawn="1">
          <p15:clr>
            <a:srgbClr val="A4A3A4"/>
          </p15:clr>
        </p15:guide>
        <p15:guide id="11" orient="horz" pos="2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74C3C"/>
    <a:srgbClr val="ECF0F1"/>
    <a:srgbClr val="34495E"/>
    <a:srgbClr val="3498DB"/>
    <a:srgbClr val="F39C12"/>
    <a:srgbClr val="95A5A6"/>
    <a:srgbClr val="92D050"/>
    <a:srgbClr val="1ABC9C"/>
    <a:srgbClr val="9B59B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9034" autoAdjust="0"/>
    <p:restoredTop sz="94660"/>
  </p:normalViewPr>
  <p:slideViewPr>
    <p:cSldViewPr snapToGrid="0" showGuides="1">
      <p:cViewPr varScale="1">
        <p:scale>
          <a:sx n="115" d="100"/>
          <a:sy n="115" d="100"/>
        </p:scale>
        <p:origin x="690" y="324"/>
      </p:cViewPr>
      <p:guideLst>
        <p:guide orient="horz" pos="2160"/>
        <p:guide pos="3840"/>
        <p:guide pos="336"/>
        <p:guide pos="7344"/>
        <p:guide pos="7128"/>
        <p:guide pos="552"/>
        <p:guide orient="horz" pos="3888"/>
        <p:guide orient="horz" pos="1080"/>
        <p:guide pos="264"/>
        <p:guide pos="7416"/>
        <p:guide orient="horz" pos="240"/>
      </p:guideLst>
    </p:cSldViewPr>
  </p:slideViewPr>
  <p:notesTextViewPr>
    <p:cViewPr>
      <p:scale>
        <a:sx n="1" d="1"/>
        <a:sy n="1" d="1"/>
      </p:scale>
      <p:origin x="0" y="0"/>
    </p:cViewPr>
  </p:notesTextViewPr>
  <p:sorterViewPr>
    <p:cViewPr>
      <p:scale>
        <a:sx n="100" d="100"/>
        <a:sy n="100" d="100"/>
      </p:scale>
      <p:origin x="0" y="0"/>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presProps" Target="presProps.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viewProps" Target="viewProps.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slide" Target="slides/slide105.xml"/><Relationship Id="rId114" Type="http://schemas.openxmlformats.org/officeDocument/2006/relationships/theme" Target="theme/theme1.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tableStyles" Target="tableStyles.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Sheet1!$B$1</c:f>
              <c:strCache>
                <c:ptCount val="1"/>
                <c:pt idx="0">
                  <c:v>Y-Values</c:v>
                </c:pt>
              </c:strCache>
            </c:strRef>
          </c:tx>
          <c:spPr>
            <a:ln w="28575" cap="rnd">
              <a:solidFill>
                <a:schemeClr val="accent6"/>
              </a:solidFill>
              <a:round/>
            </a:ln>
            <a:effectLst/>
          </c:spPr>
          <c:marker>
            <c:symbol val="circle"/>
            <c:size val="5"/>
            <c:spPr>
              <a:solidFill>
                <a:schemeClr val="accent6"/>
              </a:solidFill>
              <a:ln w="28575">
                <a:solidFill>
                  <a:schemeClr val="accent6"/>
                </a:solidFill>
              </a:ln>
              <a:effectLst/>
            </c:spPr>
          </c:marker>
          <c:xVal>
            <c:numRef>
              <c:f>Sheet1!$A$2:$A$10</c:f>
              <c:numCache>
                <c:formatCode>General</c:formatCode>
                <c:ptCount val="9"/>
                <c:pt idx="0">
                  <c:v>0.1</c:v>
                </c:pt>
                <c:pt idx="1">
                  <c:v>1.2</c:v>
                </c:pt>
                <c:pt idx="2">
                  <c:v>1.8</c:v>
                </c:pt>
                <c:pt idx="3">
                  <c:v>3</c:v>
                </c:pt>
                <c:pt idx="4">
                  <c:v>3.5</c:v>
                </c:pt>
                <c:pt idx="5">
                  <c:v>4</c:v>
                </c:pt>
                <c:pt idx="6">
                  <c:v>4.2</c:v>
                </c:pt>
                <c:pt idx="7">
                  <c:v>4.5</c:v>
                </c:pt>
                <c:pt idx="8">
                  <c:v>5</c:v>
                </c:pt>
              </c:numCache>
            </c:numRef>
          </c:xVal>
          <c:yVal>
            <c:numRef>
              <c:f>Sheet1!$B$2:$B$10</c:f>
              <c:numCache>
                <c:formatCode>General</c:formatCode>
                <c:ptCount val="9"/>
                <c:pt idx="0">
                  <c:v>1</c:v>
                </c:pt>
                <c:pt idx="1">
                  <c:v>2.2000000000000002</c:v>
                </c:pt>
                <c:pt idx="2">
                  <c:v>0.8</c:v>
                </c:pt>
                <c:pt idx="3">
                  <c:v>1.5</c:v>
                </c:pt>
                <c:pt idx="4">
                  <c:v>1.2</c:v>
                </c:pt>
                <c:pt idx="5">
                  <c:v>0.5</c:v>
                </c:pt>
                <c:pt idx="6">
                  <c:v>1.5</c:v>
                </c:pt>
                <c:pt idx="7">
                  <c:v>1</c:v>
                </c:pt>
                <c:pt idx="8">
                  <c:v>2</c:v>
                </c:pt>
              </c:numCache>
            </c:numRef>
          </c:yVal>
          <c:smooth val="1"/>
          <c:extLst>
            <c:ext xmlns:c16="http://schemas.microsoft.com/office/drawing/2014/chart" uri="{C3380CC4-5D6E-409C-BE32-E72D297353CC}">
              <c16:uniqueId val="{00000000-5367-4C99-BAFA-5577D591C24F}"/>
            </c:ext>
          </c:extLst>
        </c:ser>
        <c:dLbls>
          <c:showLegendKey val="0"/>
          <c:showVal val="0"/>
          <c:showCatName val="0"/>
          <c:showSerName val="0"/>
          <c:showPercent val="0"/>
          <c:showBubbleSize val="0"/>
        </c:dLbls>
        <c:axId val="4727328"/>
        <c:axId val="4726208"/>
      </c:scatterChart>
      <c:valAx>
        <c:axId val="4727328"/>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4726208"/>
        <c:crosses val="autoZero"/>
        <c:crossBetween val="midCat"/>
      </c:valAx>
      <c:valAx>
        <c:axId val="472620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4727328"/>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ln>
              <a:noFill/>
            </a:ln>
          </c:spPr>
          <c:explosion val="17"/>
          <c:dPt>
            <c:idx val="0"/>
            <c:bubble3D val="0"/>
            <c:spPr>
              <a:solidFill>
                <a:schemeClr val="accent6"/>
              </a:solidFill>
              <a:ln w="19050">
                <a:noFill/>
              </a:ln>
              <a:effectLst/>
            </c:spPr>
            <c:extLst>
              <c:ext xmlns:c16="http://schemas.microsoft.com/office/drawing/2014/chart" uri="{C3380CC4-5D6E-409C-BE32-E72D297353CC}">
                <c16:uniqueId val="{00000001-9200-4530-A535-7D34E55BE903}"/>
              </c:ext>
            </c:extLst>
          </c:dPt>
          <c:dPt>
            <c:idx val="1"/>
            <c:bubble3D val="0"/>
            <c:spPr>
              <a:solidFill>
                <a:schemeClr val="accent6"/>
              </a:solidFill>
              <a:ln w="19050">
                <a:noFill/>
              </a:ln>
              <a:effectLst/>
            </c:spPr>
            <c:extLst>
              <c:ext xmlns:c16="http://schemas.microsoft.com/office/drawing/2014/chart" uri="{C3380CC4-5D6E-409C-BE32-E72D297353CC}">
                <c16:uniqueId val="{00000003-9200-4530-A535-7D34E55BE903}"/>
              </c:ext>
            </c:extLst>
          </c:dPt>
          <c:dPt>
            <c:idx val="2"/>
            <c:bubble3D val="0"/>
            <c:spPr>
              <a:solidFill>
                <a:srgbClr val="95A5A6"/>
              </a:solidFill>
              <a:ln w="19050">
                <a:noFill/>
              </a:ln>
              <a:effectLst/>
            </c:spPr>
            <c:extLst>
              <c:ext xmlns:c16="http://schemas.microsoft.com/office/drawing/2014/chart" uri="{C3380CC4-5D6E-409C-BE32-E72D297353CC}">
                <c16:uniqueId val="{00000005-9200-4530-A535-7D34E55BE903}"/>
              </c:ext>
            </c:extLst>
          </c:dPt>
          <c:dPt>
            <c:idx val="3"/>
            <c:bubble3D val="0"/>
            <c:spPr>
              <a:solidFill>
                <a:schemeClr val="tx1">
                  <a:lumMod val="65000"/>
                  <a:lumOff val="35000"/>
                </a:schemeClr>
              </a:solidFill>
              <a:ln w="19050">
                <a:noFill/>
              </a:ln>
              <a:effectLst/>
            </c:spPr>
            <c:extLst>
              <c:ext xmlns:c16="http://schemas.microsoft.com/office/drawing/2014/chart" uri="{C3380CC4-5D6E-409C-BE32-E72D297353CC}">
                <c16:uniqueId val="{00000007-9200-4530-A535-7D34E55BE903}"/>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c:v>
                </c:pt>
                <c:pt idx="1">
                  <c:v>3</c:v>
                </c:pt>
                <c:pt idx="2">
                  <c:v>1.5</c:v>
                </c:pt>
                <c:pt idx="3">
                  <c:v>4</c:v>
                </c:pt>
              </c:numCache>
            </c:numRef>
          </c:val>
          <c:extLst>
            <c:ext xmlns:c16="http://schemas.microsoft.com/office/drawing/2014/chart" uri="{C3380CC4-5D6E-409C-BE32-E72D297353CC}">
              <c16:uniqueId val="{00000008-9200-4530-A535-7D34E55BE903}"/>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6"/>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8085-45D2-BE0E-2151673C4FB9}"/>
            </c:ext>
          </c:extLst>
        </c:ser>
        <c:dLbls>
          <c:showLegendKey val="0"/>
          <c:showVal val="0"/>
          <c:showCatName val="0"/>
          <c:showSerName val="0"/>
          <c:showPercent val="0"/>
          <c:showBubbleSize val="0"/>
        </c:dLbls>
        <c:gapWidth val="219"/>
        <c:overlap val="-27"/>
        <c:axId val="248000560"/>
        <c:axId val="248003360"/>
      </c:barChart>
      <c:catAx>
        <c:axId val="248000560"/>
        <c:scaling>
          <c:orientation val="minMax"/>
        </c:scaling>
        <c:delete val="1"/>
        <c:axPos val="b"/>
        <c:numFmt formatCode="General" sourceLinked="1"/>
        <c:majorTickMark val="none"/>
        <c:minorTickMark val="none"/>
        <c:tickLblPos val="nextTo"/>
        <c:crossAx val="248003360"/>
        <c:crosses val="autoZero"/>
        <c:auto val="1"/>
        <c:lblAlgn val="ctr"/>
        <c:lblOffset val="100"/>
        <c:noMultiLvlLbl val="0"/>
      </c:catAx>
      <c:valAx>
        <c:axId val="24800336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crossAx val="24800056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tx1">
                <a:lumMod val="65000"/>
                <a:lumOff val="35000"/>
              </a:schemeClr>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2</c:v>
                </c:pt>
                <c:pt idx="1">
                  <c:v>2.5</c:v>
                </c:pt>
                <c:pt idx="2">
                  <c:v>1</c:v>
                </c:pt>
                <c:pt idx="3">
                  <c:v>4.5</c:v>
                </c:pt>
              </c:numCache>
            </c:numRef>
          </c:val>
          <c:extLst>
            <c:ext xmlns:c16="http://schemas.microsoft.com/office/drawing/2014/chart" uri="{C3380CC4-5D6E-409C-BE32-E72D297353CC}">
              <c16:uniqueId val="{00000000-7DC8-4E4F-88E3-3F56F91534DD}"/>
            </c:ext>
          </c:extLst>
        </c:ser>
        <c:dLbls>
          <c:showLegendKey val="0"/>
          <c:showVal val="0"/>
          <c:showCatName val="0"/>
          <c:showSerName val="0"/>
          <c:showPercent val="0"/>
          <c:showBubbleSize val="0"/>
        </c:dLbls>
        <c:gapWidth val="219"/>
        <c:overlap val="-27"/>
        <c:axId val="235218352"/>
        <c:axId val="235217792"/>
      </c:barChart>
      <c:catAx>
        <c:axId val="235218352"/>
        <c:scaling>
          <c:orientation val="minMax"/>
        </c:scaling>
        <c:delete val="1"/>
        <c:axPos val="b"/>
        <c:numFmt formatCode="General" sourceLinked="1"/>
        <c:majorTickMark val="none"/>
        <c:minorTickMark val="none"/>
        <c:tickLblPos val="nextTo"/>
        <c:crossAx val="235217792"/>
        <c:crosses val="autoZero"/>
        <c:auto val="1"/>
        <c:lblAlgn val="ctr"/>
        <c:lblOffset val="100"/>
        <c:noMultiLvlLbl val="0"/>
      </c:catAx>
      <c:valAx>
        <c:axId val="235217792"/>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crossAx val="23521835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Sheet1!$B$1</c:f>
              <c:strCache>
                <c:ptCount val="1"/>
                <c:pt idx="0">
                  <c:v>Y-Values</c:v>
                </c:pt>
              </c:strCache>
            </c:strRef>
          </c:tx>
          <c:spPr>
            <a:ln w="28575" cap="rnd">
              <a:solidFill>
                <a:schemeClr val="accent6"/>
              </a:solidFill>
              <a:round/>
            </a:ln>
            <a:effectLst/>
          </c:spPr>
          <c:marker>
            <c:symbol val="circle"/>
            <c:size val="5"/>
            <c:spPr>
              <a:solidFill>
                <a:schemeClr val="accent6"/>
              </a:solidFill>
              <a:ln w="28575">
                <a:solidFill>
                  <a:schemeClr val="accent6"/>
                </a:solidFill>
              </a:ln>
              <a:effectLst/>
            </c:spPr>
          </c:marker>
          <c:xVal>
            <c:numRef>
              <c:f>Sheet1!$A$2:$A$10</c:f>
              <c:numCache>
                <c:formatCode>General</c:formatCode>
                <c:ptCount val="9"/>
                <c:pt idx="0">
                  <c:v>0.1</c:v>
                </c:pt>
                <c:pt idx="1">
                  <c:v>1.2</c:v>
                </c:pt>
                <c:pt idx="2">
                  <c:v>1.8</c:v>
                </c:pt>
                <c:pt idx="3">
                  <c:v>3</c:v>
                </c:pt>
                <c:pt idx="4">
                  <c:v>3.5</c:v>
                </c:pt>
                <c:pt idx="5">
                  <c:v>4</c:v>
                </c:pt>
                <c:pt idx="6">
                  <c:v>4.2</c:v>
                </c:pt>
                <c:pt idx="7">
                  <c:v>4.5</c:v>
                </c:pt>
                <c:pt idx="8">
                  <c:v>5</c:v>
                </c:pt>
              </c:numCache>
            </c:numRef>
          </c:xVal>
          <c:yVal>
            <c:numRef>
              <c:f>Sheet1!$B$2:$B$10</c:f>
              <c:numCache>
                <c:formatCode>General</c:formatCode>
                <c:ptCount val="9"/>
                <c:pt idx="0">
                  <c:v>1</c:v>
                </c:pt>
                <c:pt idx="1">
                  <c:v>2.2000000000000002</c:v>
                </c:pt>
                <c:pt idx="2">
                  <c:v>0.8</c:v>
                </c:pt>
                <c:pt idx="3">
                  <c:v>1.5</c:v>
                </c:pt>
                <c:pt idx="4">
                  <c:v>1.2</c:v>
                </c:pt>
                <c:pt idx="5">
                  <c:v>0.5</c:v>
                </c:pt>
                <c:pt idx="6">
                  <c:v>1.5</c:v>
                </c:pt>
                <c:pt idx="7">
                  <c:v>1</c:v>
                </c:pt>
                <c:pt idx="8">
                  <c:v>2</c:v>
                </c:pt>
              </c:numCache>
            </c:numRef>
          </c:yVal>
          <c:smooth val="1"/>
          <c:extLst>
            <c:ext xmlns:c16="http://schemas.microsoft.com/office/drawing/2014/chart" uri="{C3380CC4-5D6E-409C-BE32-E72D297353CC}">
              <c16:uniqueId val="{00000000-EF63-4909-89BE-1C59B7FD456A}"/>
            </c:ext>
          </c:extLst>
        </c:ser>
        <c:dLbls>
          <c:showLegendKey val="0"/>
          <c:showVal val="0"/>
          <c:showCatName val="0"/>
          <c:showSerName val="0"/>
          <c:showPercent val="0"/>
          <c:showBubbleSize val="0"/>
        </c:dLbls>
        <c:axId val="213526816"/>
        <c:axId val="213526256"/>
      </c:scatterChart>
      <c:valAx>
        <c:axId val="213526816"/>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213526256"/>
        <c:crosses val="autoZero"/>
        <c:crossBetween val="midCat"/>
      </c:valAx>
      <c:valAx>
        <c:axId val="213526256"/>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213526816"/>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ubbleChart>
        <c:varyColors val="0"/>
        <c:ser>
          <c:idx val="0"/>
          <c:order val="0"/>
          <c:tx>
            <c:strRef>
              <c:f>Sheet1!$B$1</c:f>
              <c:strCache>
                <c:ptCount val="1"/>
                <c:pt idx="0">
                  <c:v>Y-Values</c:v>
                </c:pt>
              </c:strCache>
            </c:strRef>
          </c:tx>
          <c:spPr>
            <a:solidFill>
              <a:schemeClr val="accent6"/>
            </a:solidFill>
            <a:ln>
              <a:noFill/>
            </a:ln>
            <a:effectLst/>
          </c:spPr>
          <c:invertIfNegative val="0"/>
          <c:dPt>
            <c:idx val="0"/>
            <c:invertIfNegative val="0"/>
            <c:bubble3D val="0"/>
            <c:spPr>
              <a:solidFill>
                <a:schemeClr val="accent6"/>
              </a:solidFill>
              <a:ln>
                <a:noFill/>
              </a:ln>
              <a:effectLst/>
            </c:spPr>
            <c:extLst>
              <c:ext xmlns:c16="http://schemas.microsoft.com/office/drawing/2014/chart" uri="{C3380CC4-5D6E-409C-BE32-E72D297353CC}">
                <c16:uniqueId val="{00000001-3DEF-4AFB-BBB7-984D4668A32A}"/>
              </c:ext>
            </c:extLst>
          </c:dPt>
          <c:dPt>
            <c:idx val="1"/>
            <c:invertIfNegative val="0"/>
            <c:bubble3D val="0"/>
            <c:spPr>
              <a:solidFill>
                <a:schemeClr val="accent6"/>
              </a:solidFill>
              <a:ln>
                <a:noFill/>
              </a:ln>
              <a:effectLst/>
            </c:spPr>
            <c:extLst>
              <c:ext xmlns:c16="http://schemas.microsoft.com/office/drawing/2014/chart" uri="{C3380CC4-5D6E-409C-BE32-E72D297353CC}">
                <c16:uniqueId val="{00000003-3DEF-4AFB-BBB7-984D4668A32A}"/>
              </c:ext>
            </c:extLst>
          </c:dPt>
          <c:dPt>
            <c:idx val="2"/>
            <c:invertIfNegative val="0"/>
            <c:bubble3D val="0"/>
            <c:spPr>
              <a:solidFill>
                <a:schemeClr val="accent6"/>
              </a:solidFill>
              <a:ln>
                <a:noFill/>
              </a:ln>
              <a:effectLst/>
            </c:spPr>
            <c:extLst>
              <c:ext xmlns:c16="http://schemas.microsoft.com/office/drawing/2014/chart" uri="{C3380CC4-5D6E-409C-BE32-E72D297353CC}">
                <c16:uniqueId val="{00000005-3DEF-4AFB-BBB7-984D4668A32A}"/>
              </c:ext>
            </c:extLst>
          </c:dPt>
          <c:dPt>
            <c:idx val="3"/>
            <c:invertIfNegative val="0"/>
            <c:bubble3D val="0"/>
            <c:spPr>
              <a:solidFill>
                <a:schemeClr val="accent6"/>
              </a:solidFill>
              <a:ln>
                <a:noFill/>
              </a:ln>
              <a:effectLst/>
            </c:spPr>
            <c:extLst>
              <c:ext xmlns:c16="http://schemas.microsoft.com/office/drawing/2014/chart" uri="{C3380CC4-5D6E-409C-BE32-E72D297353CC}">
                <c16:uniqueId val="{00000007-3DEF-4AFB-BBB7-984D4668A32A}"/>
              </c:ext>
            </c:extLst>
          </c:dPt>
          <c:dPt>
            <c:idx val="4"/>
            <c:invertIfNegative val="0"/>
            <c:bubble3D val="0"/>
            <c:spPr>
              <a:solidFill>
                <a:schemeClr val="accent6"/>
              </a:solidFill>
              <a:ln>
                <a:noFill/>
              </a:ln>
              <a:effectLst/>
            </c:spPr>
            <c:extLst>
              <c:ext xmlns:c16="http://schemas.microsoft.com/office/drawing/2014/chart" uri="{C3380CC4-5D6E-409C-BE32-E72D297353CC}">
                <c16:uniqueId val="{00000009-3DEF-4AFB-BBB7-984D4668A32A}"/>
              </c:ext>
            </c:extLst>
          </c:dPt>
          <c:dPt>
            <c:idx val="5"/>
            <c:invertIfNegative val="0"/>
            <c:bubble3D val="0"/>
            <c:spPr>
              <a:solidFill>
                <a:schemeClr val="accent6"/>
              </a:solidFill>
              <a:ln>
                <a:noFill/>
              </a:ln>
              <a:effectLst/>
            </c:spPr>
            <c:extLst>
              <c:ext xmlns:c16="http://schemas.microsoft.com/office/drawing/2014/chart" uri="{C3380CC4-5D6E-409C-BE32-E72D297353CC}">
                <c16:uniqueId val="{0000000B-3DEF-4AFB-BBB7-984D4668A32A}"/>
              </c:ext>
            </c:extLst>
          </c:dPt>
          <c:dPt>
            <c:idx val="6"/>
            <c:invertIfNegative val="0"/>
            <c:bubble3D val="0"/>
            <c:spPr>
              <a:solidFill>
                <a:schemeClr val="accent6"/>
              </a:solidFill>
              <a:ln>
                <a:noFill/>
              </a:ln>
              <a:effectLst/>
            </c:spPr>
            <c:extLst>
              <c:ext xmlns:c16="http://schemas.microsoft.com/office/drawing/2014/chart" uri="{C3380CC4-5D6E-409C-BE32-E72D297353CC}">
                <c16:uniqueId val="{0000000D-3DEF-4AFB-BBB7-984D4668A32A}"/>
              </c:ext>
            </c:extLst>
          </c:dPt>
          <c:dPt>
            <c:idx val="7"/>
            <c:invertIfNegative val="0"/>
            <c:bubble3D val="0"/>
            <c:spPr>
              <a:solidFill>
                <a:schemeClr val="accent6"/>
              </a:solidFill>
              <a:ln>
                <a:noFill/>
              </a:ln>
              <a:effectLst/>
            </c:spPr>
            <c:extLst>
              <c:ext xmlns:c16="http://schemas.microsoft.com/office/drawing/2014/chart" uri="{C3380CC4-5D6E-409C-BE32-E72D297353CC}">
                <c16:uniqueId val="{0000000F-3DEF-4AFB-BBB7-984D4668A32A}"/>
              </c:ext>
            </c:extLst>
          </c:dPt>
          <c:dPt>
            <c:idx val="8"/>
            <c:invertIfNegative val="0"/>
            <c:bubble3D val="0"/>
            <c:spPr>
              <a:solidFill>
                <a:schemeClr val="accent6"/>
              </a:solidFill>
              <a:ln>
                <a:noFill/>
              </a:ln>
              <a:effectLst/>
            </c:spPr>
            <c:extLst>
              <c:ext xmlns:c16="http://schemas.microsoft.com/office/drawing/2014/chart" uri="{C3380CC4-5D6E-409C-BE32-E72D297353CC}">
                <c16:uniqueId val="{00000011-3DEF-4AFB-BBB7-984D4668A32A}"/>
              </c:ext>
            </c:extLst>
          </c:dPt>
          <c:xVal>
            <c:numRef>
              <c:f>Sheet1!$A$2:$A$10</c:f>
              <c:numCache>
                <c:formatCode>General</c:formatCode>
                <c:ptCount val="9"/>
                <c:pt idx="0">
                  <c:v>0.1</c:v>
                </c:pt>
                <c:pt idx="1">
                  <c:v>1.2</c:v>
                </c:pt>
                <c:pt idx="2">
                  <c:v>1.8</c:v>
                </c:pt>
                <c:pt idx="3">
                  <c:v>3</c:v>
                </c:pt>
                <c:pt idx="4">
                  <c:v>3.5</c:v>
                </c:pt>
                <c:pt idx="5">
                  <c:v>4</c:v>
                </c:pt>
                <c:pt idx="6">
                  <c:v>4.2</c:v>
                </c:pt>
                <c:pt idx="7">
                  <c:v>4.5</c:v>
                </c:pt>
                <c:pt idx="8">
                  <c:v>5</c:v>
                </c:pt>
              </c:numCache>
            </c:numRef>
          </c:xVal>
          <c:yVal>
            <c:numRef>
              <c:f>Sheet1!$B$2:$B$10</c:f>
              <c:numCache>
                <c:formatCode>General</c:formatCode>
                <c:ptCount val="9"/>
                <c:pt idx="0">
                  <c:v>1</c:v>
                </c:pt>
                <c:pt idx="1">
                  <c:v>2.2000000000000002</c:v>
                </c:pt>
                <c:pt idx="2">
                  <c:v>0.8</c:v>
                </c:pt>
                <c:pt idx="3">
                  <c:v>1.5</c:v>
                </c:pt>
                <c:pt idx="4">
                  <c:v>1.2</c:v>
                </c:pt>
                <c:pt idx="5">
                  <c:v>0.5</c:v>
                </c:pt>
                <c:pt idx="6">
                  <c:v>1.5</c:v>
                </c:pt>
                <c:pt idx="7">
                  <c:v>1</c:v>
                </c:pt>
                <c:pt idx="8">
                  <c:v>2</c:v>
                </c:pt>
              </c:numCache>
            </c:numRef>
          </c:yVal>
          <c:bubbleSize>
            <c:numLit>
              <c:formatCode>General</c:formatCode>
              <c:ptCount val="9"/>
              <c:pt idx="0">
                <c:v>1</c:v>
              </c:pt>
              <c:pt idx="1">
                <c:v>1</c:v>
              </c:pt>
              <c:pt idx="2">
                <c:v>1</c:v>
              </c:pt>
              <c:pt idx="3">
                <c:v>1</c:v>
              </c:pt>
              <c:pt idx="4">
                <c:v>1</c:v>
              </c:pt>
              <c:pt idx="5">
                <c:v>1</c:v>
              </c:pt>
              <c:pt idx="6">
                <c:v>1</c:v>
              </c:pt>
              <c:pt idx="7">
                <c:v>1</c:v>
              </c:pt>
              <c:pt idx="8">
                <c:v>1</c:v>
              </c:pt>
            </c:numLit>
          </c:bubbleSize>
          <c:bubble3D val="0"/>
          <c:extLst>
            <c:ext xmlns:c16="http://schemas.microsoft.com/office/drawing/2014/chart" uri="{C3380CC4-5D6E-409C-BE32-E72D297353CC}">
              <c16:uniqueId val="{00000012-3DEF-4AFB-BBB7-984D4668A32A}"/>
            </c:ext>
          </c:extLst>
        </c:ser>
        <c:dLbls>
          <c:showLegendKey val="0"/>
          <c:showVal val="0"/>
          <c:showCatName val="0"/>
          <c:showSerName val="0"/>
          <c:showPercent val="0"/>
          <c:showBubbleSize val="0"/>
        </c:dLbls>
        <c:bubbleScale val="100"/>
        <c:showNegBubbles val="0"/>
        <c:axId val="235220032"/>
        <c:axId val="235233920"/>
      </c:bubbleChart>
      <c:valAx>
        <c:axId val="235220032"/>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crossAx val="235233920"/>
        <c:crosses val="autoZero"/>
        <c:crossBetween val="midCat"/>
      </c:valAx>
      <c:valAx>
        <c:axId val="23523392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crossAx val="235220032"/>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Sheet1!$B$1</c:f>
              <c:strCache>
                <c:ptCount val="1"/>
                <c:pt idx="0">
                  <c:v>Y-Values</c:v>
                </c:pt>
              </c:strCache>
            </c:strRef>
          </c:tx>
          <c:spPr>
            <a:ln w="28575" cap="rnd">
              <a:solidFill>
                <a:schemeClr val="accent6">
                  <a:lumMod val="75000"/>
                </a:schemeClr>
              </a:solidFill>
              <a:round/>
            </a:ln>
            <a:effectLst/>
          </c:spPr>
          <c:marker>
            <c:symbol val="circle"/>
            <c:size val="5"/>
            <c:spPr>
              <a:solidFill>
                <a:schemeClr val="accent6">
                  <a:lumMod val="75000"/>
                </a:schemeClr>
              </a:solidFill>
              <a:ln w="28575">
                <a:solidFill>
                  <a:schemeClr val="accent6">
                    <a:lumMod val="75000"/>
                  </a:schemeClr>
                </a:solidFill>
              </a:ln>
              <a:effectLst/>
            </c:spPr>
          </c:marker>
          <c:xVal>
            <c:numRef>
              <c:f>Sheet1!$A$2:$A$11</c:f>
              <c:numCache>
                <c:formatCode>General</c:formatCode>
                <c:ptCount val="10"/>
                <c:pt idx="0">
                  <c:v>0.1</c:v>
                </c:pt>
                <c:pt idx="1">
                  <c:v>1.2</c:v>
                </c:pt>
                <c:pt idx="2">
                  <c:v>1.8</c:v>
                </c:pt>
                <c:pt idx="3">
                  <c:v>3</c:v>
                </c:pt>
                <c:pt idx="4">
                  <c:v>3.5</c:v>
                </c:pt>
                <c:pt idx="5">
                  <c:v>4</c:v>
                </c:pt>
                <c:pt idx="6">
                  <c:v>4.2</c:v>
                </c:pt>
                <c:pt idx="7">
                  <c:v>4.5</c:v>
                </c:pt>
                <c:pt idx="8">
                  <c:v>5</c:v>
                </c:pt>
                <c:pt idx="9">
                  <c:v>6</c:v>
                </c:pt>
              </c:numCache>
            </c:numRef>
          </c:xVal>
          <c:yVal>
            <c:numRef>
              <c:f>Sheet1!$B$2:$B$11</c:f>
              <c:numCache>
                <c:formatCode>General</c:formatCode>
                <c:ptCount val="10"/>
                <c:pt idx="0">
                  <c:v>1</c:v>
                </c:pt>
                <c:pt idx="1">
                  <c:v>2.2000000000000002</c:v>
                </c:pt>
                <c:pt idx="2">
                  <c:v>0.8</c:v>
                </c:pt>
                <c:pt idx="3">
                  <c:v>1.5</c:v>
                </c:pt>
                <c:pt idx="4">
                  <c:v>1.2</c:v>
                </c:pt>
                <c:pt idx="5">
                  <c:v>0.5</c:v>
                </c:pt>
                <c:pt idx="6">
                  <c:v>1.5</c:v>
                </c:pt>
                <c:pt idx="7">
                  <c:v>1</c:v>
                </c:pt>
                <c:pt idx="8">
                  <c:v>2</c:v>
                </c:pt>
                <c:pt idx="9">
                  <c:v>1.5</c:v>
                </c:pt>
              </c:numCache>
            </c:numRef>
          </c:yVal>
          <c:smooth val="1"/>
          <c:extLst>
            <c:ext xmlns:c16="http://schemas.microsoft.com/office/drawing/2014/chart" uri="{C3380CC4-5D6E-409C-BE32-E72D297353CC}">
              <c16:uniqueId val="{00000000-8280-443B-9C07-7B41B5727206}"/>
            </c:ext>
          </c:extLst>
        </c:ser>
        <c:ser>
          <c:idx val="1"/>
          <c:order val="1"/>
          <c:tx>
            <c:strRef>
              <c:f>Sheet1!$C$1</c:f>
              <c:strCache>
                <c:ptCount val="1"/>
                <c:pt idx="0">
                  <c:v>Column1</c:v>
                </c:pt>
              </c:strCache>
            </c:strRef>
          </c:tx>
          <c:spPr>
            <a:ln w="19050" cap="rnd">
              <a:solidFill>
                <a:schemeClr val="accent6"/>
              </a:solidFill>
              <a:round/>
            </a:ln>
            <a:effectLst/>
          </c:spPr>
          <c:marker>
            <c:symbol val="circle"/>
            <c:size val="5"/>
            <c:spPr>
              <a:solidFill>
                <a:schemeClr val="accent6"/>
              </a:solidFill>
              <a:ln w="9525">
                <a:solidFill>
                  <a:schemeClr val="accent6"/>
                </a:solidFill>
              </a:ln>
              <a:effectLst/>
            </c:spPr>
          </c:marker>
          <c:xVal>
            <c:numRef>
              <c:f>Sheet1!$A$2:$A$11</c:f>
              <c:numCache>
                <c:formatCode>General</c:formatCode>
                <c:ptCount val="10"/>
                <c:pt idx="0">
                  <c:v>0.1</c:v>
                </c:pt>
                <c:pt idx="1">
                  <c:v>1.2</c:v>
                </c:pt>
                <c:pt idx="2">
                  <c:v>1.8</c:v>
                </c:pt>
                <c:pt idx="3">
                  <c:v>3</c:v>
                </c:pt>
                <c:pt idx="4">
                  <c:v>3.5</c:v>
                </c:pt>
                <c:pt idx="5">
                  <c:v>4</c:v>
                </c:pt>
                <c:pt idx="6">
                  <c:v>4.2</c:v>
                </c:pt>
                <c:pt idx="7">
                  <c:v>4.5</c:v>
                </c:pt>
                <c:pt idx="8">
                  <c:v>5</c:v>
                </c:pt>
                <c:pt idx="9">
                  <c:v>6</c:v>
                </c:pt>
              </c:numCache>
            </c:numRef>
          </c:xVal>
          <c:yVal>
            <c:numRef>
              <c:f>Sheet1!$C$2:$C$11</c:f>
              <c:numCache>
                <c:formatCode>General</c:formatCode>
                <c:ptCount val="10"/>
                <c:pt idx="0">
                  <c:v>2</c:v>
                </c:pt>
                <c:pt idx="1">
                  <c:v>1</c:v>
                </c:pt>
                <c:pt idx="2">
                  <c:v>3</c:v>
                </c:pt>
                <c:pt idx="3">
                  <c:v>2</c:v>
                </c:pt>
                <c:pt idx="4">
                  <c:v>3</c:v>
                </c:pt>
                <c:pt idx="5">
                  <c:v>2</c:v>
                </c:pt>
                <c:pt idx="6">
                  <c:v>2.2000000000000002</c:v>
                </c:pt>
                <c:pt idx="7">
                  <c:v>2</c:v>
                </c:pt>
                <c:pt idx="8">
                  <c:v>3</c:v>
                </c:pt>
                <c:pt idx="9">
                  <c:v>2</c:v>
                </c:pt>
              </c:numCache>
            </c:numRef>
          </c:yVal>
          <c:smooth val="1"/>
          <c:extLst>
            <c:ext xmlns:c16="http://schemas.microsoft.com/office/drawing/2014/chart" uri="{C3380CC4-5D6E-409C-BE32-E72D297353CC}">
              <c16:uniqueId val="{00000001-8280-443B-9C07-7B41B5727206}"/>
            </c:ext>
          </c:extLst>
        </c:ser>
        <c:ser>
          <c:idx val="2"/>
          <c:order val="2"/>
          <c:tx>
            <c:strRef>
              <c:f>Sheet1!$D$1</c:f>
              <c:strCache>
                <c:ptCount val="1"/>
                <c:pt idx="0">
                  <c:v>Column2</c:v>
                </c:pt>
              </c:strCache>
            </c:strRef>
          </c:tx>
          <c:spPr>
            <a:ln w="19050" cap="rnd">
              <a:solidFill>
                <a:schemeClr val="accent3"/>
              </a:solidFill>
              <a:round/>
            </a:ln>
            <a:effectLst/>
          </c:spPr>
          <c:marker>
            <c:symbol val="circle"/>
            <c:size val="5"/>
            <c:spPr>
              <a:solidFill>
                <a:schemeClr val="accent3"/>
              </a:solidFill>
              <a:ln w="9525">
                <a:solidFill>
                  <a:schemeClr val="accent3"/>
                </a:solidFill>
              </a:ln>
              <a:effectLst/>
            </c:spPr>
          </c:marker>
          <c:xVal>
            <c:numRef>
              <c:f>Sheet1!$A$2:$A$11</c:f>
              <c:numCache>
                <c:formatCode>General</c:formatCode>
                <c:ptCount val="10"/>
                <c:pt idx="0">
                  <c:v>0.1</c:v>
                </c:pt>
                <c:pt idx="1">
                  <c:v>1.2</c:v>
                </c:pt>
                <c:pt idx="2">
                  <c:v>1.8</c:v>
                </c:pt>
                <c:pt idx="3">
                  <c:v>3</c:v>
                </c:pt>
                <c:pt idx="4">
                  <c:v>3.5</c:v>
                </c:pt>
                <c:pt idx="5">
                  <c:v>4</c:v>
                </c:pt>
                <c:pt idx="6">
                  <c:v>4.2</c:v>
                </c:pt>
                <c:pt idx="7">
                  <c:v>4.5</c:v>
                </c:pt>
                <c:pt idx="8">
                  <c:v>5</c:v>
                </c:pt>
                <c:pt idx="9">
                  <c:v>6</c:v>
                </c:pt>
              </c:numCache>
            </c:numRef>
          </c:xVal>
          <c:yVal>
            <c:numRef>
              <c:f>Sheet1!$D$2:$D$11</c:f>
              <c:numCache>
                <c:formatCode>General</c:formatCode>
                <c:ptCount val="10"/>
                <c:pt idx="0">
                  <c:v>3</c:v>
                </c:pt>
                <c:pt idx="1">
                  <c:v>2</c:v>
                </c:pt>
                <c:pt idx="2">
                  <c:v>4</c:v>
                </c:pt>
                <c:pt idx="3">
                  <c:v>2</c:v>
                </c:pt>
                <c:pt idx="4">
                  <c:v>4</c:v>
                </c:pt>
                <c:pt idx="5">
                  <c:v>3</c:v>
                </c:pt>
                <c:pt idx="6">
                  <c:v>4</c:v>
                </c:pt>
                <c:pt idx="7">
                  <c:v>3.2</c:v>
                </c:pt>
                <c:pt idx="8">
                  <c:v>3.5</c:v>
                </c:pt>
                <c:pt idx="9">
                  <c:v>3</c:v>
                </c:pt>
              </c:numCache>
            </c:numRef>
          </c:yVal>
          <c:smooth val="1"/>
          <c:extLst>
            <c:ext xmlns:c16="http://schemas.microsoft.com/office/drawing/2014/chart" uri="{C3380CC4-5D6E-409C-BE32-E72D297353CC}">
              <c16:uniqueId val="{00000002-8280-443B-9C07-7B41B5727206}"/>
            </c:ext>
          </c:extLst>
        </c:ser>
        <c:dLbls>
          <c:showLegendKey val="0"/>
          <c:showVal val="0"/>
          <c:showCatName val="0"/>
          <c:showSerName val="0"/>
          <c:showPercent val="0"/>
          <c:showBubbleSize val="0"/>
        </c:dLbls>
        <c:axId val="242533072"/>
        <c:axId val="242533632"/>
      </c:scatterChart>
      <c:valAx>
        <c:axId val="242533072"/>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242533632"/>
        <c:crosses val="autoZero"/>
        <c:crossBetween val="midCat"/>
      </c:valAx>
      <c:valAx>
        <c:axId val="242533632"/>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242533072"/>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bg1">
                  <a:lumMod val="85000"/>
                </a:schemeClr>
              </a:solidFill>
              <a:ln w="19050">
                <a:noFill/>
              </a:ln>
              <a:effectLst/>
            </c:spPr>
            <c:extLst>
              <c:ext xmlns:c16="http://schemas.microsoft.com/office/drawing/2014/chart" uri="{C3380CC4-5D6E-409C-BE32-E72D297353CC}">
                <c16:uniqueId val="{00000001-BE21-4C3E-9AD9-CD4A297319AF}"/>
              </c:ext>
            </c:extLst>
          </c:dPt>
          <c:dPt>
            <c:idx val="1"/>
            <c:bubble3D val="0"/>
            <c:explosion val="34"/>
            <c:spPr>
              <a:solidFill>
                <a:schemeClr val="accent6"/>
              </a:solidFill>
              <a:ln w="19050">
                <a:noFill/>
              </a:ln>
              <a:effectLst/>
            </c:spPr>
            <c:extLst>
              <c:ext xmlns:c16="http://schemas.microsoft.com/office/drawing/2014/chart" uri="{C3380CC4-5D6E-409C-BE32-E72D297353CC}">
                <c16:uniqueId val="{00000003-BE21-4C3E-9AD9-CD4A297319AF}"/>
              </c:ext>
            </c:extLst>
          </c:dPt>
          <c:cat>
            <c:strRef>
              <c:f>Sheet1!$A$2:$A$3</c:f>
              <c:strCache>
                <c:ptCount val="2"/>
                <c:pt idx="0">
                  <c:v>1st Qtr</c:v>
                </c:pt>
                <c:pt idx="1">
                  <c:v>2nd Qtr</c:v>
                </c:pt>
              </c:strCache>
            </c:strRef>
          </c:cat>
          <c:val>
            <c:numRef>
              <c:f>Sheet1!$B$2:$B$3</c:f>
              <c:numCache>
                <c:formatCode>General</c:formatCode>
                <c:ptCount val="2"/>
                <c:pt idx="0">
                  <c:v>5</c:v>
                </c:pt>
                <c:pt idx="1">
                  <c:v>5</c:v>
                </c:pt>
              </c:numCache>
            </c:numRef>
          </c:val>
          <c:extLst>
            <c:ext xmlns:c16="http://schemas.microsoft.com/office/drawing/2014/chart" uri="{C3380CC4-5D6E-409C-BE32-E72D297353CC}">
              <c16:uniqueId val="{00000004-BE21-4C3E-9AD9-CD4A297319AF}"/>
            </c:ext>
          </c:extLst>
        </c:ser>
        <c:dLbls>
          <c:showLegendKey val="0"/>
          <c:showVal val="0"/>
          <c:showCatName val="0"/>
          <c:showSerName val="0"/>
          <c:showPercent val="0"/>
          <c:showBubbleSize val="0"/>
          <c:showLeaderLines val="1"/>
        </c:dLbls>
        <c:firstSliceAng val="0"/>
        <c:holeSize val="6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41">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064" b="0" i="0" u="none" strike="noStrike" kern="1200" baseline="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35000"/>
            <a:lumOff val="65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9525" cap="rnd">
        <a:solidFill>
          <a:schemeClr val="phClr"/>
        </a:solidFill>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Blank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77248679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Single Image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6062663" y="1589088"/>
            <a:ext cx="5519737" cy="3668712"/>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17667755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Full Imag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2000" cy="6858000"/>
          </a:xfrm>
          <a:prstGeom prst="rect">
            <a:avLst/>
          </a:prstGeom>
          <a:solidFill>
            <a:schemeClr val="bg1">
              <a:lumMod val="85000"/>
            </a:schemeClr>
          </a:solidFill>
        </p:spPr>
        <p:txBody>
          <a:bodyPr/>
          <a:lstStyle/>
          <a:p>
            <a:endParaRPr lang="en-US"/>
          </a:p>
        </p:txBody>
      </p:sp>
    </p:spTree>
    <p:extLst>
      <p:ext uri="{BB962C8B-B14F-4D97-AF65-F5344CB8AC3E}">
        <p14:creationId xmlns:p14="http://schemas.microsoft.com/office/powerpoint/2010/main" val="258062688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eam Work 1">
    <p:spTree>
      <p:nvGrpSpPr>
        <p:cNvPr id="1" name=""/>
        <p:cNvGrpSpPr/>
        <p:nvPr/>
      </p:nvGrpSpPr>
      <p:grpSpPr>
        <a:xfrm>
          <a:off x="0" y="0"/>
          <a:ext cx="0" cy="0"/>
          <a:chOff x="0" y="0"/>
          <a:chExt cx="0" cy="0"/>
        </a:xfrm>
      </p:grpSpPr>
      <p:sp>
        <p:nvSpPr>
          <p:cNvPr id="8" name="Picture Placeholder 16"/>
          <p:cNvSpPr>
            <a:spLocks noGrp="1"/>
          </p:cNvSpPr>
          <p:nvPr>
            <p:ph type="pic" sz="quarter" idx="10"/>
          </p:nvPr>
        </p:nvSpPr>
        <p:spPr>
          <a:xfrm>
            <a:off x="1842316" y="1206500"/>
            <a:ext cx="1714500" cy="1714500"/>
          </a:xfrm>
          <a:prstGeom prst="rect">
            <a:avLst/>
          </a:prstGeom>
          <a:solidFill>
            <a:schemeClr val="bg1">
              <a:lumMod val="85000"/>
            </a:schemeClr>
          </a:solidFill>
        </p:spPr>
        <p:txBody>
          <a:bodyPr/>
          <a:lstStyle>
            <a:lvl1pPr>
              <a:defRPr sz="1000"/>
            </a:lvl1pPr>
          </a:lstStyle>
          <a:p>
            <a:endParaRPr lang="en-US"/>
          </a:p>
        </p:txBody>
      </p:sp>
      <p:sp>
        <p:nvSpPr>
          <p:cNvPr id="9" name="Picture Placeholder 16"/>
          <p:cNvSpPr>
            <a:spLocks noGrp="1"/>
          </p:cNvSpPr>
          <p:nvPr>
            <p:ph type="pic" sz="quarter" idx="11"/>
          </p:nvPr>
        </p:nvSpPr>
        <p:spPr>
          <a:xfrm>
            <a:off x="3610748" y="1206500"/>
            <a:ext cx="1714500" cy="1714500"/>
          </a:xfrm>
          <a:prstGeom prst="rect">
            <a:avLst/>
          </a:prstGeom>
          <a:solidFill>
            <a:schemeClr val="bg1">
              <a:lumMod val="85000"/>
            </a:schemeClr>
          </a:solidFill>
        </p:spPr>
        <p:txBody>
          <a:bodyPr/>
          <a:lstStyle>
            <a:lvl1pPr>
              <a:defRPr sz="1000"/>
            </a:lvl1pPr>
          </a:lstStyle>
          <a:p>
            <a:endParaRPr lang="en-US"/>
          </a:p>
        </p:txBody>
      </p:sp>
      <p:sp>
        <p:nvSpPr>
          <p:cNvPr id="10" name="Picture Placeholder 16"/>
          <p:cNvSpPr>
            <a:spLocks noGrp="1"/>
          </p:cNvSpPr>
          <p:nvPr>
            <p:ph type="pic" sz="quarter" idx="12"/>
          </p:nvPr>
        </p:nvSpPr>
        <p:spPr>
          <a:xfrm>
            <a:off x="3610748" y="2971800"/>
            <a:ext cx="1714500" cy="1714500"/>
          </a:xfrm>
          <a:prstGeom prst="rect">
            <a:avLst/>
          </a:prstGeom>
          <a:solidFill>
            <a:schemeClr val="bg1">
              <a:lumMod val="85000"/>
            </a:schemeClr>
          </a:solidFill>
        </p:spPr>
        <p:txBody>
          <a:bodyPr/>
          <a:lstStyle>
            <a:lvl1pPr>
              <a:defRPr sz="1000"/>
            </a:lvl1pPr>
          </a:lstStyle>
          <a:p>
            <a:endParaRPr lang="en-US"/>
          </a:p>
        </p:txBody>
      </p:sp>
      <p:sp>
        <p:nvSpPr>
          <p:cNvPr id="11" name="Picture Placeholder 16"/>
          <p:cNvSpPr>
            <a:spLocks noGrp="1"/>
          </p:cNvSpPr>
          <p:nvPr>
            <p:ph type="pic" sz="quarter" idx="13"/>
          </p:nvPr>
        </p:nvSpPr>
        <p:spPr>
          <a:xfrm>
            <a:off x="1843087" y="3936704"/>
            <a:ext cx="1714500" cy="17145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329159246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eam Work 2">
    <p:spTree>
      <p:nvGrpSpPr>
        <p:cNvPr id="1" name=""/>
        <p:cNvGrpSpPr/>
        <p:nvPr/>
      </p:nvGrpSpPr>
      <p:grpSpPr>
        <a:xfrm>
          <a:off x="0" y="0"/>
          <a:ext cx="0" cy="0"/>
          <a:chOff x="0" y="0"/>
          <a:chExt cx="0" cy="0"/>
        </a:xfrm>
      </p:grpSpPr>
      <p:sp>
        <p:nvSpPr>
          <p:cNvPr id="10" name="Picture Placeholder 16"/>
          <p:cNvSpPr>
            <a:spLocks noGrp="1"/>
          </p:cNvSpPr>
          <p:nvPr>
            <p:ph type="pic" sz="quarter" idx="10"/>
          </p:nvPr>
        </p:nvSpPr>
        <p:spPr>
          <a:xfrm>
            <a:off x="717170" y="2098879"/>
            <a:ext cx="1719072" cy="1719072"/>
          </a:xfrm>
          <a:prstGeom prst="rect">
            <a:avLst/>
          </a:prstGeom>
          <a:solidFill>
            <a:schemeClr val="bg1">
              <a:lumMod val="85000"/>
            </a:schemeClr>
          </a:solidFill>
        </p:spPr>
        <p:txBody>
          <a:bodyPr/>
          <a:lstStyle>
            <a:lvl1pPr>
              <a:defRPr sz="1000"/>
            </a:lvl1pPr>
          </a:lstStyle>
          <a:p>
            <a:endParaRPr lang="en-US"/>
          </a:p>
        </p:txBody>
      </p:sp>
      <p:sp>
        <p:nvSpPr>
          <p:cNvPr id="11" name="Picture Placeholder 16"/>
          <p:cNvSpPr>
            <a:spLocks noGrp="1"/>
          </p:cNvSpPr>
          <p:nvPr>
            <p:ph type="pic" sz="quarter" idx="11"/>
          </p:nvPr>
        </p:nvSpPr>
        <p:spPr>
          <a:xfrm>
            <a:off x="2526894" y="2098879"/>
            <a:ext cx="1719072" cy="1719072"/>
          </a:xfrm>
          <a:prstGeom prst="rect">
            <a:avLst/>
          </a:prstGeom>
          <a:solidFill>
            <a:schemeClr val="bg1">
              <a:lumMod val="85000"/>
            </a:schemeClr>
          </a:solidFill>
        </p:spPr>
        <p:txBody>
          <a:bodyPr/>
          <a:lstStyle>
            <a:lvl1pPr>
              <a:defRPr sz="1000"/>
            </a:lvl1pPr>
          </a:lstStyle>
          <a:p>
            <a:endParaRPr lang="en-US"/>
          </a:p>
        </p:txBody>
      </p:sp>
      <p:sp>
        <p:nvSpPr>
          <p:cNvPr id="12" name="Picture Placeholder 16"/>
          <p:cNvSpPr>
            <a:spLocks noGrp="1"/>
          </p:cNvSpPr>
          <p:nvPr>
            <p:ph type="pic" sz="quarter" idx="12"/>
          </p:nvPr>
        </p:nvSpPr>
        <p:spPr>
          <a:xfrm>
            <a:off x="4336618" y="2098879"/>
            <a:ext cx="1719072" cy="1719072"/>
          </a:xfrm>
          <a:prstGeom prst="rect">
            <a:avLst/>
          </a:prstGeom>
          <a:solidFill>
            <a:schemeClr val="bg1">
              <a:lumMod val="85000"/>
            </a:schemeClr>
          </a:solidFill>
        </p:spPr>
        <p:txBody>
          <a:bodyPr/>
          <a:lstStyle>
            <a:lvl1pPr>
              <a:defRPr sz="1000"/>
            </a:lvl1pPr>
          </a:lstStyle>
          <a:p>
            <a:endParaRPr lang="en-US"/>
          </a:p>
        </p:txBody>
      </p:sp>
      <p:sp>
        <p:nvSpPr>
          <p:cNvPr id="13" name="Picture Placeholder 16"/>
          <p:cNvSpPr>
            <a:spLocks noGrp="1"/>
          </p:cNvSpPr>
          <p:nvPr>
            <p:ph type="pic" sz="quarter" idx="13"/>
          </p:nvPr>
        </p:nvSpPr>
        <p:spPr>
          <a:xfrm>
            <a:off x="6146342" y="2098879"/>
            <a:ext cx="1719072" cy="1719072"/>
          </a:xfrm>
          <a:prstGeom prst="rect">
            <a:avLst/>
          </a:prstGeom>
          <a:solidFill>
            <a:schemeClr val="bg1">
              <a:lumMod val="85000"/>
            </a:schemeClr>
          </a:solidFill>
        </p:spPr>
        <p:txBody>
          <a:bodyPr/>
          <a:lstStyle>
            <a:lvl1pPr>
              <a:defRPr sz="1000"/>
            </a:lvl1pPr>
          </a:lstStyle>
          <a:p>
            <a:endParaRPr lang="en-US"/>
          </a:p>
        </p:txBody>
      </p:sp>
      <p:sp>
        <p:nvSpPr>
          <p:cNvPr id="14" name="Picture Placeholder 16"/>
          <p:cNvSpPr>
            <a:spLocks noGrp="1"/>
          </p:cNvSpPr>
          <p:nvPr>
            <p:ph type="pic" sz="quarter" idx="14"/>
          </p:nvPr>
        </p:nvSpPr>
        <p:spPr>
          <a:xfrm>
            <a:off x="7956066" y="2098879"/>
            <a:ext cx="1719072" cy="1719072"/>
          </a:xfrm>
          <a:prstGeom prst="rect">
            <a:avLst/>
          </a:prstGeom>
          <a:solidFill>
            <a:schemeClr val="bg1">
              <a:lumMod val="85000"/>
            </a:schemeClr>
          </a:solidFill>
        </p:spPr>
        <p:txBody>
          <a:bodyPr/>
          <a:lstStyle>
            <a:lvl1pPr>
              <a:defRPr sz="1000"/>
            </a:lvl1pPr>
          </a:lstStyle>
          <a:p>
            <a:endParaRPr lang="en-US"/>
          </a:p>
        </p:txBody>
      </p:sp>
      <p:sp>
        <p:nvSpPr>
          <p:cNvPr id="15" name="Picture Placeholder 16"/>
          <p:cNvSpPr>
            <a:spLocks noGrp="1"/>
          </p:cNvSpPr>
          <p:nvPr>
            <p:ph type="pic" sz="quarter" idx="15"/>
          </p:nvPr>
        </p:nvSpPr>
        <p:spPr>
          <a:xfrm>
            <a:off x="9765790" y="2098879"/>
            <a:ext cx="1719072" cy="1719072"/>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41841875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eam Work 3">
    <p:spTree>
      <p:nvGrpSpPr>
        <p:cNvPr id="1" name=""/>
        <p:cNvGrpSpPr/>
        <p:nvPr/>
      </p:nvGrpSpPr>
      <p:grpSpPr>
        <a:xfrm>
          <a:off x="0" y="0"/>
          <a:ext cx="0" cy="0"/>
          <a:chOff x="0" y="0"/>
          <a:chExt cx="0" cy="0"/>
        </a:xfrm>
      </p:grpSpPr>
      <p:sp>
        <p:nvSpPr>
          <p:cNvPr id="6" name="Picture Placeholder 11"/>
          <p:cNvSpPr>
            <a:spLocks noGrp="1"/>
          </p:cNvSpPr>
          <p:nvPr>
            <p:ph type="pic" sz="quarter" idx="10"/>
          </p:nvPr>
        </p:nvSpPr>
        <p:spPr>
          <a:xfrm>
            <a:off x="723834" y="1982048"/>
            <a:ext cx="1243584" cy="1243584"/>
          </a:xfrm>
          <a:prstGeom prst="ellipse">
            <a:avLst/>
          </a:prstGeom>
          <a:solidFill>
            <a:schemeClr val="bg1">
              <a:lumMod val="85000"/>
            </a:schemeClr>
          </a:solidFill>
          <a:ln w="76200">
            <a:solidFill>
              <a:schemeClr val="bg1">
                <a:lumMod val="75000"/>
              </a:schemeClr>
            </a:solidFill>
          </a:ln>
        </p:spPr>
        <p:txBody>
          <a:bodyPr/>
          <a:lstStyle>
            <a:lvl1pPr>
              <a:defRPr sz="1000"/>
            </a:lvl1pPr>
          </a:lstStyle>
          <a:p>
            <a:endParaRPr lang="en-US"/>
          </a:p>
        </p:txBody>
      </p:sp>
      <p:sp>
        <p:nvSpPr>
          <p:cNvPr id="7" name="Picture Placeholder 11"/>
          <p:cNvSpPr>
            <a:spLocks noGrp="1"/>
          </p:cNvSpPr>
          <p:nvPr>
            <p:ph type="pic" sz="quarter" idx="11"/>
          </p:nvPr>
        </p:nvSpPr>
        <p:spPr>
          <a:xfrm>
            <a:off x="4704113" y="2218074"/>
            <a:ext cx="1243584" cy="1243584"/>
          </a:xfrm>
          <a:prstGeom prst="ellipse">
            <a:avLst/>
          </a:prstGeom>
          <a:solidFill>
            <a:schemeClr val="bg1">
              <a:lumMod val="85000"/>
            </a:schemeClr>
          </a:solidFill>
          <a:ln w="76200">
            <a:solidFill>
              <a:schemeClr val="bg1">
                <a:lumMod val="75000"/>
              </a:schemeClr>
            </a:solidFill>
          </a:ln>
        </p:spPr>
        <p:txBody>
          <a:bodyPr/>
          <a:lstStyle>
            <a:lvl1pPr>
              <a:defRPr sz="1000"/>
            </a:lvl1pPr>
          </a:lstStyle>
          <a:p>
            <a:endParaRPr lang="en-US"/>
          </a:p>
        </p:txBody>
      </p:sp>
      <p:sp>
        <p:nvSpPr>
          <p:cNvPr id="8" name="Picture Placeholder 11"/>
          <p:cNvSpPr>
            <a:spLocks noGrp="1"/>
          </p:cNvSpPr>
          <p:nvPr>
            <p:ph type="pic" sz="quarter" idx="12"/>
          </p:nvPr>
        </p:nvSpPr>
        <p:spPr>
          <a:xfrm>
            <a:off x="8385180" y="1982048"/>
            <a:ext cx="1243584" cy="1243584"/>
          </a:xfrm>
          <a:prstGeom prst="ellipse">
            <a:avLst/>
          </a:prstGeom>
          <a:solidFill>
            <a:schemeClr val="bg1">
              <a:lumMod val="85000"/>
            </a:schemeClr>
          </a:solidFill>
          <a:ln w="76200">
            <a:solidFill>
              <a:schemeClr val="bg1">
                <a:lumMod val="75000"/>
              </a:schemeClr>
            </a:solidFill>
          </a:ln>
        </p:spPr>
        <p:txBody>
          <a:bodyPr/>
          <a:lstStyle>
            <a:lvl1pPr>
              <a:defRPr sz="1000"/>
            </a:lvl1pPr>
          </a:lstStyle>
          <a:p>
            <a:endParaRPr lang="en-US"/>
          </a:p>
        </p:txBody>
      </p:sp>
      <p:sp>
        <p:nvSpPr>
          <p:cNvPr id="9" name="Picture Placeholder 11"/>
          <p:cNvSpPr>
            <a:spLocks noGrp="1"/>
          </p:cNvSpPr>
          <p:nvPr>
            <p:ph type="pic" sz="quarter" idx="13"/>
          </p:nvPr>
        </p:nvSpPr>
        <p:spPr>
          <a:xfrm>
            <a:off x="6308623" y="4572965"/>
            <a:ext cx="1243584" cy="1243584"/>
          </a:xfrm>
          <a:prstGeom prst="ellipse">
            <a:avLst/>
          </a:prstGeom>
          <a:solidFill>
            <a:schemeClr val="bg1">
              <a:lumMod val="85000"/>
            </a:schemeClr>
          </a:solidFill>
          <a:ln w="76200">
            <a:solidFill>
              <a:schemeClr val="bg1">
                <a:lumMod val="75000"/>
              </a:schemeClr>
            </a:solidFill>
          </a:ln>
        </p:spPr>
        <p:txBody>
          <a:bodyPr/>
          <a:lstStyle>
            <a:lvl1pPr>
              <a:defRPr sz="1000"/>
            </a:lvl1pPr>
          </a:lstStyle>
          <a:p>
            <a:endParaRPr lang="en-US"/>
          </a:p>
        </p:txBody>
      </p:sp>
      <p:sp>
        <p:nvSpPr>
          <p:cNvPr id="10" name="Picture Placeholder 11"/>
          <p:cNvSpPr>
            <a:spLocks noGrp="1"/>
          </p:cNvSpPr>
          <p:nvPr>
            <p:ph type="pic" sz="quarter" idx="14"/>
          </p:nvPr>
        </p:nvSpPr>
        <p:spPr>
          <a:xfrm>
            <a:off x="2203196" y="4288247"/>
            <a:ext cx="1243584" cy="1243584"/>
          </a:xfrm>
          <a:prstGeom prst="ellipse">
            <a:avLst/>
          </a:prstGeom>
          <a:solidFill>
            <a:schemeClr val="bg1">
              <a:lumMod val="85000"/>
            </a:schemeClr>
          </a:solidFill>
          <a:ln w="76200">
            <a:solidFill>
              <a:schemeClr val="bg1">
                <a:lumMod val="75000"/>
              </a:schemeClr>
            </a:solidFill>
          </a:ln>
        </p:spPr>
        <p:txBody>
          <a:bodyPr/>
          <a:lstStyle>
            <a:lvl1pPr>
              <a:defRPr sz="1000"/>
            </a:lvl1pPr>
          </a:lstStyle>
          <a:p>
            <a:endParaRPr lang="en-US"/>
          </a:p>
        </p:txBody>
      </p:sp>
    </p:spTree>
    <p:extLst>
      <p:ext uri="{BB962C8B-B14F-4D97-AF65-F5344CB8AC3E}">
        <p14:creationId xmlns:p14="http://schemas.microsoft.com/office/powerpoint/2010/main" val="204548421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eam Work 4">
    <p:spTree>
      <p:nvGrpSpPr>
        <p:cNvPr id="1" name=""/>
        <p:cNvGrpSpPr/>
        <p:nvPr/>
      </p:nvGrpSpPr>
      <p:grpSpPr>
        <a:xfrm>
          <a:off x="0" y="0"/>
          <a:ext cx="0" cy="0"/>
          <a:chOff x="0" y="0"/>
          <a:chExt cx="0" cy="0"/>
        </a:xfrm>
      </p:grpSpPr>
      <p:sp>
        <p:nvSpPr>
          <p:cNvPr id="5" name="Picture Placeholder 7"/>
          <p:cNvSpPr>
            <a:spLocks noGrp="1"/>
          </p:cNvSpPr>
          <p:nvPr>
            <p:ph type="pic" sz="quarter" idx="10"/>
          </p:nvPr>
        </p:nvSpPr>
        <p:spPr>
          <a:xfrm>
            <a:off x="1790700" y="1714500"/>
            <a:ext cx="1714500" cy="1714500"/>
          </a:xfrm>
          <a:prstGeom prst="rect">
            <a:avLst/>
          </a:prstGeom>
          <a:solidFill>
            <a:schemeClr val="bg1">
              <a:lumMod val="85000"/>
            </a:schemeClr>
          </a:solidFill>
        </p:spPr>
        <p:txBody>
          <a:bodyPr/>
          <a:lstStyle>
            <a:lvl1pPr>
              <a:defRPr sz="1000"/>
            </a:lvl1pPr>
          </a:lstStyle>
          <a:p>
            <a:endParaRPr lang="en-US"/>
          </a:p>
        </p:txBody>
      </p:sp>
      <p:sp>
        <p:nvSpPr>
          <p:cNvPr id="6" name="Picture Placeholder 7"/>
          <p:cNvSpPr>
            <a:spLocks noGrp="1"/>
          </p:cNvSpPr>
          <p:nvPr>
            <p:ph type="pic" sz="quarter" idx="11"/>
          </p:nvPr>
        </p:nvSpPr>
        <p:spPr>
          <a:xfrm>
            <a:off x="7195457" y="1714500"/>
            <a:ext cx="1714500" cy="17145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211033481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Portfolio 1">
    <p:spTree>
      <p:nvGrpSpPr>
        <p:cNvPr id="1" name=""/>
        <p:cNvGrpSpPr/>
        <p:nvPr/>
      </p:nvGrpSpPr>
      <p:grpSpPr>
        <a:xfrm>
          <a:off x="0" y="0"/>
          <a:ext cx="0" cy="0"/>
          <a:chOff x="0" y="0"/>
          <a:chExt cx="0" cy="0"/>
        </a:xfrm>
      </p:grpSpPr>
      <p:sp>
        <p:nvSpPr>
          <p:cNvPr id="8" name="Picture Placeholder 11"/>
          <p:cNvSpPr>
            <a:spLocks noGrp="1"/>
          </p:cNvSpPr>
          <p:nvPr>
            <p:ph type="pic" sz="quarter" idx="10"/>
          </p:nvPr>
        </p:nvSpPr>
        <p:spPr>
          <a:xfrm>
            <a:off x="0" y="0"/>
            <a:ext cx="3381375" cy="3429000"/>
          </a:xfrm>
          <a:prstGeom prst="rect">
            <a:avLst/>
          </a:prstGeom>
          <a:solidFill>
            <a:schemeClr val="bg1">
              <a:lumMod val="85000"/>
            </a:schemeClr>
          </a:solidFill>
        </p:spPr>
        <p:txBody>
          <a:bodyPr/>
          <a:lstStyle>
            <a:lvl1pPr>
              <a:defRPr sz="1000"/>
            </a:lvl1pPr>
          </a:lstStyle>
          <a:p>
            <a:endParaRPr lang="en-US"/>
          </a:p>
        </p:txBody>
      </p:sp>
      <p:sp>
        <p:nvSpPr>
          <p:cNvPr id="9" name="Picture Placeholder 11"/>
          <p:cNvSpPr>
            <a:spLocks noGrp="1"/>
          </p:cNvSpPr>
          <p:nvPr>
            <p:ph type="pic" sz="quarter" idx="11"/>
          </p:nvPr>
        </p:nvSpPr>
        <p:spPr>
          <a:xfrm>
            <a:off x="6095778" y="0"/>
            <a:ext cx="6096222" cy="3429000"/>
          </a:xfrm>
          <a:prstGeom prst="rect">
            <a:avLst/>
          </a:prstGeom>
          <a:solidFill>
            <a:schemeClr val="bg1">
              <a:lumMod val="85000"/>
            </a:schemeClr>
          </a:solidFill>
        </p:spPr>
        <p:txBody>
          <a:bodyPr/>
          <a:lstStyle>
            <a:lvl1pPr>
              <a:defRPr sz="1000"/>
            </a:lvl1pPr>
          </a:lstStyle>
          <a:p>
            <a:endParaRPr lang="en-US"/>
          </a:p>
        </p:txBody>
      </p:sp>
      <p:sp>
        <p:nvSpPr>
          <p:cNvPr id="10" name="Picture Placeholder 11"/>
          <p:cNvSpPr>
            <a:spLocks noGrp="1"/>
          </p:cNvSpPr>
          <p:nvPr>
            <p:ph type="pic" sz="quarter" idx="12"/>
          </p:nvPr>
        </p:nvSpPr>
        <p:spPr>
          <a:xfrm>
            <a:off x="3381150" y="3429000"/>
            <a:ext cx="6368905" cy="34290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426882947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hree Column Image">
    <p:spTree>
      <p:nvGrpSpPr>
        <p:cNvPr id="1" name=""/>
        <p:cNvGrpSpPr/>
        <p:nvPr/>
      </p:nvGrpSpPr>
      <p:grpSpPr>
        <a:xfrm>
          <a:off x="0" y="0"/>
          <a:ext cx="0" cy="0"/>
          <a:chOff x="0" y="0"/>
          <a:chExt cx="0" cy="0"/>
        </a:xfrm>
      </p:grpSpPr>
      <p:sp>
        <p:nvSpPr>
          <p:cNvPr id="8" name="Picture Placeholder 11"/>
          <p:cNvSpPr>
            <a:spLocks noGrp="1"/>
          </p:cNvSpPr>
          <p:nvPr>
            <p:ph type="pic" sz="quarter" idx="10"/>
          </p:nvPr>
        </p:nvSpPr>
        <p:spPr>
          <a:xfrm>
            <a:off x="876300" y="1752600"/>
            <a:ext cx="3471863" cy="2212975"/>
          </a:xfrm>
          <a:prstGeom prst="rect">
            <a:avLst/>
          </a:prstGeom>
          <a:solidFill>
            <a:schemeClr val="bg1">
              <a:lumMod val="85000"/>
            </a:schemeClr>
          </a:solidFill>
        </p:spPr>
        <p:txBody>
          <a:bodyPr/>
          <a:lstStyle>
            <a:lvl1pPr>
              <a:defRPr sz="1000"/>
            </a:lvl1pPr>
          </a:lstStyle>
          <a:p>
            <a:endParaRPr lang="en-US"/>
          </a:p>
        </p:txBody>
      </p:sp>
      <p:sp>
        <p:nvSpPr>
          <p:cNvPr id="9" name="Picture Placeholder 11"/>
          <p:cNvSpPr>
            <a:spLocks noGrp="1"/>
          </p:cNvSpPr>
          <p:nvPr>
            <p:ph type="pic" sz="quarter" idx="11"/>
          </p:nvPr>
        </p:nvSpPr>
        <p:spPr>
          <a:xfrm>
            <a:off x="4371421" y="1752600"/>
            <a:ext cx="3471863" cy="2212975"/>
          </a:xfrm>
          <a:prstGeom prst="rect">
            <a:avLst/>
          </a:prstGeom>
          <a:solidFill>
            <a:schemeClr val="bg1">
              <a:lumMod val="85000"/>
            </a:schemeClr>
          </a:solidFill>
        </p:spPr>
        <p:txBody>
          <a:bodyPr/>
          <a:lstStyle>
            <a:lvl1pPr>
              <a:defRPr sz="1000"/>
            </a:lvl1pPr>
          </a:lstStyle>
          <a:p>
            <a:endParaRPr lang="en-US"/>
          </a:p>
        </p:txBody>
      </p:sp>
      <p:sp>
        <p:nvSpPr>
          <p:cNvPr id="10" name="Picture Placeholder 11"/>
          <p:cNvSpPr>
            <a:spLocks noGrp="1"/>
          </p:cNvSpPr>
          <p:nvPr>
            <p:ph type="pic" sz="quarter" idx="12"/>
          </p:nvPr>
        </p:nvSpPr>
        <p:spPr>
          <a:xfrm>
            <a:off x="7854913" y="1752599"/>
            <a:ext cx="3471863" cy="2212975"/>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418873779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Four Column Image">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876300" y="1714500"/>
            <a:ext cx="1717675" cy="1717675"/>
          </a:xfrm>
          <a:prstGeom prst="rect">
            <a:avLst/>
          </a:prstGeom>
          <a:solidFill>
            <a:schemeClr val="bg1">
              <a:lumMod val="85000"/>
            </a:schemeClr>
          </a:solidFill>
        </p:spPr>
        <p:txBody>
          <a:bodyPr/>
          <a:lstStyle>
            <a:lvl1pPr>
              <a:defRPr sz="1000"/>
            </a:lvl1pPr>
          </a:lstStyle>
          <a:p>
            <a:endParaRPr lang="en-US"/>
          </a:p>
        </p:txBody>
      </p:sp>
      <p:sp>
        <p:nvSpPr>
          <p:cNvPr id="8" name="Picture Placeholder 6"/>
          <p:cNvSpPr>
            <a:spLocks noGrp="1"/>
          </p:cNvSpPr>
          <p:nvPr>
            <p:ph type="pic" sz="quarter" idx="11"/>
          </p:nvPr>
        </p:nvSpPr>
        <p:spPr>
          <a:xfrm>
            <a:off x="6095631" y="1714500"/>
            <a:ext cx="1717675" cy="1717675"/>
          </a:xfrm>
          <a:prstGeom prst="rect">
            <a:avLst/>
          </a:prstGeom>
          <a:solidFill>
            <a:schemeClr val="bg1">
              <a:lumMod val="85000"/>
            </a:schemeClr>
          </a:solidFill>
        </p:spPr>
        <p:txBody>
          <a:bodyPr/>
          <a:lstStyle>
            <a:lvl1pPr>
              <a:defRPr sz="1000"/>
            </a:lvl1pPr>
          </a:lstStyle>
          <a:p>
            <a:endParaRPr lang="en-US"/>
          </a:p>
        </p:txBody>
      </p:sp>
      <p:sp>
        <p:nvSpPr>
          <p:cNvPr id="9" name="Picture Placeholder 6"/>
          <p:cNvSpPr>
            <a:spLocks noGrp="1"/>
          </p:cNvSpPr>
          <p:nvPr>
            <p:ph type="pic" sz="quarter" idx="12"/>
          </p:nvPr>
        </p:nvSpPr>
        <p:spPr>
          <a:xfrm>
            <a:off x="6095630" y="3953499"/>
            <a:ext cx="1717675" cy="1717675"/>
          </a:xfrm>
          <a:prstGeom prst="rect">
            <a:avLst/>
          </a:prstGeom>
          <a:solidFill>
            <a:schemeClr val="bg1">
              <a:lumMod val="85000"/>
            </a:schemeClr>
          </a:solidFill>
        </p:spPr>
        <p:txBody>
          <a:bodyPr/>
          <a:lstStyle>
            <a:lvl1pPr>
              <a:defRPr sz="1000"/>
            </a:lvl1pPr>
          </a:lstStyle>
          <a:p>
            <a:endParaRPr lang="en-US"/>
          </a:p>
        </p:txBody>
      </p:sp>
      <p:sp>
        <p:nvSpPr>
          <p:cNvPr id="10" name="Picture Placeholder 6"/>
          <p:cNvSpPr>
            <a:spLocks noGrp="1"/>
          </p:cNvSpPr>
          <p:nvPr>
            <p:ph type="pic" sz="quarter" idx="13"/>
          </p:nvPr>
        </p:nvSpPr>
        <p:spPr>
          <a:xfrm>
            <a:off x="875561" y="3953499"/>
            <a:ext cx="1717675" cy="1717675"/>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371906245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reative Agency">
    <p:spTree>
      <p:nvGrpSpPr>
        <p:cNvPr id="1" name=""/>
        <p:cNvGrpSpPr/>
        <p:nvPr/>
      </p:nvGrpSpPr>
      <p:grpSpPr>
        <a:xfrm>
          <a:off x="0" y="0"/>
          <a:ext cx="0" cy="0"/>
          <a:chOff x="0" y="0"/>
          <a:chExt cx="0" cy="0"/>
        </a:xfrm>
      </p:grpSpPr>
      <p:sp>
        <p:nvSpPr>
          <p:cNvPr id="2" name="Picture Placeholder 11"/>
          <p:cNvSpPr>
            <a:spLocks noGrp="1"/>
          </p:cNvSpPr>
          <p:nvPr>
            <p:ph type="pic" sz="quarter" idx="11"/>
          </p:nvPr>
        </p:nvSpPr>
        <p:spPr>
          <a:xfrm>
            <a:off x="4273550" y="4327525"/>
            <a:ext cx="6369050" cy="1844675"/>
          </a:xfrm>
          <a:prstGeom prst="rect">
            <a:avLst/>
          </a:prstGeom>
          <a:solidFill>
            <a:schemeClr val="bg1">
              <a:lumMod val="85000"/>
            </a:schemeClr>
          </a:solidFill>
        </p:spPr>
        <p:txBody>
          <a:bodyPr/>
          <a:lstStyle>
            <a:lvl1pPr>
              <a:defRPr sz="1000"/>
            </a:lvl1pPr>
          </a:lstStyle>
          <a:p>
            <a:endParaRPr lang="en-US"/>
          </a:p>
        </p:txBody>
      </p:sp>
      <p:sp>
        <p:nvSpPr>
          <p:cNvPr id="3" name="Rectangle 2"/>
          <p:cNvSpPr/>
          <p:nvPr userDrawn="1"/>
        </p:nvSpPr>
        <p:spPr>
          <a:xfrm>
            <a:off x="0" y="2544956"/>
            <a:ext cx="8484782" cy="21227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9"/>
          <p:cNvSpPr>
            <a:spLocks noGrp="1"/>
          </p:cNvSpPr>
          <p:nvPr>
            <p:ph type="pic" sz="quarter" idx="10"/>
          </p:nvPr>
        </p:nvSpPr>
        <p:spPr>
          <a:xfrm>
            <a:off x="7931150" y="0"/>
            <a:ext cx="2711450" cy="34290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394025261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Product Portfolio Box">
    <p:spTree>
      <p:nvGrpSpPr>
        <p:cNvPr id="1" name=""/>
        <p:cNvGrpSpPr/>
        <p:nvPr/>
      </p:nvGrpSpPr>
      <p:grpSpPr>
        <a:xfrm>
          <a:off x="0" y="0"/>
          <a:ext cx="0" cy="0"/>
          <a:chOff x="0" y="0"/>
          <a:chExt cx="0" cy="0"/>
        </a:xfrm>
      </p:grpSpPr>
      <p:sp>
        <p:nvSpPr>
          <p:cNvPr id="2" name="Picture Placeholder 7"/>
          <p:cNvSpPr>
            <a:spLocks noGrp="1"/>
          </p:cNvSpPr>
          <p:nvPr>
            <p:ph type="pic" sz="quarter" idx="10"/>
          </p:nvPr>
        </p:nvSpPr>
        <p:spPr>
          <a:xfrm>
            <a:off x="0" y="0"/>
            <a:ext cx="3051175" cy="2530475"/>
          </a:xfrm>
          <a:prstGeom prst="rect">
            <a:avLst/>
          </a:prstGeom>
          <a:solidFill>
            <a:schemeClr val="bg1">
              <a:lumMod val="85000"/>
            </a:schemeClr>
          </a:solidFill>
        </p:spPr>
        <p:txBody>
          <a:bodyPr/>
          <a:lstStyle>
            <a:lvl1pPr>
              <a:defRPr sz="1000"/>
            </a:lvl1pPr>
          </a:lstStyle>
          <a:p>
            <a:endParaRPr lang="en-US"/>
          </a:p>
        </p:txBody>
      </p:sp>
      <p:sp>
        <p:nvSpPr>
          <p:cNvPr id="3" name="Picture Placeholder 9"/>
          <p:cNvSpPr>
            <a:spLocks noGrp="1"/>
          </p:cNvSpPr>
          <p:nvPr>
            <p:ph type="pic" sz="quarter" idx="11"/>
          </p:nvPr>
        </p:nvSpPr>
        <p:spPr>
          <a:xfrm>
            <a:off x="3051175" y="0"/>
            <a:ext cx="3044825" cy="2530475"/>
          </a:xfrm>
          <a:prstGeom prst="rect">
            <a:avLst/>
          </a:prstGeom>
          <a:solidFill>
            <a:schemeClr val="bg1">
              <a:lumMod val="85000"/>
            </a:schemeClr>
          </a:solidFill>
        </p:spPr>
        <p:txBody>
          <a:bodyPr/>
          <a:lstStyle>
            <a:lvl1pPr>
              <a:defRPr sz="1000"/>
            </a:lvl1pPr>
          </a:lstStyle>
          <a:p>
            <a:endParaRPr lang="en-US"/>
          </a:p>
        </p:txBody>
      </p:sp>
      <p:sp>
        <p:nvSpPr>
          <p:cNvPr id="4" name="Picture Placeholder 11"/>
          <p:cNvSpPr>
            <a:spLocks noGrp="1"/>
          </p:cNvSpPr>
          <p:nvPr>
            <p:ph type="pic" sz="quarter" idx="12"/>
          </p:nvPr>
        </p:nvSpPr>
        <p:spPr>
          <a:xfrm>
            <a:off x="6096000" y="0"/>
            <a:ext cx="3044825" cy="2530475"/>
          </a:xfrm>
          <a:prstGeom prst="rect">
            <a:avLst/>
          </a:prstGeom>
          <a:solidFill>
            <a:schemeClr val="bg1">
              <a:lumMod val="85000"/>
            </a:schemeClr>
          </a:solidFill>
        </p:spPr>
        <p:txBody>
          <a:bodyPr/>
          <a:lstStyle>
            <a:lvl1pPr>
              <a:defRPr sz="1000"/>
            </a:lvl1pPr>
          </a:lstStyle>
          <a:p>
            <a:endParaRPr lang="en-US"/>
          </a:p>
        </p:txBody>
      </p:sp>
      <p:sp>
        <p:nvSpPr>
          <p:cNvPr id="5" name="Picture Placeholder 13"/>
          <p:cNvSpPr>
            <a:spLocks noGrp="1"/>
          </p:cNvSpPr>
          <p:nvPr>
            <p:ph type="pic" sz="quarter" idx="13"/>
          </p:nvPr>
        </p:nvSpPr>
        <p:spPr>
          <a:xfrm>
            <a:off x="9140825" y="0"/>
            <a:ext cx="3051175" cy="2530475"/>
          </a:xfrm>
          <a:prstGeom prst="rect">
            <a:avLst/>
          </a:prstGeom>
          <a:solidFill>
            <a:schemeClr val="bg1">
              <a:lumMod val="85000"/>
            </a:schemeClr>
          </a:solidFill>
        </p:spPr>
        <p:txBody>
          <a:bodyPr/>
          <a:lstStyle>
            <a:lvl1pPr>
              <a:defRPr sz="1000"/>
            </a:lvl1pPr>
          </a:lstStyle>
          <a:p>
            <a:endParaRPr lang="en-US"/>
          </a:p>
        </p:txBody>
      </p:sp>
      <p:sp>
        <p:nvSpPr>
          <p:cNvPr id="6" name="Picture Placeholder 15"/>
          <p:cNvSpPr>
            <a:spLocks noGrp="1"/>
          </p:cNvSpPr>
          <p:nvPr>
            <p:ph type="pic" sz="quarter" idx="14"/>
          </p:nvPr>
        </p:nvSpPr>
        <p:spPr>
          <a:xfrm>
            <a:off x="762000" y="3019425"/>
            <a:ext cx="4416425" cy="3152775"/>
          </a:xfrm>
          <a:prstGeom prst="roundRect">
            <a:avLst>
              <a:gd name="adj" fmla="val 1154"/>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81405089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Main Portfolio">
    <p:spTree>
      <p:nvGrpSpPr>
        <p:cNvPr id="1" name=""/>
        <p:cNvGrpSpPr/>
        <p:nvPr/>
      </p:nvGrpSpPr>
      <p:grpSpPr>
        <a:xfrm>
          <a:off x="0" y="0"/>
          <a:ext cx="0" cy="0"/>
          <a:chOff x="0" y="0"/>
          <a:chExt cx="0" cy="0"/>
        </a:xfrm>
      </p:grpSpPr>
      <p:sp>
        <p:nvSpPr>
          <p:cNvPr id="2" name="Picture Placeholder 10"/>
          <p:cNvSpPr>
            <a:spLocks noGrp="1"/>
          </p:cNvSpPr>
          <p:nvPr>
            <p:ph type="pic" sz="quarter" idx="10"/>
          </p:nvPr>
        </p:nvSpPr>
        <p:spPr>
          <a:xfrm>
            <a:off x="0" y="0"/>
            <a:ext cx="2435225" cy="1752600"/>
          </a:xfrm>
          <a:prstGeom prst="rect">
            <a:avLst/>
          </a:prstGeom>
          <a:solidFill>
            <a:schemeClr val="bg1">
              <a:lumMod val="85000"/>
            </a:schemeClr>
          </a:solidFill>
        </p:spPr>
        <p:txBody>
          <a:bodyPr/>
          <a:lstStyle>
            <a:lvl1pPr>
              <a:defRPr sz="1000"/>
            </a:lvl1pPr>
          </a:lstStyle>
          <a:p>
            <a:endParaRPr lang="en-US"/>
          </a:p>
        </p:txBody>
      </p:sp>
      <p:sp>
        <p:nvSpPr>
          <p:cNvPr id="3" name="Picture Placeholder 12"/>
          <p:cNvSpPr>
            <a:spLocks noGrp="1"/>
          </p:cNvSpPr>
          <p:nvPr>
            <p:ph type="pic" sz="quarter" idx="11"/>
          </p:nvPr>
        </p:nvSpPr>
        <p:spPr>
          <a:xfrm>
            <a:off x="0" y="1752600"/>
            <a:ext cx="2435225" cy="1752600"/>
          </a:xfrm>
          <a:prstGeom prst="rect">
            <a:avLst/>
          </a:prstGeom>
          <a:solidFill>
            <a:schemeClr val="bg1">
              <a:lumMod val="85000"/>
            </a:schemeClr>
          </a:solidFill>
        </p:spPr>
        <p:txBody>
          <a:bodyPr/>
          <a:lstStyle>
            <a:lvl1pPr>
              <a:defRPr sz="1000"/>
            </a:lvl1pPr>
          </a:lstStyle>
          <a:p>
            <a:endParaRPr lang="en-US"/>
          </a:p>
        </p:txBody>
      </p:sp>
      <p:sp>
        <p:nvSpPr>
          <p:cNvPr id="4" name="Picture Placeholder 14"/>
          <p:cNvSpPr>
            <a:spLocks noGrp="1"/>
          </p:cNvSpPr>
          <p:nvPr>
            <p:ph type="pic" sz="quarter" idx="12"/>
          </p:nvPr>
        </p:nvSpPr>
        <p:spPr>
          <a:xfrm>
            <a:off x="0" y="3505200"/>
            <a:ext cx="3082925" cy="3352800"/>
          </a:xfrm>
          <a:prstGeom prst="rect">
            <a:avLst/>
          </a:prstGeom>
          <a:solidFill>
            <a:schemeClr val="bg1">
              <a:lumMod val="85000"/>
            </a:schemeClr>
          </a:solidFill>
        </p:spPr>
        <p:txBody>
          <a:bodyPr/>
          <a:lstStyle>
            <a:lvl1pPr>
              <a:defRPr sz="1000"/>
            </a:lvl1pPr>
          </a:lstStyle>
          <a:p>
            <a:endParaRPr lang="en-US"/>
          </a:p>
        </p:txBody>
      </p:sp>
      <p:sp>
        <p:nvSpPr>
          <p:cNvPr id="5" name="Picture Placeholder 16"/>
          <p:cNvSpPr>
            <a:spLocks noGrp="1"/>
          </p:cNvSpPr>
          <p:nvPr>
            <p:ph type="pic" sz="quarter" idx="13"/>
          </p:nvPr>
        </p:nvSpPr>
        <p:spPr>
          <a:xfrm>
            <a:off x="3082925" y="3505200"/>
            <a:ext cx="3013075" cy="3352800"/>
          </a:xfrm>
          <a:prstGeom prst="rect">
            <a:avLst/>
          </a:prstGeom>
          <a:solidFill>
            <a:schemeClr val="bg1">
              <a:lumMod val="85000"/>
            </a:schemeClr>
          </a:solidFill>
        </p:spPr>
        <p:txBody>
          <a:bodyPr/>
          <a:lstStyle>
            <a:lvl1pPr>
              <a:defRPr sz="1000"/>
            </a:lvl1pPr>
          </a:lstStyle>
          <a:p>
            <a:endParaRPr lang="en-US"/>
          </a:p>
        </p:txBody>
      </p:sp>
      <p:sp>
        <p:nvSpPr>
          <p:cNvPr id="6" name="Picture Placeholder 18"/>
          <p:cNvSpPr>
            <a:spLocks noGrp="1"/>
          </p:cNvSpPr>
          <p:nvPr>
            <p:ph type="pic" sz="quarter" idx="14"/>
          </p:nvPr>
        </p:nvSpPr>
        <p:spPr>
          <a:xfrm>
            <a:off x="6096000" y="3429000"/>
            <a:ext cx="2973388" cy="3429000"/>
          </a:xfrm>
          <a:prstGeom prst="rect">
            <a:avLst/>
          </a:prstGeom>
          <a:solidFill>
            <a:schemeClr val="bg1">
              <a:lumMod val="85000"/>
            </a:schemeClr>
          </a:solidFill>
        </p:spPr>
        <p:txBody>
          <a:bodyPr/>
          <a:lstStyle>
            <a:lvl1pPr>
              <a:defRPr sz="1000"/>
            </a:lvl1pPr>
          </a:lstStyle>
          <a:p>
            <a:endParaRPr lang="en-US"/>
          </a:p>
        </p:txBody>
      </p:sp>
      <p:sp>
        <p:nvSpPr>
          <p:cNvPr id="7" name="Picture Placeholder 20"/>
          <p:cNvSpPr>
            <a:spLocks noGrp="1"/>
          </p:cNvSpPr>
          <p:nvPr>
            <p:ph type="pic" sz="quarter" idx="15"/>
          </p:nvPr>
        </p:nvSpPr>
        <p:spPr>
          <a:xfrm>
            <a:off x="6096000" y="0"/>
            <a:ext cx="6096000" cy="34290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52328557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3 Column Product Image">
    <p:spTree>
      <p:nvGrpSpPr>
        <p:cNvPr id="1" name=""/>
        <p:cNvGrpSpPr/>
        <p:nvPr/>
      </p:nvGrpSpPr>
      <p:grpSpPr>
        <a:xfrm>
          <a:off x="0" y="0"/>
          <a:ext cx="0" cy="0"/>
          <a:chOff x="0" y="0"/>
          <a:chExt cx="0" cy="0"/>
        </a:xfrm>
      </p:grpSpPr>
      <p:sp>
        <p:nvSpPr>
          <p:cNvPr id="2" name="Picture Placeholder 5"/>
          <p:cNvSpPr>
            <a:spLocks noGrp="1"/>
          </p:cNvSpPr>
          <p:nvPr>
            <p:ph type="pic" sz="quarter" idx="10"/>
          </p:nvPr>
        </p:nvSpPr>
        <p:spPr>
          <a:xfrm>
            <a:off x="876300" y="1752600"/>
            <a:ext cx="3121025" cy="2128838"/>
          </a:xfrm>
          <a:prstGeom prst="rect">
            <a:avLst/>
          </a:prstGeom>
          <a:solidFill>
            <a:schemeClr val="bg1">
              <a:lumMod val="85000"/>
            </a:schemeClr>
          </a:solidFill>
        </p:spPr>
        <p:txBody>
          <a:bodyPr/>
          <a:lstStyle>
            <a:lvl1pPr>
              <a:defRPr sz="1000"/>
            </a:lvl1pPr>
          </a:lstStyle>
          <a:p>
            <a:endParaRPr lang="en-US"/>
          </a:p>
        </p:txBody>
      </p:sp>
      <p:sp>
        <p:nvSpPr>
          <p:cNvPr id="3" name="Picture Placeholder 7"/>
          <p:cNvSpPr>
            <a:spLocks noGrp="1"/>
          </p:cNvSpPr>
          <p:nvPr>
            <p:ph type="pic" sz="quarter" idx="11"/>
          </p:nvPr>
        </p:nvSpPr>
        <p:spPr>
          <a:xfrm>
            <a:off x="4535488" y="1752600"/>
            <a:ext cx="3121025" cy="2128838"/>
          </a:xfrm>
          <a:prstGeom prst="rect">
            <a:avLst/>
          </a:prstGeom>
          <a:solidFill>
            <a:schemeClr val="bg1">
              <a:lumMod val="85000"/>
            </a:schemeClr>
          </a:solidFill>
        </p:spPr>
        <p:txBody>
          <a:bodyPr/>
          <a:lstStyle>
            <a:lvl1pPr>
              <a:defRPr sz="1000"/>
            </a:lvl1pPr>
          </a:lstStyle>
          <a:p>
            <a:endParaRPr lang="en-US"/>
          </a:p>
        </p:txBody>
      </p:sp>
      <p:sp>
        <p:nvSpPr>
          <p:cNvPr id="4" name="Picture Placeholder 9"/>
          <p:cNvSpPr>
            <a:spLocks noGrp="1"/>
          </p:cNvSpPr>
          <p:nvPr>
            <p:ph type="pic" sz="quarter" idx="12"/>
          </p:nvPr>
        </p:nvSpPr>
        <p:spPr>
          <a:xfrm>
            <a:off x="8194675" y="1752600"/>
            <a:ext cx="3121025" cy="2128838"/>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175844869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New Product Portfolio">
    <p:spTree>
      <p:nvGrpSpPr>
        <p:cNvPr id="1" name=""/>
        <p:cNvGrpSpPr/>
        <p:nvPr/>
      </p:nvGrpSpPr>
      <p:grpSpPr>
        <a:xfrm>
          <a:off x="0" y="0"/>
          <a:ext cx="0" cy="0"/>
          <a:chOff x="0" y="0"/>
          <a:chExt cx="0" cy="0"/>
        </a:xfrm>
      </p:grpSpPr>
      <p:sp>
        <p:nvSpPr>
          <p:cNvPr id="2" name="Picture Placeholder 5"/>
          <p:cNvSpPr>
            <a:spLocks noGrp="1"/>
          </p:cNvSpPr>
          <p:nvPr>
            <p:ph type="pic" sz="quarter" idx="10"/>
          </p:nvPr>
        </p:nvSpPr>
        <p:spPr>
          <a:xfrm>
            <a:off x="0" y="0"/>
            <a:ext cx="12192000" cy="3429000"/>
          </a:xfrm>
          <a:prstGeom prst="rect">
            <a:avLst/>
          </a:prstGeom>
          <a:solidFill>
            <a:schemeClr val="bg1">
              <a:lumMod val="85000"/>
            </a:schemeClr>
          </a:solidFill>
        </p:spPr>
        <p:txBody>
          <a:bodyPr/>
          <a:lstStyle>
            <a:lvl1pPr>
              <a:defRPr sz="1000"/>
            </a:lvl1pPr>
          </a:lstStyle>
          <a:p>
            <a:endParaRPr lang="en-US"/>
          </a:p>
        </p:txBody>
      </p:sp>
      <p:sp>
        <p:nvSpPr>
          <p:cNvPr id="3" name="Picture Placeholder 7"/>
          <p:cNvSpPr>
            <a:spLocks noGrp="1"/>
          </p:cNvSpPr>
          <p:nvPr>
            <p:ph type="pic" sz="quarter" idx="11"/>
          </p:nvPr>
        </p:nvSpPr>
        <p:spPr>
          <a:xfrm>
            <a:off x="0" y="3429000"/>
            <a:ext cx="3352800" cy="3429000"/>
          </a:xfrm>
          <a:prstGeom prst="rect">
            <a:avLst/>
          </a:prstGeom>
          <a:solidFill>
            <a:schemeClr val="bg1">
              <a:lumMod val="85000"/>
            </a:schemeClr>
          </a:solidFill>
        </p:spPr>
        <p:txBody>
          <a:bodyPr/>
          <a:lstStyle>
            <a:lvl1pPr>
              <a:defRPr sz="1000"/>
            </a:lvl1pPr>
          </a:lstStyle>
          <a:p>
            <a:endParaRPr lang="en-US"/>
          </a:p>
        </p:txBody>
      </p:sp>
      <p:sp>
        <p:nvSpPr>
          <p:cNvPr id="4" name="Picture Placeholder 9"/>
          <p:cNvSpPr>
            <a:spLocks noGrp="1"/>
          </p:cNvSpPr>
          <p:nvPr>
            <p:ph type="pic" sz="quarter" idx="12"/>
          </p:nvPr>
        </p:nvSpPr>
        <p:spPr>
          <a:xfrm>
            <a:off x="6096000" y="3429000"/>
            <a:ext cx="6096000" cy="34290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2120124950"/>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Map Image">
    <p:spTree>
      <p:nvGrpSpPr>
        <p:cNvPr id="1" name=""/>
        <p:cNvGrpSpPr/>
        <p:nvPr/>
      </p:nvGrpSpPr>
      <p:grpSpPr>
        <a:xfrm>
          <a:off x="0" y="0"/>
          <a:ext cx="0" cy="0"/>
          <a:chOff x="0" y="0"/>
          <a:chExt cx="0" cy="0"/>
        </a:xfrm>
      </p:grpSpPr>
      <p:sp>
        <p:nvSpPr>
          <p:cNvPr id="2" name="Picture Placeholder 6"/>
          <p:cNvSpPr>
            <a:spLocks noGrp="1"/>
          </p:cNvSpPr>
          <p:nvPr>
            <p:ph type="pic" sz="quarter" idx="10"/>
          </p:nvPr>
        </p:nvSpPr>
        <p:spPr>
          <a:xfrm>
            <a:off x="1687221" y="2893794"/>
            <a:ext cx="1773936" cy="1773936"/>
          </a:xfrm>
          <a:prstGeom prst="ellipse">
            <a:avLst/>
          </a:prstGeom>
          <a:solidFill>
            <a:schemeClr val="bg1">
              <a:lumMod val="85000"/>
            </a:schemeClr>
          </a:solidFill>
        </p:spPr>
        <p:txBody>
          <a:bodyPr/>
          <a:lstStyle>
            <a:lvl1pPr>
              <a:defRPr sz="1000"/>
            </a:lvl1pPr>
          </a:lstStyle>
          <a:p>
            <a:endParaRPr lang="en-US"/>
          </a:p>
        </p:txBody>
      </p:sp>
      <p:sp>
        <p:nvSpPr>
          <p:cNvPr id="3" name="Picture Placeholder 6"/>
          <p:cNvSpPr>
            <a:spLocks noGrp="1"/>
          </p:cNvSpPr>
          <p:nvPr>
            <p:ph type="pic" sz="quarter" idx="11"/>
          </p:nvPr>
        </p:nvSpPr>
        <p:spPr>
          <a:xfrm>
            <a:off x="8939051" y="1750009"/>
            <a:ext cx="1143000" cy="1143000"/>
          </a:xfrm>
          <a:prstGeom prst="ellipse">
            <a:avLst/>
          </a:prstGeom>
          <a:solidFill>
            <a:schemeClr val="bg1">
              <a:lumMod val="85000"/>
            </a:schemeClr>
          </a:solidFill>
        </p:spPr>
        <p:txBody>
          <a:bodyPr/>
          <a:lstStyle>
            <a:lvl1pPr>
              <a:defRPr sz="1000"/>
            </a:lvl1pPr>
          </a:lstStyle>
          <a:p>
            <a:endParaRPr lang="en-US"/>
          </a:p>
        </p:txBody>
      </p:sp>
      <p:sp>
        <p:nvSpPr>
          <p:cNvPr id="4" name="Picture Placeholder 6"/>
          <p:cNvSpPr>
            <a:spLocks noGrp="1"/>
          </p:cNvSpPr>
          <p:nvPr>
            <p:ph type="pic" sz="quarter" idx="12"/>
          </p:nvPr>
        </p:nvSpPr>
        <p:spPr>
          <a:xfrm>
            <a:off x="6576783" y="4950092"/>
            <a:ext cx="1143000" cy="1143000"/>
          </a:xfrm>
          <a:prstGeom prst="ellipse">
            <a:avLst/>
          </a:prstGeom>
          <a:solidFill>
            <a:schemeClr val="bg1">
              <a:lumMod val="85000"/>
            </a:schemeClr>
          </a:solidFill>
        </p:spPr>
        <p:txBody>
          <a:bodyPr/>
          <a:lstStyle>
            <a:lvl1pPr>
              <a:defRPr sz="1000"/>
            </a:lvl1pPr>
          </a:lstStyle>
          <a:p>
            <a:endParaRPr lang="en-US"/>
          </a:p>
        </p:txBody>
      </p:sp>
      <p:sp>
        <p:nvSpPr>
          <p:cNvPr id="5" name="Picture Placeholder 6"/>
          <p:cNvSpPr>
            <a:spLocks noGrp="1"/>
          </p:cNvSpPr>
          <p:nvPr>
            <p:ph type="pic" sz="quarter" idx="13"/>
          </p:nvPr>
        </p:nvSpPr>
        <p:spPr>
          <a:xfrm>
            <a:off x="9406702" y="3436207"/>
            <a:ext cx="1773936" cy="1773936"/>
          </a:xfrm>
          <a:prstGeom prst="ellipse">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7917182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Polygon Image">
    <p:spTree>
      <p:nvGrpSpPr>
        <p:cNvPr id="1" name=""/>
        <p:cNvGrpSpPr/>
        <p:nvPr/>
      </p:nvGrpSpPr>
      <p:grpSpPr>
        <a:xfrm>
          <a:off x="0" y="0"/>
          <a:ext cx="0" cy="0"/>
          <a:chOff x="0" y="0"/>
          <a:chExt cx="0" cy="0"/>
        </a:xfrm>
      </p:grpSpPr>
      <p:sp>
        <p:nvSpPr>
          <p:cNvPr id="7" name="Picture Placeholder 2"/>
          <p:cNvSpPr>
            <a:spLocks noGrp="1"/>
          </p:cNvSpPr>
          <p:nvPr>
            <p:ph type="pic" sz="quarter" idx="10"/>
          </p:nvPr>
        </p:nvSpPr>
        <p:spPr>
          <a:xfrm>
            <a:off x="2743292" y="3599267"/>
            <a:ext cx="1883664" cy="1627632"/>
          </a:xfrm>
          <a:prstGeom prst="hexagon">
            <a:avLst/>
          </a:prstGeom>
          <a:solidFill>
            <a:schemeClr val="bg1">
              <a:lumMod val="85000"/>
            </a:schemeClr>
          </a:solidFill>
        </p:spPr>
        <p:txBody>
          <a:bodyPr/>
          <a:lstStyle>
            <a:lvl1pPr>
              <a:defRPr sz="1000"/>
            </a:lvl1pPr>
          </a:lstStyle>
          <a:p>
            <a:endParaRPr lang="en-US"/>
          </a:p>
        </p:txBody>
      </p:sp>
      <p:sp>
        <p:nvSpPr>
          <p:cNvPr id="8" name="Picture Placeholder 2"/>
          <p:cNvSpPr>
            <a:spLocks noGrp="1"/>
          </p:cNvSpPr>
          <p:nvPr>
            <p:ph type="pic" sz="quarter" idx="11"/>
          </p:nvPr>
        </p:nvSpPr>
        <p:spPr>
          <a:xfrm>
            <a:off x="5959158" y="1803665"/>
            <a:ext cx="1883664" cy="1627632"/>
          </a:xfrm>
          <a:prstGeom prst="hexagon">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133682990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ECF0F1">
            <a:alpha val="20000"/>
          </a:srgbClr>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46650878"/>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60" r:id="rId11"/>
    <p:sldLayoutId id="2147483661" r:id="rId12"/>
    <p:sldLayoutId id="2147483662" r:id="rId13"/>
    <p:sldLayoutId id="2147483663" r:id="rId14"/>
    <p:sldLayoutId id="2147483664" r:id="rId15"/>
    <p:sldLayoutId id="2147483665" r:id="rId16"/>
    <p:sldLayoutId id="2147483659" r:id="rId17"/>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png"/><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Layout" Target="../slideLayouts/slideLayout17.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chart" Target="../charts/chart3.xml"/><Relationship Id="rId1" Type="http://schemas.openxmlformats.org/officeDocument/2006/relationships/slideLayout" Target="../slideLayouts/slideLayout1.xml"/></Relationships>
</file>

<file path=ppt/slides/_rels/slide99.xml.rels><?xml version="1.0" encoding="UTF-8" standalone="yes"?>
<Relationships xmlns="http://schemas.openxmlformats.org/package/2006/relationships"><Relationship Id="rId2" Type="http://schemas.openxmlformats.org/officeDocument/2006/relationships/chart" Target="../charts/chart5.xml"/><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1.xml.rels><?xml version="1.0" encoding="UTF-8" standalone="yes"?>
<Relationships xmlns="http://schemas.openxmlformats.org/package/2006/relationships"><Relationship Id="rId2" Type="http://schemas.openxmlformats.org/officeDocument/2006/relationships/chart" Target="../charts/chart6.xml"/><Relationship Id="rId1" Type="http://schemas.openxmlformats.org/officeDocument/2006/relationships/slideLayout" Target="../slideLayouts/slideLayout1.xml"/></Relationships>
</file>

<file path=ppt/slides/_rels/slide102.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2" Type="http://schemas.openxmlformats.org/officeDocument/2006/relationships/chart" Target="../charts/chart8.xml"/><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ECF0F1"/>
        </a:solidFill>
        <a:effectLst/>
      </p:bgPr>
    </p:bg>
    <p:spTree>
      <p:nvGrpSpPr>
        <p:cNvPr id="1" name=""/>
        <p:cNvGrpSpPr/>
        <p:nvPr/>
      </p:nvGrpSpPr>
      <p:grpSpPr>
        <a:xfrm>
          <a:off x="0" y="0"/>
          <a:ext cx="0" cy="0"/>
          <a:chOff x="0" y="0"/>
          <a:chExt cx="0" cy="0"/>
        </a:xfrm>
      </p:grpSpPr>
      <p:sp>
        <p:nvSpPr>
          <p:cNvPr id="2" name="Freeform 13"/>
          <p:cNvSpPr>
            <a:spLocks noEditPoints="1"/>
          </p:cNvSpPr>
          <p:nvPr/>
        </p:nvSpPr>
        <p:spPr bwMode="auto">
          <a:xfrm>
            <a:off x="-293281" y="4068202"/>
            <a:ext cx="4886699" cy="1225106"/>
          </a:xfrm>
          <a:custGeom>
            <a:avLst/>
            <a:gdLst>
              <a:gd name="T0" fmla="*/ 229 w 695"/>
              <a:gd name="T1" fmla="*/ 157 h 174"/>
              <a:gd name="T2" fmla="*/ 338 w 695"/>
              <a:gd name="T3" fmla="*/ 173 h 174"/>
              <a:gd name="T4" fmla="*/ 395 w 695"/>
              <a:gd name="T5" fmla="*/ 157 h 174"/>
              <a:gd name="T6" fmla="*/ 273 w 695"/>
              <a:gd name="T7" fmla="*/ 86 h 174"/>
              <a:gd name="T8" fmla="*/ 273 w 695"/>
              <a:gd name="T9" fmla="*/ 72 h 174"/>
              <a:gd name="T10" fmla="*/ 355 w 695"/>
              <a:gd name="T11" fmla="*/ 82 h 174"/>
              <a:gd name="T12" fmla="*/ 493 w 695"/>
              <a:gd name="T13" fmla="*/ 99 h 174"/>
              <a:gd name="T14" fmla="*/ 563 w 695"/>
              <a:gd name="T15" fmla="*/ 86 h 174"/>
              <a:gd name="T16" fmla="*/ 534 w 695"/>
              <a:gd name="T17" fmla="*/ 47 h 174"/>
              <a:gd name="T18" fmla="*/ 569 w 695"/>
              <a:gd name="T19" fmla="*/ 32 h 174"/>
              <a:gd name="T20" fmla="*/ 656 w 695"/>
              <a:gd name="T21" fmla="*/ 39 h 174"/>
              <a:gd name="T22" fmla="*/ 653 w 695"/>
              <a:gd name="T23" fmla="*/ 8 h 174"/>
              <a:gd name="T24" fmla="*/ 656 w 695"/>
              <a:gd name="T25" fmla="*/ 4 h 174"/>
              <a:gd name="T26" fmla="*/ 677 w 695"/>
              <a:gd name="T27" fmla="*/ 3 h 174"/>
              <a:gd name="T28" fmla="*/ 689 w 695"/>
              <a:gd name="T29" fmla="*/ 2 h 174"/>
              <a:gd name="T30" fmla="*/ 656 w 695"/>
              <a:gd name="T31" fmla="*/ 1 h 174"/>
              <a:gd name="T32" fmla="*/ 645 w 695"/>
              <a:gd name="T33" fmla="*/ 8 h 174"/>
              <a:gd name="T34" fmla="*/ 652 w 695"/>
              <a:gd name="T35" fmla="*/ 28 h 174"/>
              <a:gd name="T36" fmla="*/ 633 w 695"/>
              <a:gd name="T37" fmla="*/ 32 h 174"/>
              <a:gd name="T38" fmla="*/ 631 w 695"/>
              <a:gd name="T39" fmla="*/ 31 h 174"/>
              <a:gd name="T40" fmla="*/ 623 w 695"/>
              <a:gd name="T41" fmla="*/ 29 h 174"/>
              <a:gd name="T42" fmla="*/ 588 w 695"/>
              <a:gd name="T43" fmla="*/ 27 h 174"/>
              <a:gd name="T44" fmla="*/ 573 w 695"/>
              <a:gd name="T45" fmla="*/ 24 h 174"/>
              <a:gd name="T46" fmla="*/ 562 w 695"/>
              <a:gd name="T47" fmla="*/ 22 h 174"/>
              <a:gd name="T48" fmla="*/ 532 w 695"/>
              <a:gd name="T49" fmla="*/ 21 h 174"/>
              <a:gd name="T50" fmla="*/ 498 w 695"/>
              <a:gd name="T51" fmla="*/ 36 h 174"/>
              <a:gd name="T52" fmla="*/ 500 w 695"/>
              <a:gd name="T53" fmla="*/ 43 h 174"/>
              <a:gd name="T54" fmla="*/ 516 w 695"/>
              <a:gd name="T55" fmla="*/ 47 h 174"/>
              <a:gd name="T56" fmla="*/ 509 w 695"/>
              <a:gd name="T57" fmla="*/ 51 h 174"/>
              <a:gd name="T58" fmla="*/ 529 w 695"/>
              <a:gd name="T59" fmla="*/ 74 h 174"/>
              <a:gd name="T60" fmla="*/ 535 w 695"/>
              <a:gd name="T61" fmla="*/ 83 h 174"/>
              <a:gd name="T62" fmla="*/ 515 w 695"/>
              <a:gd name="T63" fmla="*/ 91 h 174"/>
              <a:gd name="T64" fmla="*/ 466 w 695"/>
              <a:gd name="T65" fmla="*/ 86 h 174"/>
              <a:gd name="T66" fmla="*/ 444 w 695"/>
              <a:gd name="T67" fmla="*/ 84 h 174"/>
              <a:gd name="T68" fmla="*/ 435 w 695"/>
              <a:gd name="T69" fmla="*/ 82 h 174"/>
              <a:gd name="T70" fmla="*/ 418 w 695"/>
              <a:gd name="T71" fmla="*/ 82 h 174"/>
              <a:gd name="T72" fmla="*/ 383 w 695"/>
              <a:gd name="T73" fmla="*/ 77 h 174"/>
              <a:gd name="T74" fmla="*/ 346 w 695"/>
              <a:gd name="T75" fmla="*/ 71 h 174"/>
              <a:gd name="T76" fmla="*/ 307 w 695"/>
              <a:gd name="T77" fmla="*/ 68 h 174"/>
              <a:gd name="T78" fmla="*/ 240 w 695"/>
              <a:gd name="T79" fmla="*/ 69 h 174"/>
              <a:gd name="T80" fmla="*/ 241 w 695"/>
              <a:gd name="T81" fmla="*/ 78 h 174"/>
              <a:gd name="T82" fmla="*/ 247 w 695"/>
              <a:gd name="T83" fmla="*/ 84 h 174"/>
              <a:gd name="T84" fmla="*/ 245 w 695"/>
              <a:gd name="T85" fmla="*/ 86 h 174"/>
              <a:gd name="T86" fmla="*/ 269 w 695"/>
              <a:gd name="T87" fmla="*/ 98 h 174"/>
              <a:gd name="T88" fmla="*/ 293 w 695"/>
              <a:gd name="T89" fmla="*/ 111 h 174"/>
              <a:gd name="T90" fmla="*/ 308 w 695"/>
              <a:gd name="T91" fmla="*/ 118 h 174"/>
              <a:gd name="T92" fmla="*/ 332 w 695"/>
              <a:gd name="T93" fmla="*/ 128 h 174"/>
              <a:gd name="T94" fmla="*/ 352 w 695"/>
              <a:gd name="T95" fmla="*/ 144 h 174"/>
              <a:gd name="T96" fmla="*/ 371 w 695"/>
              <a:gd name="T97" fmla="*/ 156 h 174"/>
              <a:gd name="T98" fmla="*/ 370 w 695"/>
              <a:gd name="T99" fmla="*/ 167 h 174"/>
              <a:gd name="T100" fmla="*/ 281 w 695"/>
              <a:gd name="T101" fmla="*/ 157 h 174"/>
              <a:gd name="T102" fmla="*/ 249 w 695"/>
              <a:gd name="T103" fmla="*/ 152 h 174"/>
              <a:gd name="T104" fmla="*/ 160 w 695"/>
              <a:gd name="T105" fmla="*/ 140 h 174"/>
              <a:gd name="T106" fmla="*/ 79 w 695"/>
              <a:gd name="T107" fmla="*/ 123 h 174"/>
              <a:gd name="T108" fmla="*/ 656 w 695"/>
              <a:gd name="T109" fmla="*/ 33 h 174"/>
              <a:gd name="T110" fmla="*/ 648 w 695"/>
              <a:gd name="T111" fmla="*/ 5 h 174"/>
              <a:gd name="T112" fmla="*/ 655 w 695"/>
              <a:gd name="T113" fmla="*/ 33 h 174"/>
              <a:gd name="T114" fmla="*/ 648 w 695"/>
              <a:gd name="T115" fmla="*/ 37 h 174"/>
              <a:gd name="T116" fmla="*/ 535 w 695"/>
              <a:gd name="T117" fmla="*/ 9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95" h="174">
                <a:moveTo>
                  <a:pt x="78" y="130"/>
                </a:moveTo>
                <a:cubicBezTo>
                  <a:pt x="88" y="132"/>
                  <a:pt x="101" y="134"/>
                  <a:pt x="109" y="136"/>
                </a:cubicBezTo>
                <a:cubicBezTo>
                  <a:pt x="147" y="143"/>
                  <a:pt x="179" y="151"/>
                  <a:pt x="220" y="157"/>
                </a:cubicBezTo>
                <a:cubicBezTo>
                  <a:pt x="219" y="157"/>
                  <a:pt x="222" y="157"/>
                  <a:pt x="225" y="157"/>
                </a:cubicBezTo>
                <a:cubicBezTo>
                  <a:pt x="224" y="157"/>
                  <a:pt x="224" y="157"/>
                  <a:pt x="224" y="157"/>
                </a:cubicBezTo>
                <a:cubicBezTo>
                  <a:pt x="229" y="157"/>
                  <a:pt x="229" y="157"/>
                  <a:pt x="229" y="157"/>
                </a:cubicBezTo>
                <a:cubicBezTo>
                  <a:pt x="232" y="157"/>
                  <a:pt x="229" y="158"/>
                  <a:pt x="226" y="158"/>
                </a:cubicBezTo>
                <a:cubicBezTo>
                  <a:pt x="242" y="160"/>
                  <a:pt x="257" y="162"/>
                  <a:pt x="272" y="165"/>
                </a:cubicBezTo>
                <a:cubicBezTo>
                  <a:pt x="275" y="164"/>
                  <a:pt x="280" y="166"/>
                  <a:pt x="283" y="165"/>
                </a:cubicBezTo>
                <a:cubicBezTo>
                  <a:pt x="283" y="166"/>
                  <a:pt x="283" y="166"/>
                  <a:pt x="282" y="166"/>
                </a:cubicBezTo>
                <a:cubicBezTo>
                  <a:pt x="294" y="167"/>
                  <a:pt x="295" y="167"/>
                  <a:pt x="303" y="169"/>
                </a:cubicBezTo>
                <a:cubicBezTo>
                  <a:pt x="314" y="171"/>
                  <a:pt x="325" y="172"/>
                  <a:pt x="338" y="173"/>
                </a:cubicBezTo>
                <a:cubicBezTo>
                  <a:pt x="346" y="174"/>
                  <a:pt x="351" y="174"/>
                  <a:pt x="366" y="173"/>
                </a:cubicBezTo>
                <a:cubicBezTo>
                  <a:pt x="367" y="173"/>
                  <a:pt x="372" y="173"/>
                  <a:pt x="375" y="172"/>
                </a:cubicBezTo>
                <a:cubicBezTo>
                  <a:pt x="379" y="171"/>
                  <a:pt x="379" y="171"/>
                  <a:pt x="379" y="171"/>
                </a:cubicBezTo>
                <a:cubicBezTo>
                  <a:pt x="396" y="166"/>
                  <a:pt x="387" y="169"/>
                  <a:pt x="391" y="167"/>
                </a:cubicBezTo>
                <a:cubicBezTo>
                  <a:pt x="398" y="163"/>
                  <a:pt x="396" y="163"/>
                  <a:pt x="397" y="161"/>
                </a:cubicBezTo>
                <a:cubicBezTo>
                  <a:pt x="397" y="160"/>
                  <a:pt x="396" y="158"/>
                  <a:pt x="395" y="157"/>
                </a:cubicBezTo>
                <a:cubicBezTo>
                  <a:pt x="389" y="149"/>
                  <a:pt x="378" y="143"/>
                  <a:pt x="368" y="136"/>
                </a:cubicBezTo>
                <a:cubicBezTo>
                  <a:pt x="347" y="123"/>
                  <a:pt x="322" y="111"/>
                  <a:pt x="300" y="97"/>
                </a:cubicBezTo>
                <a:cubicBezTo>
                  <a:pt x="292" y="96"/>
                  <a:pt x="289" y="93"/>
                  <a:pt x="282" y="92"/>
                </a:cubicBezTo>
                <a:cubicBezTo>
                  <a:pt x="283" y="91"/>
                  <a:pt x="283" y="91"/>
                  <a:pt x="283" y="91"/>
                </a:cubicBezTo>
                <a:cubicBezTo>
                  <a:pt x="278" y="90"/>
                  <a:pt x="279" y="89"/>
                  <a:pt x="277" y="86"/>
                </a:cubicBezTo>
                <a:cubicBezTo>
                  <a:pt x="276" y="86"/>
                  <a:pt x="275" y="85"/>
                  <a:pt x="273" y="86"/>
                </a:cubicBezTo>
                <a:cubicBezTo>
                  <a:pt x="270" y="85"/>
                  <a:pt x="274" y="83"/>
                  <a:pt x="271" y="82"/>
                </a:cubicBezTo>
                <a:cubicBezTo>
                  <a:pt x="272" y="82"/>
                  <a:pt x="270" y="83"/>
                  <a:pt x="270" y="82"/>
                </a:cubicBezTo>
                <a:cubicBezTo>
                  <a:pt x="262" y="79"/>
                  <a:pt x="272" y="82"/>
                  <a:pt x="269" y="77"/>
                </a:cubicBezTo>
                <a:cubicBezTo>
                  <a:pt x="267" y="76"/>
                  <a:pt x="264" y="74"/>
                  <a:pt x="262" y="72"/>
                </a:cubicBezTo>
                <a:cubicBezTo>
                  <a:pt x="265" y="72"/>
                  <a:pt x="269" y="72"/>
                  <a:pt x="272" y="73"/>
                </a:cubicBezTo>
                <a:cubicBezTo>
                  <a:pt x="270" y="73"/>
                  <a:pt x="271" y="72"/>
                  <a:pt x="273" y="72"/>
                </a:cubicBezTo>
                <a:cubicBezTo>
                  <a:pt x="273" y="74"/>
                  <a:pt x="281" y="72"/>
                  <a:pt x="284" y="73"/>
                </a:cubicBezTo>
                <a:cubicBezTo>
                  <a:pt x="283" y="73"/>
                  <a:pt x="281" y="73"/>
                  <a:pt x="280" y="73"/>
                </a:cubicBezTo>
                <a:cubicBezTo>
                  <a:pt x="288" y="75"/>
                  <a:pt x="297" y="75"/>
                  <a:pt x="304" y="76"/>
                </a:cubicBezTo>
                <a:cubicBezTo>
                  <a:pt x="314" y="76"/>
                  <a:pt x="320" y="79"/>
                  <a:pt x="327" y="78"/>
                </a:cubicBezTo>
                <a:cubicBezTo>
                  <a:pt x="325" y="79"/>
                  <a:pt x="330" y="79"/>
                  <a:pt x="331" y="80"/>
                </a:cubicBezTo>
                <a:cubicBezTo>
                  <a:pt x="341" y="79"/>
                  <a:pt x="345" y="82"/>
                  <a:pt x="355" y="82"/>
                </a:cubicBezTo>
                <a:cubicBezTo>
                  <a:pt x="354" y="82"/>
                  <a:pt x="354" y="82"/>
                  <a:pt x="354" y="82"/>
                </a:cubicBezTo>
                <a:cubicBezTo>
                  <a:pt x="376" y="85"/>
                  <a:pt x="398" y="88"/>
                  <a:pt x="422" y="90"/>
                </a:cubicBezTo>
                <a:cubicBezTo>
                  <a:pt x="436" y="92"/>
                  <a:pt x="446" y="95"/>
                  <a:pt x="463" y="96"/>
                </a:cubicBezTo>
                <a:cubicBezTo>
                  <a:pt x="466" y="96"/>
                  <a:pt x="464" y="96"/>
                  <a:pt x="467" y="96"/>
                </a:cubicBezTo>
                <a:cubicBezTo>
                  <a:pt x="470" y="96"/>
                  <a:pt x="466" y="96"/>
                  <a:pt x="467" y="96"/>
                </a:cubicBezTo>
                <a:cubicBezTo>
                  <a:pt x="475" y="97"/>
                  <a:pt x="483" y="98"/>
                  <a:pt x="493" y="99"/>
                </a:cubicBezTo>
                <a:cubicBezTo>
                  <a:pt x="494" y="99"/>
                  <a:pt x="497" y="99"/>
                  <a:pt x="497" y="99"/>
                </a:cubicBezTo>
                <a:cubicBezTo>
                  <a:pt x="501" y="100"/>
                  <a:pt x="508" y="100"/>
                  <a:pt x="516" y="100"/>
                </a:cubicBezTo>
                <a:cubicBezTo>
                  <a:pt x="520" y="100"/>
                  <a:pt x="524" y="100"/>
                  <a:pt x="530" y="100"/>
                </a:cubicBezTo>
                <a:cubicBezTo>
                  <a:pt x="534" y="101"/>
                  <a:pt x="558" y="94"/>
                  <a:pt x="557" y="93"/>
                </a:cubicBezTo>
                <a:cubicBezTo>
                  <a:pt x="549" y="96"/>
                  <a:pt x="562" y="89"/>
                  <a:pt x="560" y="87"/>
                </a:cubicBezTo>
                <a:cubicBezTo>
                  <a:pt x="561" y="86"/>
                  <a:pt x="562" y="86"/>
                  <a:pt x="563" y="86"/>
                </a:cubicBezTo>
                <a:cubicBezTo>
                  <a:pt x="564" y="83"/>
                  <a:pt x="563" y="81"/>
                  <a:pt x="563" y="77"/>
                </a:cubicBezTo>
                <a:cubicBezTo>
                  <a:pt x="562" y="76"/>
                  <a:pt x="559" y="76"/>
                  <a:pt x="559" y="74"/>
                </a:cubicBezTo>
                <a:cubicBezTo>
                  <a:pt x="561" y="72"/>
                  <a:pt x="557" y="70"/>
                  <a:pt x="557" y="68"/>
                </a:cubicBezTo>
                <a:cubicBezTo>
                  <a:pt x="554" y="69"/>
                  <a:pt x="551" y="68"/>
                  <a:pt x="550" y="66"/>
                </a:cubicBezTo>
                <a:cubicBezTo>
                  <a:pt x="554" y="65"/>
                  <a:pt x="554" y="65"/>
                  <a:pt x="554" y="65"/>
                </a:cubicBezTo>
                <a:cubicBezTo>
                  <a:pt x="548" y="61"/>
                  <a:pt x="545" y="52"/>
                  <a:pt x="534" y="47"/>
                </a:cubicBezTo>
                <a:cubicBezTo>
                  <a:pt x="536" y="46"/>
                  <a:pt x="536" y="46"/>
                  <a:pt x="536" y="46"/>
                </a:cubicBezTo>
                <a:cubicBezTo>
                  <a:pt x="528" y="41"/>
                  <a:pt x="524" y="34"/>
                  <a:pt x="521" y="29"/>
                </a:cubicBezTo>
                <a:cubicBezTo>
                  <a:pt x="521" y="29"/>
                  <a:pt x="520" y="30"/>
                  <a:pt x="527" y="30"/>
                </a:cubicBezTo>
                <a:cubicBezTo>
                  <a:pt x="534" y="29"/>
                  <a:pt x="537" y="29"/>
                  <a:pt x="543" y="29"/>
                </a:cubicBezTo>
                <a:cubicBezTo>
                  <a:pt x="546" y="29"/>
                  <a:pt x="546" y="30"/>
                  <a:pt x="547" y="30"/>
                </a:cubicBezTo>
                <a:cubicBezTo>
                  <a:pt x="555" y="31"/>
                  <a:pt x="560" y="33"/>
                  <a:pt x="569" y="32"/>
                </a:cubicBezTo>
                <a:cubicBezTo>
                  <a:pt x="568" y="33"/>
                  <a:pt x="568" y="33"/>
                  <a:pt x="568" y="33"/>
                </a:cubicBezTo>
                <a:cubicBezTo>
                  <a:pt x="575" y="33"/>
                  <a:pt x="586" y="34"/>
                  <a:pt x="592" y="35"/>
                </a:cubicBezTo>
                <a:cubicBezTo>
                  <a:pt x="595" y="35"/>
                  <a:pt x="603" y="36"/>
                  <a:pt x="601" y="35"/>
                </a:cubicBezTo>
                <a:cubicBezTo>
                  <a:pt x="604" y="35"/>
                  <a:pt x="600" y="36"/>
                  <a:pt x="605" y="36"/>
                </a:cubicBezTo>
                <a:cubicBezTo>
                  <a:pt x="600" y="36"/>
                  <a:pt x="600" y="36"/>
                  <a:pt x="600" y="36"/>
                </a:cubicBezTo>
                <a:cubicBezTo>
                  <a:pt x="618" y="38"/>
                  <a:pt x="625" y="42"/>
                  <a:pt x="656" y="39"/>
                </a:cubicBezTo>
                <a:cubicBezTo>
                  <a:pt x="672" y="35"/>
                  <a:pt x="667" y="30"/>
                  <a:pt x="667" y="26"/>
                </a:cubicBezTo>
                <a:cubicBezTo>
                  <a:pt x="665" y="25"/>
                  <a:pt x="664" y="21"/>
                  <a:pt x="659" y="21"/>
                </a:cubicBezTo>
                <a:cubicBezTo>
                  <a:pt x="661" y="20"/>
                  <a:pt x="661" y="20"/>
                  <a:pt x="661" y="20"/>
                </a:cubicBezTo>
                <a:cubicBezTo>
                  <a:pt x="659" y="18"/>
                  <a:pt x="657" y="14"/>
                  <a:pt x="655" y="11"/>
                </a:cubicBezTo>
                <a:cubicBezTo>
                  <a:pt x="655" y="9"/>
                  <a:pt x="653" y="10"/>
                  <a:pt x="651" y="8"/>
                </a:cubicBezTo>
                <a:cubicBezTo>
                  <a:pt x="653" y="8"/>
                  <a:pt x="653" y="8"/>
                  <a:pt x="653" y="8"/>
                </a:cubicBezTo>
                <a:cubicBezTo>
                  <a:pt x="651" y="6"/>
                  <a:pt x="649" y="6"/>
                  <a:pt x="647" y="6"/>
                </a:cubicBezTo>
                <a:cubicBezTo>
                  <a:pt x="648" y="5"/>
                  <a:pt x="648" y="5"/>
                  <a:pt x="648" y="5"/>
                </a:cubicBezTo>
                <a:cubicBezTo>
                  <a:pt x="649" y="5"/>
                  <a:pt x="650" y="4"/>
                  <a:pt x="651" y="4"/>
                </a:cubicBezTo>
                <a:cubicBezTo>
                  <a:pt x="652" y="5"/>
                  <a:pt x="653" y="5"/>
                  <a:pt x="654" y="5"/>
                </a:cubicBezTo>
                <a:cubicBezTo>
                  <a:pt x="653" y="5"/>
                  <a:pt x="654" y="5"/>
                  <a:pt x="654" y="4"/>
                </a:cubicBezTo>
                <a:cubicBezTo>
                  <a:pt x="655" y="4"/>
                  <a:pt x="655" y="4"/>
                  <a:pt x="656" y="4"/>
                </a:cubicBezTo>
                <a:cubicBezTo>
                  <a:pt x="662" y="4"/>
                  <a:pt x="666" y="4"/>
                  <a:pt x="668" y="3"/>
                </a:cubicBezTo>
                <a:cubicBezTo>
                  <a:pt x="666" y="4"/>
                  <a:pt x="671" y="4"/>
                  <a:pt x="667" y="4"/>
                </a:cubicBezTo>
                <a:cubicBezTo>
                  <a:pt x="671" y="4"/>
                  <a:pt x="674" y="4"/>
                  <a:pt x="677" y="4"/>
                </a:cubicBezTo>
                <a:cubicBezTo>
                  <a:pt x="676" y="4"/>
                  <a:pt x="675" y="4"/>
                  <a:pt x="674" y="4"/>
                </a:cubicBezTo>
                <a:cubicBezTo>
                  <a:pt x="678" y="3"/>
                  <a:pt x="682" y="3"/>
                  <a:pt x="682" y="3"/>
                </a:cubicBezTo>
                <a:cubicBezTo>
                  <a:pt x="680" y="3"/>
                  <a:pt x="679" y="3"/>
                  <a:pt x="677" y="3"/>
                </a:cubicBezTo>
                <a:cubicBezTo>
                  <a:pt x="679" y="2"/>
                  <a:pt x="687" y="2"/>
                  <a:pt x="687" y="3"/>
                </a:cubicBezTo>
                <a:cubicBezTo>
                  <a:pt x="687" y="4"/>
                  <a:pt x="681" y="4"/>
                  <a:pt x="683" y="4"/>
                </a:cubicBezTo>
                <a:cubicBezTo>
                  <a:pt x="695" y="4"/>
                  <a:pt x="695" y="4"/>
                  <a:pt x="695" y="4"/>
                </a:cubicBezTo>
                <a:cubicBezTo>
                  <a:pt x="692" y="4"/>
                  <a:pt x="691" y="3"/>
                  <a:pt x="693" y="3"/>
                </a:cubicBezTo>
                <a:cubicBezTo>
                  <a:pt x="688" y="3"/>
                  <a:pt x="688" y="3"/>
                  <a:pt x="688" y="3"/>
                </a:cubicBezTo>
                <a:cubicBezTo>
                  <a:pt x="689" y="2"/>
                  <a:pt x="689" y="2"/>
                  <a:pt x="689" y="2"/>
                </a:cubicBezTo>
                <a:cubicBezTo>
                  <a:pt x="682" y="2"/>
                  <a:pt x="677" y="1"/>
                  <a:pt x="668" y="1"/>
                </a:cubicBezTo>
                <a:cubicBezTo>
                  <a:pt x="670" y="2"/>
                  <a:pt x="670" y="2"/>
                  <a:pt x="670" y="2"/>
                </a:cubicBezTo>
                <a:cubicBezTo>
                  <a:pt x="665" y="2"/>
                  <a:pt x="659" y="3"/>
                  <a:pt x="655" y="3"/>
                </a:cubicBezTo>
                <a:cubicBezTo>
                  <a:pt x="658" y="2"/>
                  <a:pt x="656" y="2"/>
                  <a:pt x="657" y="2"/>
                </a:cubicBezTo>
                <a:cubicBezTo>
                  <a:pt x="655" y="2"/>
                  <a:pt x="654" y="2"/>
                  <a:pt x="652" y="2"/>
                </a:cubicBezTo>
                <a:cubicBezTo>
                  <a:pt x="656" y="1"/>
                  <a:pt x="656" y="1"/>
                  <a:pt x="656" y="1"/>
                </a:cubicBezTo>
                <a:cubicBezTo>
                  <a:pt x="655" y="1"/>
                  <a:pt x="654" y="2"/>
                  <a:pt x="652" y="2"/>
                </a:cubicBezTo>
                <a:cubicBezTo>
                  <a:pt x="649" y="3"/>
                  <a:pt x="655" y="0"/>
                  <a:pt x="645" y="4"/>
                </a:cubicBezTo>
                <a:cubicBezTo>
                  <a:pt x="644" y="4"/>
                  <a:pt x="644" y="4"/>
                  <a:pt x="644" y="4"/>
                </a:cubicBezTo>
                <a:cubicBezTo>
                  <a:pt x="644" y="6"/>
                  <a:pt x="643" y="7"/>
                  <a:pt x="643" y="7"/>
                </a:cubicBezTo>
                <a:cubicBezTo>
                  <a:pt x="643" y="7"/>
                  <a:pt x="643" y="7"/>
                  <a:pt x="643" y="7"/>
                </a:cubicBezTo>
                <a:cubicBezTo>
                  <a:pt x="641" y="10"/>
                  <a:pt x="645" y="6"/>
                  <a:pt x="645" y="8"/>
                </a:cubicBezTo>
                <a:cubicBezTo>
                  <a:pt x="644" y="9"/>
                  <a:pt x="641" y="9"/>
                  <a:pt x="640" y="11"/>
                </a:cubicBezTo>
                <a:cubicBezTo>
                  <a:pt x="640" y="13"/>
                  <a:pt x="645" y="16"/>
                  <a:pt x="644" y="19"/>
                </a:cubicBezTo>
                <a:cubicBezTo>
                  <a:pt x="647" y="21"/>
                  <a:pt x="650" y="23"/>
                  <a:pt x="653" y="24"/>
                </a:cubicBezTo>
                <a:cubicBezTo>
                  <a:pt x="654" y="25"/>
                  <a:pt x="649" y="25"/>
                  <a:pt x="652" y="26"/>
                </a:cubicBezTo>
                <a:cubicBezTo>
                  <a:pt x="650" y="26"/>
                  <a:pt x="649" y="26"/>
                  <a:pt x="648" y="27"/>
                </a:cubicBezTo>
                <a:cubicBezTo>
                  <a:pt x="650" y="27"/>
                  <a:pt x="650" y="30"/>
                  <a:pt x="652" y="28"/>
                </a:cubicBezTo>
                <a:cubicBezTo>
                  <a:pt x="653" y="30"/>
                  <a:pt x="654" y="32"/>
                  <a:pt x="653" y="33"/>
                </a:cubicBezTo>
                <a:cubicBezTo>
                  <a:pt x="652" y="33"/>
                  <a:pt x="650" y="33"/>
                  <a:pt x="649" y="33"/>
                </a:cubicBezTo>
                <a:cubicBezTo>
                  <a:pt x="648" y="34"/>
                  <a:pt x="650" y="34"/>
                  <a:pt x="646" y="34"/>
                </a:cubicBezTo>
                <a:cubicBezTo>
                  <a:pt x="638" y="35"/>
                  <a:pt x="640" y="33"/>
                  <a:pt x="639" y="32"/>
                </a:cubicBezTo>
                <a:cubicBezTo>
                  <a:pt x="643" y="32"/>
                  <a:pt x="643" y="32"/>
                  <a:pt x="643" y="32"/>
                </a:cubicBezTo>
                <a:cubicBezTo>
                  <a:pt x="640" y="32"/>
                  <a:pt x="637" y="32"/>
                  <a:pt x="633" y="32"/>
                </a:cubicBezTo>
                <a:cubicBezTo>
                  <a:pt x="635" y="30"/>
                  <a:pt x="640" y="32"/>
                  <a:pt x="643" y="32"/>
                </a:cubicBezTo>
                <a:cubicBezTo>
                  <a:pt x="642" y="30"/>
                  <a:pt x="642" y="30"/>
                  <a:pt x="642" y="30"/>
                </a:cubicBezTo>
                <a:cubicBezTo>
                  <a:pt x="636" y="29"/>
                  <a:pt x="638" y="31"/>
                  <a:pt x="632" y="30"/>
                </a:cubicBezTo>
                <a:cubicBezTo>
                  <a:pt x="634" y="30"/>
                  <a:pt x="634" y="30"/>
                  <a:pt x="634" y="30"/>
                </a:cubicBezTo>
                <a:cubicBezTo>
                  <a:pt x="629" y="29"/>
                  <a:pt x="629" y="29"/>
                  <a:pt x="629" y="29"/>
                </a:cubicBezTo>
                <a:cubicBezTo>
                  <a:pt x="628" y="30"/>
                  <a:pt x="627" y="31"/>
                  <a:pt x="631" y="31"/>
                </a:cubicBezTo>
                <a:cubicBezTo>
                  <a:pt x="626" y="32"/>
                  <a:pt x="627" y="31"/>
                  <a:pt x="621" y="30"/>
                </a:cubicBezTo>
                <a:cubicBezTo>
                  <a:pt x="618" y="31"/>
                  <a:pt x="624" y="31"/>
                  <a:pt x="622" y="31"/>
                </a:cubicBezTo>
                <a:cubicBezTo>
                  <a:pt x="621" y="32"/>
                  <a:pt x="617" y="32"/>
                  <a:pt x="614" y="31"/>
                </a:cubicBezTo>
                <a:cubicBezTo>
                  <a:pt x="609" y="31"/>
                  <a:pt x="614" y="30"/>
                  <a:pt x="613" y="30"/>
                </a:cubicBezTo>
                <a:cubicBezTo>
                  <a:pt x="614" y="30"/>
                  <a:pt x="618" y="30"/>
                  <a:pt x="616" y="30"/>
                </a:cubicBezTo>
                <a:cubicBezTo>
                  <a:pt x="624" y="30"/>
                  <a:pt x="618" y="29"/>
                  <a:pt x="623" y="29"/>
                </a:cubicBezTo>
                <a:cubicBezTo>
                  <a:pt x="619" y="27"/>
                  <a:pt x="617" y="28"/>
                  <a:pt x="615" y="28"/>
                </a:cubicBezTo>
                <a:cubicBezTo>
                  <a:pt x="616" y="29"/>
                  <a:pt x="612" y="29"/>
                  <a:pt x="613" y="29"/>
                </a:cubicBezTo>
                <a:cubicBezTo>
                  <a:pt x="600" y="30"/>
                  <a:pt x="611" y="27"/>
                  <a:pt x="603" y="27"/>
                </a:cubicBezTo>
                <a:cubicBezTo>
                  <a:pt x="602" y="28"/>
                  <a:pt x="589" y="27"/>
                  <a:pt x="591" y="29"/>
                </a:cubicBezTo>
                <a:cubicBezTo>
                  <a:pt x="589" y="29"/>
                  <a:pt x="586" y="29"/>
                  <a:pt x="585" y="29"/>
                </a:cubicBezTo>
                <a:cubicBezTo>
                  <a:pt x="589" y="28"/>
                  <a:pt x="583" y="28"/>
                  <a:pt x="588" y="27"/>
                </a:cubicBezTo>
                <a:cubicBezTo>
                  <a:pt x="586" y="27"/>
                  <a:pt x="586" y="27"/>
                  <a:pt x="586" y="27"/>
                </a:cubicBezTo>
                <a:cubicBezTo>
                  <a:pt x="592" y="27"/>
                  <a:pt x="592" y="27"/>
                  <a:pt x="592" y="27"/>
                </a:cubicBezTo>
                <a:cubicBezTo>
                  <a:pt x="590" y="26"/>
                  <a:pt x="587" y="24"/>
                  <a:pt x="586" y="24"/>
                </a:cubicBezTo>
                <a:cubicBezTo>
                  <a:pt x="581" y="24"/>
                  <a:pt x="586" y="25"/>
                  <a:pt x="580" y="24"/>
                </a:cubicBezTo>
                <a:cubicBezTo>
                  <a:pt x="583" y="24"/>
                  <a:pt x="581" y="23"/>
                  <a:pt x="579" y="23"/>
                </a:cubicBezTo>
                <a:cubicBezTo>
                  <a:pt x="582" y="24"/>
                  <a:pt x="576" y="24"/>
                  <a:pt x="573" y="24"/>
                </a:cubicBezTo>
                <a:cubicBezTo>
                  <a:pt x="569" y="24"/>
                  <a:pt x="567" y="23"/>
                  <a:pt x="568" y="23"/>
                </a:cubicBezTo>
                <a:cubicBezTo>
                  <a:pt x="574" y="22"/>
                  <a:pt x="574" y="22"/>
                  <a:pt x="574" y="22"/>
                </a:cubicBezTo>
                <a:cubicBezTo>
                  <a:pt x="570" y="23"/>
                  <a:pt x="573" y="22"/>
                  <a:pt x="570" y="22"/>
                </a:cubicBezTo>
                <a:cubicBezTo>
                  <a:pt x="568" y="22"/>
                  <a:pt x="564" y="23"/>
                  <a:pt x="562" y="23"/>
                </a:cubicBezTo>
                <a:cubicBezTo>
                  <a:pt x="558" y="23"/>
                  <a:pt x="558" y="22"/>
                  <a:pt x="556" y="22"/>
                </a:cubicBezTo>
                <a:cubicBezTo>
                  <a:pt x="562" y="22"/>
                  <a:pt x="562" y="22"/>
                  <a:pt x="562" y="22"/>
                </a:cubicBezTo>
                <a:cubicBezTo>
                  <a:pt x="556" y="22"/>
                  <a:pt x="564" y="21"/>
                  <a:pt x="556" y="21"/>
                </a:cubicBezTo>
                <a:cubicBezTo>
                  <a:pt x="553" y="21"/>
                  <a:pt x="553" y="21"/>
                  <a:pt x="553" y="21"/>
                </a:cubicBezTo>
                <a:cubicBezTo>
                  <a:pt x="552" y="21"/>
                  <a:pt x="552" y="21"/>
                  <a:pt x="554" y="20"/>
                </a:cubicBezTo>
                <a:cubicBezTo>
                  <a:pt x="552" y="21"/>
                  <a:pt x="548" y="21"/>
                  <a:pt x="546" y="21"/>
                </a:cubicBezTo>
                <a:cubicBezTo>
                  <a:pt x="546" y="20"/>
                  <a:pt x="546" y="20"/>
                  <a:pt x="546" y="20"/>
                </a:cubicBezTo>
                <a:cubicBezTo>
                  <a:pt x="543" y="20"/>
                  <a:pt x="536" y="21"/>
                  <a:pt x="532" y="21"/>
                </a:cubicBezTo>
                <a:cubicBezTo>
                  <a:pt x="534" y="22"/>
                  <a:pt x="538" y="20"/>
                  <a:pt x="543" y="21"/>
                </a:cubicBezTo>
                <a:cubicBezTo>
                  <a:pt x="545" y="22"/>
                  <a:pt x="536" y="22"/>
                  <a:pt x="534" y="22"/>
                </a:cubicBezTo>
                <a:cubicBezTo>
                  <a:pt x="537" y="21"/>
                  <a:pt x="523" y="22"/>
                  <a:pt x="513" y="25"/>
                </a:cubicBezTo>
                <a:cubicBezTo>
                  <a:pt x="507" y="26"/>
                  <a:pt x="500" y="29"/>
                  <a:pt x="500" y="29"/>
                </a:cubicBezTo>
                <a:cubicBezTo>
                  <a:pt x="501" y="30"/>
                  <a:pt x="501" y="30"/>
                  <a:pt x="501" y="30"/>
                </a:cubicBezTo>
                <a:cubicBezTo>
                  <a:pt x="493" y="32"/>
                  <a:pt x="499" y="34"/>
                  <a:pt x="498" y="36"/>
                </a:cubicBezTo>
                <a:cubicBezTo>
                  <a:pt x="496" y="35"/>
                  <a:pt x="494" y="35"/>
                  <a:pt x="494" y="37"/>
                </a:cubicBezTo>
                <a:cubicBezTo>
                  <a:pt x="497" y="35"/>
                  <a:pt x="499" y="38"/>
                  <a:pt x="501" y="37"/>
                </a:cubicBezTo>
                <a:cubicBezTo>
                  <a:pt x="501" y="39"/>
                  <a:pt x="496" y="37"/>
                  <a:pt x="494" y="38"/>
                </a:cubicBezTo>
                <a:cubicBezTo>
                  <a:pt x="497" y="39"/>
                  <a:pt x="494" y="41"/>
                  <a:pt x="498" y="41"/>
                </a:cubicBezTo>
                <a:cubicBezTo>
                  <a:pt x="498" y="40"/>
                  <a:pt x="500" y="41"/>
                  <a:pt x="502" y="41"/>
                </a:cubicBezTo>
                <a:cubicBezTo>
                  <a:pt x="503" y="43"/>
                  <a:pt x="500" y="41"/>
                  <a:pt x="500" y="43"/>
                </a:cubicBezTo>
                <a:cubicBezTo>
                  <a:pt x="501" y="43"/>
                  <a:pt x="504" y="44"/>
                  <a:pt x="504" y="42"/>
                </a:cubicBezTo>
                <a:cubicBezTo>
                  <a:pt x="504" y="43"/>
                  <a:pt x="509" y="44"/>
                  <a:pt x="507" y="45"/>
                </a:cubicBezTo>
                <a:cubicBezTo>
                  <a:pt x="506" y="46"/>
                  <a:pt x="505" y="44"/>
                  <a:pt x="504" y="45"/>
                </a:cubicBezTo>
                <a:cubicBezTo>
                  <a:pt x="505" y="47"/>
                  <a:pt x="510" y="45"/>
                  <a:pt x="513" y="47"/>
                </a:cubicBezTo>
                <a:cubicBezTo>
                  <a:pt x="513" y="45"/>
                  <a:pt x="518" y="45"/>
                  <a:pt x="520" y="46"/>
                </a:cubicBezTo>
                <a:cubicBezTo>
                  <a:pt x="521" y="49"/>
                  <a:pt x="518" y="45"/>
                  <a:pt x="516" y="47"/>
                </a:cubicBezTo>
                <a:cubicBezTo>
                  <a:pt x="517" y="48"/>
                  <a:pt x="517" y="48"/>
                  <a:pt x="517" y="48"/>
                </a:cubicBezTo>
                <a:cubicBezTo>
                  <a:pt x="515" y="50"/>
                  <a:pt x="508" y="46"/>
                  <a:pt x="506" y="48"/>
                </a:cubicBezTo>
                <a:cubicBezTo>
                  <a:pt x="509" y="49"/>
                  <a:pt x="509" y="49"/>
                  <a:pt x="509" y="49"/>
                </a:cubicBezTo>
                <a:cubicBezTo>
                  <a:pt x="507" y="49"/>
                  <a:pt x="505" y="49"/>
                  <a:pt x="504" y="50"/>
                </a:cubicBezTo>
                <a:cubicBezTo>
                  <a:pt x="507" y="50"/>
                  <a:pt x="507" y="52"/>
                  <a:pt x="508" y="52"/>
                </a:cubicBezTo>
                <a:cubicBezTo>
                  <a:pt x="511" y="52"/>
                  <a:pt x="507" y="52"/>
                  <a:pt x="509" y="51"/>
                </a:cubicBezTo>
                <a:cubicBezTo>
                  <a:pt x="510" y="52"/>
                  <a:pt x="514" y="52"/>
                  <a:pt x="515" y="54"/>
                </a:cubicBezTo>
                <a:cubicBezTo>
                  <a:pt x="512" y="53"/>
                  <a:pt x="512" y="55"/>
                  <a:pt x="510" y="55"/>
                </a:cubicBezTo>
                <a:cubicBezTo>
                  <a:pt x="510" y="56"/>
                  <a:pt x="513" y="55"/>
                  <a:pt x="513" y="56"/>
                </a:cubicBezTo>
                <a:cubicBezTo>
                  <a:pt x="512" y="56"/>
                  <a:pt x="512" y="56"/>
                  <a:pt x="512" y="56"/>
                </a:cubicBezTo>
                <a:cubicBezTo>
                  <a:pt x="516" y="61"/>
                  <a:pt x="521" y="66"/>
                  <a:pt x="530" y="69"/>
                </a:cubicBezTo>
                <a:cubicBezTo>
                  <a:pt x="528" y="70"/>
                  <a:pt x="529" y="72"/>
                  <a:pt x="529" y="74"/>
                </a:cubicBezTo>
                <a:cubicBezTo>
                  <a:pt x="529" y="73"/>
                  <a:pt x="531" y="74"/>
                  <a:pt x="532" y="74"/>
                </a:cubicBezTo>
                <a:cubicBezTo>
                  <a:pt x="530" y="76"/>
                  <a:pt x="530" y="76"/>
                  <a:pt x="530" y="76"/>
                </a:cubicBezTo>
                <a:cubicBezTo>
                  <a:pt x="530" y="78"/>
                  <a:pt x="533" y="79"/>
                  <a:pt x="535" y="80"/>
                </a:cubicBezTo>
                <a:cubicBezTo>
                  <a:pt x="535" y="80"/>
                  <a:pt x="534" y="80"/>
                  <a:pt x="534" y="80"/>
                </a:cubicBezTo>
                <a:cubicBezTo>
                  <a:pt x="533" y="82"/>
                  <a:pt x="536" y="81"/>
                  <a:pt x="537" y="82"/>
                </a:cubicBezTo>
                <a:cubicBezTo>
                  <a:pt x="535" y="83"/>
                  <a:pt x="535" y="83"/>
                  <a:pt x="535" y="83"/>
                </a:cubicBezTo>
                <a:cubicBezTo>
                  <a:pt x="537" y="83"/>
                  <a:pt x="537" y="83"/>
                  <a:pt x="537" y="83"/>
                </a:cubicBezTo>
                <a:cubicBezTo>
                  <a:pt x="538" y="84"/>
                  <a:pt x="538" y="86"/>
                  <a:pt x="535" y="86"/>
                </a:cubicBezTo>
                <a:cubicBezTo>
                  <a:pt x="536" y="86"/>
                  <a:pt x="536" y="87"/>
                  <a:pt x="537" y="86"/>
                </a:cubicBezTo>
                <a:cubicBezTo>
                  <a:pt x="536" y="87"/>
                  <a:pt x="535" y="90"/>
                  <a:pt x="535" y="91"/>
                </a:cubicBezTo>
                <a:cubicBezTo>
                  <a:pt x="530" y="91"/>
                  <a:pt x="523" y="91"/>
                  <a:pt x="518" y="91"/>
                </a:cubicBezTo>
                <a:cubicBezTo>
                  <a:pt x="516" y="91"/>
                  <a:pt x="516" y="91"/>
                  <a:pt x="515" y="91"/>
                </a:cubicBezTo>
                <a:cubicBezTo>
                  <a:pt x="510" y="89"/>
                  <a:pt x="499" y="90"/>
                  <a:pt x="493" y="88"/>
                </a:cubicBezTo>
                <a:cubicBezTo>
                  <a:pt x="494" y="89"/>
                  <a:pt x="489" y="90"/>
                  <a:pt x="485" y="90"/>
                </a:cubicBezTo>
                <a:cubicBezTo>
                  <a:pt x="479" y="90"/>
                  <a:pt x="486" y="88"/>
                  <a:pt x="483" y="87"/>
                </a:cubicBezTo>
                <a:cubicBezTo>
                  <a:pt x="480" y="87"/>
                  <a:pt x="476" y="87"/>
                  <a:pt x="475" y="87"/>
                </a:cubicBezTo>
                <a:cubicBezTo>
                  <a:pt x="475" y="87"/>
                  <a:pt x="475" y="87"/>
                  <a:pt x="475" y="87"/>
                </a:cubicBezTo>
                <a:cubicBezTo>
                  <a:pt x="472" y="87"/>
                  <a:pt x="468" y="87"/>
                  <a:pt x="466" y="86"/>
                </a:cubicBezTo>
                <a:cubicBezTo>
                  <a:pt x="466" y="86"/>
                  <a:pt x="466" y="86"/>
                  <a:pt x="466" y="86"/>
                </a:cubicBezTo>
                <a:cubicBezTo>
                  <a:pt x="464" y="86"/>
                  <a:pt x="463" y="85"/>
                  <a:pt x="460" y="85"/>
                </a:cubicBezTo>
                <a:cubicBezTo>
                  <a:pt x="457" y="85"/>
                  <a:pt x="453" y="84"/>
                  <a:pt x="450" y="85"/>
                </a:cubicBezTo>
                <a:cubicBezTo>
                  <a:pt x="450" y="84"/>
                  <a:pt x="450" y="84"/>
                  <a:pt x="450" y="84"/>
                </a:cubicBezTo>
                <a:cubicBezTo>
                  <a:pt x="448" y="85"/>
                  <a:pt x="448" y="85"/>
                  <a:pt x="448" y="85"/>
                </a:cubicBezTo>
                <a:cubicBezTo>
                  <a:pt x="444" y="84"/>
                  <a:pt x="444" y="84"/>
                  <a:pt x="444" y="84"/>
                </a:cubicBezTo>
                <a:cubicBezTo>
                  <a:pt x="446" y="84"/>
                  <a:pt x="447" y="83"/>
                  <a:pt x="448" y="83"/>
                </a:cubicBezTo>
                <a:cubicBezTo>
                  <a:pt x="444" y="82"/>
                  <a:pt x="445" y="84"/>
                  <a:pt x="442" y="84"/>
                </a:cubicBezTo>
                <a:cubicBezTo>
                  <a:pt x="437" y="84"/>
                  <a:pt x="439" y="83"/>
                  <a:pt x="438" y="83"/>
                </a:cubicBezTo>
                <a:cubicBezTo>
                  <a:pt x="440" y="83"/>
                  <a:pt x="440" y="83"/>
                  <a:pt x="441" y="83"/>
                </a:cubicBezTo>
                <a:cubicBezTo>
                  <a:pt x="445" y="83"/>
                  <a:pt x="440" y="83"/>
                  <a:pt x="440" y="82"/>
                </a:cubicBezTo>
                <a:cubicBezTo>
                  <a:pt x="440" y="82"/>
                  <a:pt x="438" y="83"/>
                  <a:pt x="435" y="82"/>
                </a:cubicBezTo>
                <a:cubicBezTo>
                  <a:pt x="433" y="82"/>
                  <a:pt x="428" y="82"/>
                  <a:pt x="430" y="81"/>
                </a:cubicBezTo>
                <a:cubicBezTo>
                  <a:pt x="427" y="81"/>
                  <a:pt x="425" y="81"/>
                  <a:pt x="423" y="81"/>
                </a:cubicBezTo>
                <a:cubicBezTo>
                  <a:pt x="424" y="81"/>
                  <a:pt x="427" y="82"/>
                  <a:pt x="427" y="82"/>
                </a:cubicBezTo>
                <a:cubicBezTo>
                  <a:pt x="425" y="82"/>
                  <a:pt x="421" y="82"/>
                  <a:pt x="421" y="82"/>
                </a:cubicBezTo>
                <a:cubicBezTo>
                  <a:pt x="423" y="82"/>
                  <a:pt x="423" y="82"/>
                  <a:pt x="423" y="82"/>
                </a:cubicBezTo>
                <a:cubicBezTo>
                  <a:pt x="421" y="82"/>
                  <a:pt x="417" y="81"/>
                  <a:pt x="418" y="82"/>
                </a:cubicBezTo>
                <a:cubicBezTo>
                  <a:pt x="417" y="80"/>
                  <a:pt x="417" y="80"/>
                  <a:pt x="417" y="80"/>
                </a:cubicBezTo>
                <a:cubicBezTo>
                  <a:pt x="414" y="81"/>
                  <a:pt x="411" y="80"/>
                  <a:pt x="408" y="80"/>
                </a:cubicBezTo>
                <a:cubicBezTo>
                  <a:pt x="409" y="79"/>
                  <a:pt x="413" y="79"/>
                  <a:pt x="408" y="78"/>
                </a:cubicBezTo>
                <a:cubicBezTo>
                  <a:pt x="402" y="78"/>
                  <a:pt x="402" y="78"/>
                  <a:pt x="402" y="78"/>
                </a:cubicBezTo>
                <a:cubicBezTo>
                  <a:pt x="400" y="78"/>
                  <a:pt x="399" y="78"/>
                  <a:pt x="401" y="77"/>
                </a:cubicBezTo>
                <a:cubicBezTo>
                  <a:pt x="393" y="76"/>
                  <a:pt x="388" y="78"/>
                  <a:pt x="383" y="77"/>
                </a:cubicBezTo>
                <a:cubicBezTo>
                  <a:pt x="387" y="76"/>
                  <a:pt x="385" y="76"/>
                  <a:pt x="383" y="75"/>
                </a:cubicBezTo>
                <a:cubicBezTo>
                  <a:pt x="383" y="75"/>
                  <a:pt x="382" y="76"/>
                  <a:pt x="380" y="76"/>
                </a:cubicBezTo>
                <a:cubicBezTo>
                  <a:pt x="380" y="76"/>
                  <a:pt x="383" y="75"/>
                  <a:pt x="384" y="76"/>
                </a:cubicBezTo>
                <a:cubicBezTo>
                  <a:pt x="384" y="77"/>
                  <a:pt x="381" y="76"/>
                  <a:pt x="379" y="76"/>
                </a:cubicBezTo>
                <a:cubicBezTo>
                  <a:pt x="378" y="73"/>
                  <a:pt x="361" y="73"/>
                  <a:pt x="354" y="71"/>
                </a:cubicBezTo>
                <a:cubicBezTo>
                  <a:pt x="352" y="72"/>
                  <a:pt x="349" y="71"/>
                  <a:pt x="346" y="71"/>
                </a:cubicBezTo>
                <a:cubicBezTo>
                  <a:pt x="349" y="70"/>
                  <a:pt x="340" y="71"/>
                  <a:pt x="339" y="70"/>
                </a:cubicBezTo>
                <a:cubicBezTo>
                  <a:pt x="338" y="71"/>
                  <a:pt x="338" y="71"/>
                  <a:pt x="338" y="71"/>
                </a:cubicBezTo>
                <a:cubicBezTo>
                  <a:pt x="333" y="70"/>
                  <a:pt x="325" y="71"/>
                  <a:pt x="324" y="70"/>
                </a:cubicBezTo>
                <a:cubicBezTo>
                  <a:pt x="321" y="69"/>
                  <a:pt x="327" y="69"/>
                  <a:pt x="329" y="69"/>
                </a:cubicBezTo>
                <a:cubicBezTo>
                  <a:pt x="327" y="67"/>
                  <a:pt x="314" y="69"/>
                  <a:pt x="313" y="67"/>
                </a:cubicBezTo>
                <a:cubicBezTo>
                  <a:pt x="312" y="67"/>
                  <a:pt x="312" y="68"/>
                  <a:pt x="307" y="68"/>
                </a:cubicBezTo>
                <a:cubicBezTo>
                  <a:pt x="305" y="68"/>
                  <a:pt x="299" y="66"/>
                  <a:pt x="300" y="66"/>
                </a:cubicBezTo>
                <a:cubicBezTo>
                  <a:pt x="297" y="66"/>
                  <a:pt x="295" y="67"/>
                  <a:pt x="293" y="66"/>
                </a:cubicBezTo>
                <a:cubicBezTo>
                  <a:pt x="294" y="66"/>
                  <a:pt x="295" y="66"/>
                  <a:pt x="297" y="66"/>
                </a:cubicBezTo>
                <a:cubicBezTo>
                  <a:pt x="292" y="65"/>
                  <a:pt x="287" y="65"/>
                  <a:pt x="282" y="65"/>
                </a:cubicBezTo>
                <a:cubicBezTo>
                  <a:pt x="281" y="64"/>
                  <a:pt x="271" y="64"/>
                  <a:pt x="263" y="64"/>
                </a:cubicBezTo>
                <a:cubicBezTo>
                  <a:pt x="259" y="65"/>
                  <a:pt x="244" y="65"/>
                  <a:pt x="240" y="69"/>
                </a:cubicBezTo>
                <a:cubicBezTo>
                  <a:pt x="240" y="68"/>
                  <a:pt x="238" y="69"/>
                  <a:pt x="237" y="70"/>
                </a:cubicBezTo>
                <a:cubicBezTo>
                  <a:pt x="235" y="72"/>
                  <a:pt x="239" y="72"/>
                  <a:pt x="239" y="73"/>
                </a:cubicBezTo>
                <a:cubicBezTo>
                  <a:pt x="236" y="73"/>
                  <a:pt x="236" y="73"/>
                  <a:pt x="236" y="73"/>
                </a:cubicBezTo>
                <a:cubicBezTo>
                  <a:pt x="233" y="74"/>
                  <a:pt x="237" y="76"/>
                  <a:pt x="236" y="77"/>
                </a:cubicBezTo>
                <a:cubicBezTo>
                  <a:pt x="238" y="76"/>
                  <a:pt x="237" y="78"/>
                  <a:pt x="239" y="77"/>
                </a:cubicBezTo>
                <a:cubicBezTo>
                  <a:pt x="241" y="78"/>
                  <a:pt x="241" y="78"/>
                  <a:pt x="241" y="78"/>
                </a:cubicBezTo>
                <a:cubicBezTo>
                  <a:pt x="243" y="80"/>
                  <a:pt x="242" y="78"/>
                  <a:pt x="245" y="80"/>
                </a:cubicBezTo>
                <a:cubicBezTo>
                  <a:pt x="246" y="81"/>
                  <a:pt x="242" y="81"/>
                  <a:pt x="242" y="81"/>
                </a:cubicBezTo>
                <a:cubicBezTo>
                  <a:pt x="241" y="82"/>
                  <a:pt x="243" y="82"/>
                  <a:pt x="245" y="83"/>
                </a:cubicBezTo>
                <a:cubicBezTo>
                  <a:pt x="245" y="83"/>
                  <a:pt x="245" y="83"/>
                  <a:pt x="246" y="83"/>
                </a:cubicBezTo>
                <a:cubicBezTo>
                  <a:pt x="245" y="83"/>
                  <a:pt x="245" y="83"/>
                  <a:pt x="245" y="83"/>
                </a:cubicBezTo>
                <a:cubicBezTo>
                  <a:pt x="246" y="84"/>
                  <a:pt x="246" y="84"/>
                  <a:pt x="247" y="84"/>
                </a:cubicBezTo>
                <a:cubicBezTo>
                  <a:pt x="247" y="84"/>
                  <a:pt x="247" y="84"/>
                  <a:pt x="247" y="84"/>
                </a:cubicBezTo>
                <a:cubicBezTo>
                  <a:pt x="246" y="84"/>
                  <a:pt x="246" y="84"/>
                  <a:pt x="245" y="83"/>
                </a:cubicBezTo>
                <a:cubicBezTo>
                  <a:pt x="245" y="84"/>
                  <a:pt x="246" y="84"/>
                  <a:pt x="246" y="84"/>
                </a:cubicBezTo>
                <a:cubicBezTo>
                  <a:pt x="246" y="85"/>
                  <a:pt x="246" y="85"/>
                  <a:pt x="246" y="85"/>
                </a:cubicBezTo>
                <a:cubicBezTo>
                  <a:pt x="247" y="85"/>
                  <a:pt x="247" y="85"/>
                  <a:pt x="247" y="85"/>
                </a:cubicBezTo>
                <a:cubicBezTo>
                  <a:pt x="245" y="86"/>
                  <a:pt x="245" y="86"/>
                  <a:pt x="245" y="86"/>
                </a:cubicBezTo>
                <a:cubicBezTo>
                  <a:pt x="245" y="86"/>
                  <a:pt x="250" y="87"/>
                  <a:pt x="251" y="87"/>
                </a:cubicBezTo>
                <a:cubicBezTo>
                  <a:pt x="252" y="90"/>
                  <a:pt x="260" y="94"/>
                  <a:pt x="263" y="95"/>
                </a:cubicBezTo>
                <a:cubicBezTo>
                  <a:pt x="262" y="95"/>
                  <a:pt x="262" y="95"/>
                  <a:pt x="263" y="95"/>
                </a:cubicBezTo>
                <a:cubicBezTo>
                  <a:pt x="265" y="96"/>
                  <a:pt x="268" y="96"/>
                  <a:pt x="267" y="96"/>
                </a:cubicBezTo>
                <a:cubicBezTo>
                  <a:pt x="269" y="97"/>
                  <a:pt x="266" y="97"/>
                  <a:pt x="268" y="99"/>
                </a:cubicBezTo>
                <a:cubicBezTo>
                  <a:pt x="268" y="99"/>
                  <a:pt x="270" y="98"/>
                  <a:pt x="269" y="98"/>
                </a:cubicBezTo>
                <a:cubicBezTo>
                  <a:pt x="270" y="101"/>
                  <a:pt x="279" y="102"/>
                  <a:pt x="281" y="105"/>
                </a:cubicBezTo>
                <a:cubicBezTo>
                  <a:pt x="280" y="105"/>
                  <a:pt x="279" y="105"/>
                  <a:pt x="278" y="105"/>
                </a:cubicBezTo>
                <a:cubicBezTo>
                  <a:pt x="282" y="106"/>
                  <a:pt x="285" y="108"/>
                  <a:pt x="291" y="109"/>
                </a:cubicBezTo>
                <a:cubicBezTo>
                  <a:pt x="289" y="109"/>
                  <a:pt x="289" y="109"/>
                  <a:pt x="287" y="109"/>
                </a:cubicBezTo>
                <a:cubicBezTo>
                  <a:pt x="289" y="110"/>
                  <a:pt x="292" y="112"/>
                  <a:pt x="295" y="112"/>
                </a:cubicBezTo>
                <a:cubicBezTo>
                  <a:pt x="295" y="111"/>
                  <a:pt x="294" y="112"/>
                  <a:pt x="293" y="111"/>
                </a:cubicBezTo>
                <a:cubicBezTo>
                  <a:pt x="293" y="110"/>
                  <a:pt x="298" y="111"/>
                  <a:pt x="299" y="112"/>
                </a:cubicBezTo>
                <a:cubicBezTo>
                  <a:pt x="299" y="112"/>
                  <a:pt x="299" y="112"/>
                  <a:pt x="299" y="112"/>
                </a:cubicBezTo>
                <a:cubicBezTo>
                  <a:pt x="301" y="113"/>
                  <a:pt x="302" y="113"/>
                  <a:pt x="304" y="114"/>
                </a:cubicBezTo>
                <a:cubicBezTo>
                  <a:pt x="304" y="115"/>
                  <a:pt x="302" y="114"/>
                  <a:pt x="302" y="115"/>
                </a:cubicBezTo>
                <a:cubicBezTo>
                  <a:pt x="299" y="116"/>
                  <a:pt x="304" y="118"/>
                  <a:pt x="304" y="118"/>
                </a:cubicBezTo>
                <a:cubicBezTo>
                  <a:pt x="306" y="118"/>
                  <a:pt x="307" y="119"/>
                  <a:pt x="308" y="118"/>
                </a:cubicBezTo>
                <a:cubicBezTo>
                  <a:pt x="310" y="119"/>
                  <a:pt x="307" y="119"/>
                  <a:pt x="308" y="120"/>
                </a:cubicBezTo>
                <a:cubicBezTo>
                  <a:pt x="318" y="121"/>
                  <a:pt x="318" y="121"/>
                  <a:pt x="318" y="121"/>
                </a:cubicBezTo>
                <a:cubicBezTo>
                  <a:pt x="317" y="121"/>
                  <a:pt x="317" y="123"/>
                  <a:pt x="314" y="122"/>
                </a:cubicBezTo>
                <a:cubicBezTo>
                  <a:pt x="318" y="124"/>
                  <a:pt x="324" y="124"/>
                  <a:pt x="328" y="125"/>
                </a:cubicBezTo>
                <a:cubicBezTo>
                  <a:pt x="329" y="126"/>
                  <a:pt x="333" y="127"/>
                  <a:pt x="334" y="128"/>
                </a:cubicBezTo>
                <a:cubicBezTo>
                  <a:pt x="333" y="129"/>
                  <a:pt x="334" y="127"/>
                  <a:pt x="332" y="128"/>
                </a:cubicBezTo>
                <a:cubicBezTo>
                  <a:pt x="332" y="129"/>
                  <a:pt x="332" y="129"/>
                  <a:pt x="332" y="129"/>
                </a:cubicBezTo>
                <a:cubicBezTo>
                  <a:pt x="329" y="128"/>
                  <a:pt x="329" y="130"/>
                  <a:pt x="326" y="130"/>
                </a:cubicBezTo>
                <a:cubicBezTo>
                  <a:pt x="329" y="131"/>
                  <a:pt x="332" y="133"/>
                  <a:pt x="335" y="135"/>
                </a:cubicBezTo>
                <a:cubicBezTo>
                  <a:pt x="336" y="133"/>
                  <a:pt x="340" y="137"/>
                  <a:pt x="343" y="136"/>
                </a:cubicBezTo>
                <a:cubicBezTo>
                  <a:pt x="347" y="138"/>
                  <a:pt x="342" y="138"/>
                  <a:pt x="342" y="139"/>
                </a:cubicBezTo>
                <a:cubicBezTo>
                  <a:pt x="347" y="140"/>
                  <a:pt x="349" y="143"/>
                  <a:pt x="352" y="144"/>
                </a:cubicBezTo>
                <a:cubicBezTo>
                  <a:pt x="352" y="144"/>
                  <a:pt x="352" y="144"/>
                  <a:pt x="351" y="144"/>
                </a:cubicBezTo>
                <a:cubicBezTo>
                  <a:pt x="355" y="146"/>
                  <a:pt x="358" y="149"/>
                  <a:pt x="363" y="150"/>
                </a:cubicBezTo>
                <a:cubicBezTo>
                  <a:pt x="363" y="150"/>
                  <a:pt x="362" y="150"/>
                  <a:pt x="361" y="150"/>
                </a:cubicBezTo>
                <a:cubicBezTo>
                  <a:pt x="362" y="152"/>
                  <a:pt x="366" y="149"/>
                  <a:pt x="367" y="152"/>
                </a:cubicBezTo>
                <a:cubicBezTo>
                  <a:pt x="364" y="152"/>
                  <a:pt x="364" y="152"/>
                  <a:pt x="364" y="152"/>
                </a:cubicBezTo>
                <a:cubicBezTo>
                  <a:pt x="368" y="153"/>
                  <a:pt x="366" y="155"/>
                  <a:pt x="371" y="156"/>
                </a:cubicBezTo>
                <a:cubicBezTo>
                  <a:pt x="370" y="156"/>
                  <a:pt x="369" y="156"/>
                  <a:pt x="368" y="156"/>
                </a:cubicBezTo>
                <a:cubicBezTo>
                  <a:pt x="371" y="157"/>
                  <a:pt x="372" y="159"/>
                  <a:pt x="376" y="160"/>
                </a:cubicBezTo>
                <a:cubicBezTo>
                  <a:pt x="375" y="160"/>
                  <a:pt x="374" y="160"/>
                  <a:pt x="372" y="160"/>
                </a:cubicBezTo>
                <a:cubicBezTo>
                  <a:pt x="372" y="161"/>
                  <a:pt x="377" y="161"/>
                  <a:pt x="376" y="162"/>
                </a:cubicBezTo>
                <a:cubicBezTo>
                  <a:pt x="376" y="163"/>
                  <a:pt x="375" y="164"/>
                  <a:pt x="375" y="164"/>
                </a:cubicBezTo>
                <a:cubicBezTo>
                  <a:pt x="378" y="164"/>
                  <a:pt x="376" y="167"/>
                  <a:pt x="370" y="167"/>
                </a:cubicBezTo>
                <a:cubicBezTo>
                  <a:pt x="370" y="167"/>
                  <a:pt x="368" y="167"/>
                  <a:pt x="365" y="167"/>
                </a:cubicBezTo>
                <a:cubicBezTo>
                  <a:pt x="339" y="166"/>
                  <a:pt x="317" y="163"/>
                  <a:pt x="293" y="161"/>
                </a:cubicBezTo>
                <a:cubicBezTo>
                  <a:pt x="292" y="159"/>
                  <a:pt x="300" y="161"/>
                  <a:pt x="299" y="160"/>
                </a:cubicBezTo>
                <a:cubicBezTo>
                  <a:pt x="297" y="161"/>
                  <a:pt x="295" y="159"/>
                  <a:pt x="288" y="159"/>
                </a:cubicBezTo>
                <a:cubicBezTo>
                  <a:pt x="288" y="159"/>
                  <a:pt x="288" y="159"/>
                  <a:pt x="288" y="159"/>
                </a:cubicBezTo>
                <a:cubicBezTo>
                  <a:pt x="285" y="158"/>
                  <a:pt x="285" y="157"/>
                  <a:pt x="281" y="157"/>
                </a:cubicBezTo>
                <a:cubicBezTo>
                  <a:pt x="280" y="158"/>
                  <a:pt x="280" y="158"/>
                  <a:pt x="280" y="158"/>
                </a:cubicBezTo>
                <a:cubicBezTo>
                  <a:pt x="276" y="158"/>
                  <a:pt x="276" y="155"/>
                  <a:pt x="272" y="156"/>
                </a:cubicBezTo>
                <a:cubicBezTo>
                  <a:pt x="271" y="155"/>
                  <a:pt x="271" y="155"/>
                  <a:pt x="271" y="155"/>
                </a:cubicBezTo>
                <a:cubicBezTo>
                  <a:pt x="265" y="156"/>
                  <a:pt x="267" y="154"/>
                  <a:pt x="261" y="154"/>
                </a:cubicBezTo>
                <a:cubicBezTo>
                  <a:pt x="262" y="154"/>
                  <a:pt x="262" y="154"/>
                  <a:pt x="262" y="154"/>
                </a:cubicBezTo>
                <a:cubicBezTo>
                  <a:pt x="258" y="153"/>
                  <a:pt x="249" y="154"/>
                  <a:pt x="249" y="152"/>
                </a:cubicBezTo>
                <a:cubicBezTo>
                  <a:pt x="244" y="152"/>
                  <a:pt x="239" y="151"/>
                  <a:pt x="236" y="152"/>
                </a:cubicBezTo>
                <a:cubicBezTo>
                  <a:pt x="236" y="151"/>
                  <a:pt x="238" y="151"/>
                  <a:pt x="239" y="151"/>
                </a:cubicBezTo>
                <a:cubicBezTo>
                  <a:pt x="222" y="149"/>
                  <a:pt x="205" y="145"/>
                  <a:pt x="188" y="144"/>
                </a:cubicBezTo>
                <a:cubicBezTo>
                  <a:pt x="188" y="143"/>
                  <a:pt x="189" y="144"/>
                  <a:pt x="190" y="143"/>
                </a:cubicBezTo>
                <a:cubicBezTo>
                  <a:pt x="179" y="143"/>
                  <a:pt x="175" y="139"/>
                  <a:pt x="164" y="140"/>
                </a:cubicBezTo>
                <a:cubicBezTo>
                  <a:pt x="160" y="140"/>
                  <a:pt x="160" y="140"/>
                  <a:pt x="160" y="140"/>
                </a:cubicBezTo>
                <a:cubicBezTo>
                  <a:pt x="159" y="139"/>
                  <a:pt x="160" y="139"/>
                  <a:pt x="159" y="138"/>
                </a:cubicBezTo>
                <a:cubicBezTo>
                  <a:pt x="156" y="139"/>
                  <a:pt x="151" y="137"/>
                  <a:pt x="148" y="138"/>
                </a:cubicBezTo>
                <a:cubicBezTo>
                  <a:pt x="148" y="137"/>
                  <a:pt x="150" y="137"/>
                  <a:pt x="150" y="137"/>
                </a:cubicBezTo>
                <a:cubicBezTo>
                  <a:pt x="147" y="136"/>
                  <a:pt x="139" y="136"/>
                  <a:pt x="136" y="135"/>
                </a:cubicBezTo>
                <a:cubicBezTo>
                  <a:pt x="138" y="135"/>
                  <a:pt x="138" y="135"/>
                  <a:pt x="138" y="135"/>
                </a:cubicBezTo>
                <a:cubicBezTo>
                  <a:pt x="122" y="130"/>
                  <a:pt x="100" y="124"/>
                  <a:pt x="79" y="123"/>
                </a:cubicBezTo>
                <a:cubicBezTo>
                  <a:pt x="74" y="122"/>
                  <a:pt x="80" y="122"/>
                  <a:pt x="78" y="121"/>
                </a:cubicBezTo>
                <a:cubicBezTo>
                  <a:pt x="58" y="120"/>
                  <a:pt x="44" y="114"/>
                  <a:pt x="23" y="113"/>
                </a:cubicBezTo>
                <a:cubicBezTo>
                  <a:pt x="10" y="111"/>
                  <a:pt x="0" y="113"/>
                  <a:pt x="0" y="113"/>
                </a:cubicBezTo>
                <a:cubicBezTo>
                  <a:pt x="31" y="117"/>
                  <a:pt x="53" y="123"/>
                  <a:pt x="78" y="130"/>
                </a:cubicBezTo>
                <a:close/>
                <a:moveTo>
                  <a:pt x="656" y="33"/>
                </a:moveTo>
                <a:cubicBezTo>
                  <a:pt x="656" y="33"/>
                  <a:pt x="656" y="33"/>
                  <a:pt x="656" y="33"/>
                </a:cubicBezTo>
                <a:moveTo>
                  <a:pt x="655" y="33"/>
                </a:moveTo>
                <a:cubicBezTo>
                  <a:pt x="655" y="33"/>
                  <a:pt x="655" y="33"/>
                  <a:pt x="655" y="33"/>
                </a:cubicBezTo>
                <a:cubicBezTo>
                  <a:pt x="656" y="33"/>
                  <a:pt x="656" y="33"/>
                  <a:pt x="655" y="33"/>
                </a:cubicBezTo>
                <a:close/>
                <a:moveTo>
                  <a:pt x="650" y="3"/>
                </a:moveTo>
                <a:cubicBezTo>
                  <a:pt x="650" y="3"/>
                  <a:pt x="650" y="4"/>
                  <a:pt x="650" y="4"/>
                </a:cubicBezTo>
                <a:cubicBezTo>
                  <a:pt x="650" y="4"/>
                  <a:pt x="649" y="4"/>
                  <a:pt x="648" y="5"/>
                </a:cubicBezTo>
                <a:cubicBezTo>
                  <a:pt x="648" y="4"/>
                  <a:pt x="648" y="3"/>
                  <a:pt x="650" y="3"/>
                </a:cubicBezTo>
                <a:close/>
                <a:moveTo>
                  <a:pt x="649" y="34"/>
                </a:moveTo>
                <a:cubicBezTo>
                  <a:pt x="650" y="34"/>
                  <a:pt x="651" y="34"/>
                  <a:pt x="653" y="34"/>
                </a:cubicBezTo>
                <a:cubicBezTo>
                  <a:pt x="653" y="33"/>
                  <a:pt x="653" y="33"/>
                  <a:pt x="653" y="33"/>
                </a:cubicBezTo>
                <a:cubicBezTo>
                  <a:pt x="653" y="34"/>
                  <a:pt x="653" y="34"/>
                  <a:pt x="653" y="34"/>
                </a:cubicBezTo>
                <a:cubicBezTo>
                  <a:pt x="654" y="34"/>
                  <a:pt x="655" y="33"/>
                  <a:pt x="655" y="33"/>
                </a:cubicBezTo>
                <a:cubicBezTo>
                  <a:pt x="654" y="34"/>
                  <a:pt x="654" y="34"/>
                  <a:pt x="653" y="34"/>
                </a:cubicBezTo>
                <a:cubicBezTo>
                  <a:pt x="653" y="34"/>
                  <a:pt x="653" y="35"/>
                  <a:pt x="652" y="35"/>
                </a:cubicBezTo>
                <a:cubicBezTo>
                  <a:pt x="652" y="35"/>
                  <a:pt x="652" y="35"/>
                  <a:pt x="652" y="35"/>
                </a:cubicBezTo>
                <a:cubicBezTo>
                  <a:pt x="652" y="35"/>
                  <a:pt x="651" y="35"/>
                  <a:pt x="650" y="35"/>
                </a:cubicBezTo>
                <a:cubicBezTo>
                  <a:pt x="649" y="35"/>
                  <a:pt x="649" y="35"/>
                  <a:pt x="649" y="35"/>
                </a:cubicBezTo>
                <a:cubicBezTo>
                  <a:pt x="647" y="36"/>
                  <a:pt x="650" y="36"/>
                  <a:pt x="648" y="37"/>
                </a:cubicBezTo>
                <a:cubicBezTo>
                  <a:pt x="646" y="37"/>
                  <a:pt x="644" y="37"/>
                  <a:pt x="643" y="37"/>
                </a:cubicBezTo>
                <a:cubicBezTo>
                  <a:pt x="643" y="36"/>
                  <a:pt x="646" y="35"/>
                  <a:pt x="640" y="34"/>
                </a:cubicBezTo>
                <a:cubicBezTo>
                  <a:pt x="644" y="33"/>
                  <a:pt x="649" y="35"/>
                  <a:pt x="649" y="34"/>
                </a:cubicBezTo>
                <a:close/>
                <a:moveTo>
                  <a:pt x="539" y="91"/>
                </a:moveTo>
                <a:cubicBezTo>
                  <a:pt x="541" y="91"/>
                  <a:pt x="537" y="92"/>
                  <a:pt x="538" y="92"/>
                </a:cubicBezTo>
                <a:cubicBezTo>
                  <a:pt x="537" y="92"/>
                  <a:pt x="535" y="93"/>
                  <a:pt x="535" y="92"/>
                </a:cubicBezTo>
                <a:cubicBezTo>
                  <a:pt x="538" y="92"/>
                  <a:pt x="539" y="91"/>
                  <a:pt x="539" y="9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 name="TextBox 2"/>
          <p:cNvSpPr txBox="1"/>
          <p:nvPr/>
        </p:nvSpPr>
        <p:spPr>
          <a:xfrm>
            <a:off x="4474402" y="3017349"/>
            <a:ext cx="2871299" cy="707886"/>
          </a:xfrm>
          <a:prstGeom prst="rect">
            <a:avLst/>
          </a:prstGeom>
          <a:noFill/>
        </p:spPr>
        <p:txBody>
          <a:bodyPr wrap="none" rtlCol="0">
            <a:spAutoFit/>
          </a:bodyPr>
          <a:lstStyle/>
          <a:p>
            <a:r>
              <a:rPr lang="en-US" sz="40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a:t>
            </a:r>
            <a:r>
              <a:rPr lang="en-US" sz="4000" b="1">
                <a:solidFill>
                  <a:schemeClr val="accent6"/>
                </a:solidFill>
                <a:latin typeface="Open Sans" panose="020B0606030504020204" pitchFamily="34" charset="0"/>
                <a:ea typeface="Open Sans" panose="020B0606030504020204" pitchFamily="34" charset="0"/>
                <a:cs typeface="Open Sans" panose="020B0606030504020204" pitchFamily="34" charset="0"/>
              </a:rPr>
              <a:t>LAND</a:t>
            </a:r>
          </a:p>
        </p:txBody>
      </p:sp>
      <p:sp>
        <p:nvSpPr>
          <p:cNvPr id="4" name="TextBox 3"/>
          <p:cNvSpPr txBox="1"/>
          <p:nvPr/>
        </p:nvSpPr>
        <p:spPr>
          <a:xfrm>
            <a:off x="4474402" y="3609819"/>
            <a:ext cx="3243196"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MULTIPURPOSE &amp; POWERFUL PRESENTATION TEMPLATE</a:t>
            </a:r>
          </a:p>
        </p:txBody>
      </p:sp>
      <p:sp>
        <p:nvSpPr>
          <p:cNvPr id="5" name="TextBox 4"/>
          <p:cNvSpPr txBox="1"/>
          <p:nvPr/>
        </p:nvSpPr>
        <p:spPr>
          <a:xfrm>
            <a:off x="8824312" y="5750515"/>
            <a:ext cx="2491388" cy="430887"/>
          </a:xfrm>
          <a:prstGeom prst="rect">
            <a:avLst/>
          </a:prstGeom>
          <a:noFill/>
        </p:spPr>
        <p:txBody>
          <a:bodyPr wrap="non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SIMPLE SMART </a:t>
            </a: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 TEMPLATE</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2014</a:t>
            </a:r>
          </a:p>
        </p:txBody>
      </p:sp>
    </p:spTree>
    <p:extLst>
      <p:ext uri="{BB962C8B-B14F-4D97-AF65-F5344CB8AC3E}">
        <p14:creationId xmlns:p14="http://schemas.microsoft.com/office/powerpoint/2010/main" val="33521696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1500"/>
                            </p:stCondLst>
                            <p:childTnLst>
                              <p:par>
                                <p:cTn id="17" presetID="2" presetClass="entr" presetSubtype="4" fill="hold" grpId="0" nodeType="after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500" fill="hold"/>
                                        <p:tgtEl>
                                          <p:spTgt spid="5"/>
                                        </p:tgtEl>
                                        <p:attrNameLst>
                                          <p:attrName>ppt_x</p:attrName>
                                        </p:attrNameLst>
                                      </p:cBhvr>
                                      <p:tavLst>
                                        <p:tav tm="0">
                                          <p:val>
                                            <p:strVal val="#ppt_x"/>
                                          </p:val>
                                        </p:tav>
                                        <p:tav tm="100000">
                                          <p:val>
                                            <p:strVal val="#ppt_x"/>
                                          </p:val>
                                        </p:tav>
                                      </p:tavLst>
                                    </p:anim>
                                    <p:anim calcmode="lin" valueType="num">
                                      <p:cBhvr additive="base">
                                        <p:cTn id="20"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p:bldP spid="4" grpId="0"/>
      <p:bldP spid="5"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6172201" y="1899557"/>
            <a:ext cx="5486400" cy="3058886"/>
          </a:xfrm>
        </p:spPr>
        <p:txBody>
          <a:bodyPr/>
          <a:lstStyle/>
          <a:p>
            <a:endParaRPr lang="en-MY"/>
          </a:p>
        </p:txBody>
      </p:sp>
      <p:sp>
        <p:nvSpPr>
          <p:cNvPr id="2" name="TextBox 1"/>
          <p:cNvSpPr txBox="1"/>
          <p:nvPr/>
        </p:nvSpPr>
        <p:spPr>
          <a:xfrm>
            <a:off x="1483874" y="2799182"/>
            <a:ext cx="2018501"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POWERED BY</a:t>
            </a:r>
          </a:p>
        </p:txBody>
      </p:sp>
      <p:sp>
        <p:nvSpPr>
          <p:cNvPr id="3" name="TextBox 2"/>
          <p:cNvSpPr txBox="1"/>
          <p:nvPr/>
        </p:nvSpPr>
        <p:spPr>
          <a:xfrm>
            <a:off x="1485999" y="3322402"/>
            <a:ext cx="3672309" cy="784830"/>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SIMPLESMART</a:t>
            </a:r>
          </a:p>
        </p:txBody>
      </p:sp>
      <p:sp>
        <p:nvSpPr>
          <p:cNvPr id="4" name="Rectangle 3"/>
          <p:cNvSpPr/>
          <p:nvPr/>
        </p:nvSpPr>
        <p:spPr>
          <a:xfrm>
            <a:off x="1598173" y="2750768"/>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6172200" y="4958443"/>
            <a:ext cx="1828800" cy="457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565516407"/>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949053" y="3477414"/>
            <a:ext cx="3544560"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INTRODUCTION PROJECT</a:t>
            </a:r>
          </a:p>
        </p:txBody>
      </p:sp>
      <p:sp>
        <p:nvSpPr>
          <p:cNvPr id="3" name="TextBox 2"/>
          <p:cNvSpPr txBox="1"/>
          <p:nvPr/>
        </p:nvSpPr>
        <p:spPr>
          <a:xfrm>
            <a:off x="951178" y="4000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1063352" y="3429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a:t>
            </a:r>
          </a:p>
        </p:txBody>
      </p:sp>
      <p:sp>
        <p:nvSpPr>
          <p:cNvPr id="12" name="extBox 3"/>
          <p:cNvSpPr txBox="1"/>
          <p:nvPr/>
        </p:nvSpPr>
        <p:spPr>
          <a:xfrm>
            <a:off x="6096000" y="4369966"/>
            <a:ext cx="5105400" cy="1000274"/>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HELLO?  </a:t>
            </a:r>
            <a:r>
              <a:rPr lang="en-US" sz="900">
                <a:solidFill>
                  <a:schemeClr val="accent6"/>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desi perkins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13" name="TextBox 12"/>
          <p:cNvSpPr txBox="1"/>
          <p:nvPr/>
        </p:nvSpPr>
        <p:spPr>
          <a:xfrm>
            <a:off x="9851350" y="5472959"/>
            <a:ext cx="1350050"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JOHN MARTIN</a:t>
            </a:r>
          </a:p>
        </p:txBody>
      </p:sp>
      <p:sp>
        <p:nvSpPr>
          <p:cNvPr id="14" name="TextBox 13"/>
          <p:cNvSpPr txBox="1"/>
          <p:nvPr/>
        </p:nvSpPr>
        <p:spPr>
          <a:xfrm>
            <a:off x="10280955" y="5680709"/>
            <a:ext cx="92044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CEO, Founder</a:t>
            </a:r>
          </a:p>
        </p:txBody>
      </p:sp>
      <p:sp>
        <p:nvSpPr>
          <p:cNvPr id="7" name="Picture Placeholder 6"/>
          <p:cNvSpPr>
            <a:spLocks noGrp="1"/>
          </p:cNvSpPr>
          <p:nvPr>
            <p:ph type="pic" sz="quarter" idx="10"/>
          </p:nvPr>
        </p:nvSpPr>
        <p:spPr>
          <a:xfrm>
            <a:off x="0" y="-5443"/>
            <a:ext cx="12192000" cy="3064556"/>
          </a:xfrm>
        </p:spPr>
        <p:txBody>
          <a:bodyPr/>
          <a:lstStyle/>
          <a:p>
            <a:endParaRPr lang="en-MY"/>
          </a:p>
        </p:txBody>
      </p:sp>
    </p:spTree>
    <p:extLst>
      <p:ext uri="{BB962C8B-B14F-4D97-AF65-F5344CB8AC3E}">
        <p14:creationId xmlns:p14="http://schemas.microsoft.com/office/powerpoint/2010/main" val="80049643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3">
                                            <p:txEl>
                                              <p:pRg st="0" end="0"/>
                                            </p:txEl>
                                          </p:spTgt>
                                        </p:tgtEl>
                                        <p:attrNameLst>
                                          <p:attrName>style.visibility</p:attrName>
                                        </p:attrNameLst>
                                      </p:cBhvr>
                                      <p:to>
                                        <p:strVal val="visible"/>
                                      </p:to>
                                    </p:set>
                                    <p:animEffect transition="in" filter="wipe(left)">
                                      <p:cBhvr>
                                        <p:cTn id="11" dur="500"/>
                                        <p:tgtEl>
                                          <p:spTgt spid="13">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fade">
                                      <p:cBhvr>
                                        <p:cTn id="15"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build="p"/>
      <p:bldP spid="14"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4675191"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WHAT IS A EVERLAND PROJECT ?</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64597"/>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95375"/>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735719"/>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64597"/>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a:t>
            </a:r>
          </a:p>
        </p:txBody>
      </p:sp>
      <p:sp>
        <p:nvSpPr>
          <p:cNvPr id="14" name="TextBox 13"/>
          <p:cNvSpPr txBox="1"/>
          <p:nvPr/>
        </p:nvSpPr>
        <p:spPr>
          <a:xfrm>
            <a:off x="8560448" y="5813703"/>
            <a:ext cx="2640952"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5" name="extBox 3"/>
          <p:cNvSpPr txBox="1"/>
          <p:nvPr/>
        </p:nvSpPr>
        <p:spPr>
          <a:xfrm>
            <a:off x="949053" y="1855382"/>
            <a:ext cx="3857847" cy="11387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16" name="Rectangle 15"/>
          <p:cNvSpPr/>
          <p:nvPr/>
        </p:nvSpPr>
        <p:spPr>
          <a:xfrm>
            <a:off x="1482272" y="3234378"/>
            <a:ext cx="415498" cy="369332"/>
          </a:xfrm>
          <a:prstGeom prst="rect">
            <a:avLst/>
          </a:prstGeom>
        </p:spPr>
        <p:txBody>
          <a:bodyPr wrap="none">
            <a:spAutoFit/>
          </a:bodyPr>
          <a:lstStyle/>
          <a:p>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7" name="TextBox 16"/>
          <p:cNvSpPr txBox="1"/>
          <p:nvPr/>
        </p:nvSpPr>
        <p:spPr>
          <a:xfrm>
            <a:off x="2055350" y="3269228"/>
            <a:ext cx="1173719" cy="292388"/>
          </a:xfrm>
          <a:prstGeom prst="rect">
            <a:avLst/>
          </a:prstGeom>
          <a:noFill/>
        </p:spPr>
        <p:txBody>
          <a:bodyPr wrap="none" rtlCol="0">
            <a:spAutoFit/>
          </a:bodyPr>
          <a:lstStyle/>
          <a:p>
            <a:r>
              <a:rPr lang="en-US" sz="1300">
                <a:solidFill>
                  <a:schemeClr val="tx1">
                    <a:lumMod val="65000"/>
                    <a:lumOff val="35000"/>
                  </a:schemeClr>
                </a:solidFill>
              </a:rPr>
              <a:t>Unique Design</a:t>
            </a:r>
          </a:p>
        </p:txBody>
      </p:sp>
      <p:sp>
        <p:nvSpPr>
          <p:cNvPr id="18" name="TextBox 17"/>
          <p:cNvSpPr txBox="1"/>
          <p:nvPr/>
        </p:nvSpPr>
        <p:spPr>
          <a:xfrm>
            <a:off x="1482273" y="3603710"/>
            <a:ext cx="2284920" cy="507831"/>
          </a:xfrm>
          <a:prstGeom prst="rect">
            <a:avLst/>
          </a:prstGeom>
          <a:noFill/>
        </p:spPr>
        <p:txBody>
          <a:bodyPr wrap="square" rtlCol="0">
            <a:spAutoFit/>
          </a:bodyPr>
          <a:lstStyle/>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9" name="Rectangle 18"/>
          <p:cNvSpPr/>
          <p:nvPr/>
        </p:nvSpPr>
        <p:spPr>
          <a:xfrm>
            <a:off x="1479006" y="4288861"/>
            <a:ext cx="415498" cy="369332"/>
          </a:xfrm>
          <a:prstGeom prst="rect">
            <a:avLst/>
          </a:prstGeom>
        </p:spPr>
        <p:txBody>
          <a:bodyPr wrap="none">
            <a:spAutoFit/>
          </a:bodyPr>
          <a:lstStyle/>
          <a:p>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20" name="TextBox 19"/>
          <p:cNvSpPr txBox="1"/>
          <p:nvPr/>
        </p:nvSpPr>
        <p:spPr>
          <a:xfrm>
            <a:off x="2052084" y="4323711"/>
            <a:ext cx="1676613" cy="292388"/>
          </a:xfrm>
          <a:prstGeom prst="rect">
            <a:avLst/>
          </a:prstGeom>
          <a:noFill/>
        </p:spPr>
        <p:txBody>
          <a:bodyPr wrap="none" rtlCol="0">
            <a:spAutoFit/>
          </a:bodyPr>
          <a:lstStyle/>
          <a:p>
            <a:r>
              <a:rPr lang="en-US" sz="1300">
                <a:solidFill>
                  <a:schemeClr val="tx1">
                    <a:lumMod val="65000"/>
                    <a:lumOff val="35000"/>
                  </a:schemeClr>
                </a:solidFill>
              </a:rPr>
              <a:t>Professional Solutions</a:t>
            </a:r>
          </a:p>
        </p:txBody>
      </p:sp>
      <p:sp>
        <p:nvSpPr>
          <p:cNvPr id="21" name="TextBox 20"/>
          <p:cNvSpPr txBox="1"/>
          <p:nvPr/>
        </p:nvSpPr>
        <p:spPr>
          <a:xfrm>
            <a:off x="1479007" y="4658193"/>
            <a:ext cx="2284920" cy="507831"/>
          </a:xfrm>
          <a:prstGeom prst="rect">
            <a:avLst/>
          </a:prstGeom>
          <a:noFill/>
        </p:spPr>
        <p:txBody>
          <a:bodyPr wrap="square" rtlCol="0">
            <a:spAutoFit/>
          </a:bodyPr>
          <a:lstStyle/>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2" name="Rectangle 21"/>
          <p:cNvSpPr/>
          <p:nvPr/>
        </p:nvSpPr>
        <p:spPr>
          <a:xfrm>
            <a:off x="1514170" y="5305872"/>
            <a:ext cx="415498" cy="369332"/>
          </a:xfrm>
          <a:prstGeom prst="rect">
            <a:avLst/>
          </a:prstGeom>
        </p:spPr>
        <p:txBody>
          <a:bodyPr wrap="none">
            <a:spAutoFit/>
          </a:bodyPr>
          <a:lstStyle/>
          <a:p>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23" name="TextBox 22"/>
          <p:cNvSpPr txBox="1"/>
          <p:nvPr/>
        </p:nvSpPr>
        <p:spPr>
          <a:xfrm>
            <a:off x="2087248" y="5340722"/>
            <a:ext cx="1364733" cy="292388"/>
          </a:xfrm>
          <a:prstGeom prst="rect">
            <a:avLst/>
          </a:prstGeom>
          <a:noFill/>
        </p:spPr>
        <p:txBody>
          <a:bodyPr wrap="none" rtlCol="0">
            <a:spAutoFit/>
          </a:bodyPr>
          <a:lstStyle/>
          <a:p>
            <a:r>
              <a:rPr lang="en-US" sz="1300">
                <a:solidFill>
                  <a:schemeClr val="tx1">
                    <a:lumMod val="65000"/>
                    <a:lumOff val="35000"/>
                  </a:schemeClr>
                </a:solidFill>
              </a:rPr>
              <a:t>Powerful Options</a:t>
            </a:r>
          </a:p>
        </p:txBody>
      </p:sp>
      <p:sp>
        <p:nvSpPr>
          <p:cNvPr id="24" name="TextBox 23"/>
          <p:cNvSpPr txBox="1"/>
          <p:nvPr/>
        </p:nvSpPr>
        <p:spPr>
          <a:xfrm>
            <a:off x="1514171" y="5675204"/>
            <a:ext cx="2284920" cy="507831"/>
          </a:xfrm>
          <a:prstGeom prst="rect">
            <a:avLst/>
          </a:prstGeom>
          <a:noFill/>
        </p:spPr>
        <p:txBody>
          <a:bodyPr wrap="square" rtlCol="0">
            <a:spAutoFit/>
          </a:bodyPr>
          <a:lstStyle/>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7" name="Picture Placeholder 6"/>
          <p:cNvSpPr>
            <a:spLocks noGrp="1"/>
          </p:cNvSpPr>
          <p:nvPr>
            <p:ph type="pic" sz="quarter" idx="10"/>
          </p:nvPr>
        </p:nvSpPr>
        <p:spPr>
          <a:xfrm>
            <a:off x="5178334" y="1860937"/>
            <a:ext cx="6023066" cy="3674269"/>
          </a:xfrm>
        </p:spPr>
        <p:txBody>
          <a:bodyPr/>
          <a:lstStyle/>
          <a:p>
            <a:endParaRPr lang="en-MY"/>
          </a:p>
        </p:txBody>
      </p:sp>
    </p:spTree>
    <p:extLst>
      <p:ext uri="{BB962C8B-B14F-4D97-AF65-F5344CB8AC3E}">
        <p14:creationId xmlns:p14="http://schemas.microsoft.com/office/powerpoint/2010/main" val="272734196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500"/>
                            </p:stCondLst>
                            <p:childTnLst>
                              <p:par>
                                <p:cTn id="9" presetID="2" presetClass="entr" presetSubtype="4"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300" fill="hold"/>
                                        <p:tgtEl>
                                          <p:spTgt spid="16"/>
                                        </p:tgtEl>
                                        <p:attrNameLst>
                                          <p:attrName>ppt_x</p:attrName>
                                        </p:attrNameLst>
                                      </p:cBhvr>
                                      <p:tavLst>
                                        <p:tav tm="0">
                                          <p:val>
                                            <p:strVal val="#ppt_x"/>
                                          </p:val>
                                        </p:tav>
                                        <p:tav tm="100000">
                                          <p:val>
                                            <p:strVal val="#ppt_x"/>
                                          </p:val>
                                        </p:tav>
                                      </p:tavLst>
                                    </p:anim>
                                    <p:anim calcmode="lin" valueType="num">
                                      <p:cBhvr additive="base">
                                        <p:cTn id="12" dur="300" fill="hold"/>
                                        <p:tgtEl>
                                          <p:spTgt spid="16"/>
                                        </p:tgtEl>
                                        <p:attrNameLst>
                                          <p:attrName>ppt_y</p:attrName>
                                        </p:attrNameLst>
                                      </p:cBhvr>
                                      <p:tavLst>
                                        <p:tav tm="0">
                                          <p:val>
                                            <p:strVal val="1+#ppt_h/2"/>
                                          </p:val>
                                        </p:tav>
                                        <p:tav tm="100000">
                                          <p:val>
                                            <p:strVal val="#ppt_y"/>
                                          </p:val>
                                        </p:tav>
                                      </p:tavLst>
                                    </p:anim>
                                  </p:childTnLst>
                                </p:cTn>
                              </p:par>
                            </p:childTnLst>
                          </p:cTn>
                        </p:par>
                        <p:par>
                          <p:cTn id="13" fill="hold">
                            <p:stCondLst>
                              <p:cond delay="800"/>
                            </p:stCondLst>
                            <p:childTnLst>
                              <p:par>
                                <p:cTn id="14" presetID="2" presetClass="entr" presetSubtype="4" fill="hold" grpId="0" nodeType="afterEffect">
                                  <p:stCondLst>
                                    <p:cond delay="0"/>
                                  </p:stCondLst>
                                  <p:childTnLst>
                                    <p:set>
                                      <p:cBhvr>
                                        <p:cTn id="15" dur="1" fill="hold">
                                          <p:stCondLst>
                                            <p:cond delay="0"/>
                                          </p:stCondLst>
                                        </p:cTn>
                                        <p:tgtEl>
                                          <p:spTgt spid="17"/>
                                        </p:tgtEl>
                                        <p:attrNameLst>
                                          <p:attrName>style.visibility</p:attrName>
                                        </p:attrNameLst>
                                      </p:cBhvr>
                                      <p:to>
                                        <p:strVal val="visible"/>
                                      </p:to>
                                    </p:set>
                                    <p:anim calcmode="lin" valueType="num">
                                      <p:cBhvr additive="base">
                                        <p:cTn id="16" dur="300" fill="hold"/>
                                        <p:tgtEl>
                                          <p:spTgt spid="17"/>
                                        </p:tgtEl>
                                        <p:attrNameLst>
                                          <p:attrName>ppt_x</p:attrName>
                                        </p:attrNameLst>
                                      </p:cBhvr>
                                      <p:tavLst>
                                        <p:tav tm="0">
                                          <p:val>
                                            <p:strVal val="#ppt_x"/>
                                          </p:val>
                                        </p:tav>
                                        <p:tav tm="100000">
                                          <p:val>
                                            <p:strVal val="#ppt_x"/>
                                          </p:val>
                                        </p:tav>
                                      </p:tavLst>
                                    </p:anim>
                                    <p:anim calcmode="lin" valueType="num">
                                      <p:cBhvr additive="base">
                                        <p:cTn id="17" dur="300" fill="hold"/>
                                        <p:tgtEl>
                                          <p:spTgt spid="17"/>
                                        </p:tgtEl>
                                        <p:attrNameLst>
                                          <p:attrName>ppt_y</p:attrName>
                                        </p:attrNameLst>
                                      </p:cBhvr>
                                      <p:tavLst>
                                        <p:tav tm="0">
                                          <p:val>
                                            <p:strVal val="1+#ppt_h/2"/>
                                          </p:val>
                                        </p:tav>
                                        <p:tav tm="100000">
                                          <p:val>
                                            <p:strVal val="#ppt_y"/>
                                          </p:val>
                                        </p:tav>
                                      </p:tavLst>
                                    </p:anim>
                                  </p:childTnLst>
                                </p:cTn>
                              </p:par>
                            </p:childTnLst>
                          </p:cTn>
                        </p:par>
                        <p:par>
                          <p:cTn id="18" fill="hold">
                            <p:stCondLst>
                              <p:cond delay="1100"/>
                            </p:stCondLst>
                            <p:childTnLst>
                              <p:par>
                                <p:cTn id="19" presetID="2" presetClass="entr" presetSubtype="4" fill="hold" grpId="0" nodeType="afterEffect">
                                  <p:stCondLst>
                                    <p:cond delay="0"/>
                                  </p:stCondLst>
                                  <p:childTnLst>
                                    <p:set>
                                      <p:cBhvr>
                                        <p:cTn id="20" dur="1" fill="hold">
                                          <p:stCondLst>
                                            <p:cond delay="0"/>
                                          </p:stCondLst>
                                        </p:cTn>
                                        <p:tgtEl>
                                          <p:spTgt spid="18"/>
                                        </p:tgtEl>
                                        <p:attrNameLst>
                                          <p:attrName>style.visibility</p:attrName>
                                        </p:attrNameLst>
                                      </p:cBhvr>
                                      <p:to>
                                        <p:strVal val="visible"/>
                                      </p:to>
                                    </p:set>
                                    <p:anim calcmode="lin" valueType="num">
                                      <p:cBhvr additive="base">
                                        <p:cTn id="21" dur="300" fill="hold"/>
                                        <p:tgtEl>
                                          <p:spTgt spid="18"/>
                                        </p:tgtEl>
                                        <p:attrNameLst>
                                          <p:attrName>ppt_x</p:attrName>
                                        </p:attrNameLst>
                                      </p:cBhvr>
                                      <p:tavLst>
                                        <p:tav tm="0">
                                          <p:val>
                                            <p:strVal val="#ppt_x"/>
                                          </p:val>
                                        </p:tav>
                                        <p:tav tm="100000">
                                          <p:val>
                                            <p:strVal val="#ppt_x"/>
                                          </p:val>
                                        </p:tav>
                                      </p:tavLst>
                                    </p:anim>
                                    <p:anim calcmode="lin" valueType="num">
                                      <p:cBhvr additive="base">
                                        <p:cTn id="22" dur="300" fill="hold"/>
                                        <p:tgtEl>
                                          <p:spTgt spid="18"/>
                                        </p:tgtEl>
                                        <p:attrNameLst>
                                          <p:attrName>ppt_y</p:attrName>
                                        </p:attrNameLst>
                                      </p:cBhvr>
                                      <p:tavLst>
                                        <p:tav tm="0">
                                          <p:val>
                                            <p:strVal val="1+#ppt_h/2"/>
                                          </p:val>
                                        </p:tav>
                                        <p:tav tm="100000">
                                          <p:val>
                                            <p:strVal val="#ppt_y"/>
                                          </p:val>
                                        </p:tav>
                                      </p:tavLst>
                                    </p:anim>
                                  </p:childTnLst>
                                </p:cTn>
                              </p:par>
                            </p:childTnLst>
                          </p:cTn>
                        </p:par>
                        <p:par>
                          <p:cTn id="23" fill="hold">
                            <p:stCondLst>
                              <p:cond delay="1400"/>
                            </p:stCondLst>
                            <p:childTnLst>
                              <p:par>
                                <p:cTn id="24" presetID="2" presetClass="entr" presetSubtype="4" fill="hold" grpId="0"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300" fill="hold"/>
                                        <p:tgtEl>
                                          <p:spTgt spid="19"/>
                                        </p:tgtEl>
                                        <p:attrNameLst>
                                          <p:attrName>ppt_x</p:attrName>
                                        </p:attrNameLst>
                                      </p:cBhvr>
                                      <p:tavLst>
                                        <p:tav tm="0">
                                          <p:val>
                                            <p:strVal val="#ppt_x"/>
                                          </p:val>
                                        </p:tav>
                                        <p:tav tm="100000">
                                          <p:val>
                                            <p:strVal val="#ppt_x"/>
                                          </p:val>
                                        </p:tav>
                                      </p:tavLst>
                                    </p:anim>
                                    <p:anim calcmode="lin" valueType="num">
                                      <p:cBhvr additive="base">
                                        <p:cTn id="27" dur="300" fill="hold"/>
                                        <p:tgtEl>
                                          <p:spTgt spid="19"/>
                                        </p:tgtEl>
                                        <p:attrNameLst>
                                          <p:attrName>ppt_y</p:attrName>
                                        </p:attrNameLst>
                                      </p:cBhvr>
                                      <p:tavLst>
                                        <p:tav tm="0">
                                          <p:val>
                                            <p:strVal val="1+#ppt_h/2"/>
                                          </p:val>
                                        </p:tav>
                                        <p:tav tm="100000">
                                          <p:val>
                                            <p:strVal val="#ppt_y"/>
                                          </p:val>
                                        </p:tav>
                                      </p:tavLst>
                                    </p:anim>
                                  </p:childTnLst>
                                </p:cTn>
                              </p:par>
                            </p:childTnLst>
                          </p:cTn>
                        </p:par>
                        <p:par>
                          <p:cTn id="28" fill="hold">
                            <p:stCondLst>
                              <p:cond delay="1700"/>
                            </p:stCondLst>
                            <p:childTnLst>
                              <p:par>
                                <p:cTn id="29" presetID="2" presetClass="entr" presetSubtype="4" fill="hold" grpId="0" nodeType="afterEffect">
                                  <p:stCondLst>
                                    <p:cond delay="0"/>
                                  </p:stCondLst>
                                  <p:childTnLst>
                                    <p:set>
                                      <p:cBhvr>
                                        <p:cTn id="30" dur="1" fill="hold">
                                          <p:stCondLst>
                                            <p:cond delay="0"/>
                                          </p:stCondLst>
                                        </p:cTn>
                                        <p:tgtEl>
                                          <p:spTgt spid="20"/>
                                        </p:tgtEl>
                                        <p:attrNameLst>
                                          <p:attrName>style.visibility</p:attrName>
                                        </p:attrNameLst>
                                      </p:cBhvr>
                                      <p:to>
                                        <p:strVal val="visible"/>
                                      </p:to>
                                    </p:set>
                                    <p:anim calcmode="lin" valueType="num">
                                      <p:cBhvr additive="base">
                                        <p:cTn id="31" dur="300" fill="hold"/>
                                        <p:tgtEl>
                                          <p:spTgt spid="20"/>
                                        </p:tgtEl>
                                        <p:attrNameLst>
                                          <p:attrName>ppt_x</p:attrName>
                                        </p:attrNameLst>
                                      </p:cBhvr>
                                      <p:tavLst>
                                        <p:tav tm="0">
                                          <p:val>
                                            <p:strVal val="#ppt_x"/>
                                          </p:val>
                                        </p:tav>
                                        <p:tav tm="100000">
                                          <p:val>
                                            <p:strVal val="#ppt_x"/>
                                          </p:val>
                                        </p:tav>
                                      </p:tavLst>
                                    </p:anim>
                                    <p:anim calcmode="lin" valueType="num">
                                      <p:cBhvr additive="base">
                                        <p:cTn id="32" dur="300" fill="hold"/>
                                        <p:tgtEl>
                                          <p:spTgt spid="20"/>
                                        </p:tgtEl>
                                        <p:attrNameLst>
                                          <p:attrName>ppt_y</p:attrName>
                                        </p:attrNameLst>
                                      </p:cBhvr>
                                      <p:tavLst>
                                        <p:tav tm="0">
                                          <p:val>
                                            <p:strVal val="1+#ppt_h/2"/>
                                          </p:val>
                                        </p:tav>
                                        <p:tav tm="100000">
                                          <p:val>
                                            <p:strVal val="#ppt_y"/>
                                          </p:val>
                                        </p:tav>
                                      </p:tavLst>
                                    </p:anim>
                                  </p:childTnLst>
                                </p:cTn>
                              </p:par>
                            </p:childTnLst>
                          </p:cTn>
                        </p:par>
                        <p:par>
                          <p:cTn id="33" fill="hold">
                            <p:stCondLst>
                              <p:cond delay="2000"/>
                            </p:stCondLst>
                            <p:childTnLst>
                              <p:par>
                                <p:cTn id="34" presetID="2" presetClass="entr" presetSubtype="4" fill="hold" grpId="0" nodeType="afterEffect">
                                  <p:stCondLst>
                                    <p:cond delay="0"/>
                                  </p:stCondLst>
                                  <p:childTnLst>
                                    <p:set>
                                      <p:cBhvr>
                                        <p:cTn id="35" dur="1" fill="hold">
                                          <p:stCondLst>
                                            <p:cond delay="0"/>
                                          </p:stCondLst>
                                        </p:cTn>
                                        <p:tgtEl>
                                          <p:spTgt spid="21"/>
                                        </p:tgtEl>
                                        <p:attrNameLst>
                                          <p:attrName>style.visibility</p:attrName>
                                        </p:attrNameLst>
                                      </p:cBhvr>
                                      <p:to>
                                        <p:strVal val="visible"/>
                                      </p:to>
                                    </p:set>
                                    <p:anim calcmode="lin" valueType="num">
                                      <p:cBhvr additive="base">
                                        <p:cTn id="36" dur="300" fill="hold"/>
                                        <p:tgtEl>
                                          <p:spTgt spid="21"/>
                                        </p:tgtEl>
                                        <p:attrNameLst>
                                          <p:attrName>ppt_x</p:attrName>
                                        </p:attrNameLst>
                                      </p:cBhvr>
                                      <p:tavLst>
                                        <p:tav tm="0">
                                          <p:val>
                                            <p:strVal val="#ppt_x"/>
                                          </p:val>
                                        </p:tav>
                                        <p:tav tm="100000">
                                          <p:val>
                                            <p:strVal val="#ppt_x"/>
                                          </p:val>
                                        </p:tav>
                                      </p:tavLst>
                                    </p:anim>
                                    <p:anim calcmode="lin" valueType="num">
                                      <p:cBhvr additive="base">
                                        <p:cTn id="37" dur="300" fill="hold"/>
                                        <p:tgtEl>
                                          <p:spTgt spid="21"/>
                                        </p:tgtEl>
                                        <p:attrNameLst>
                                          <p:attrName>ppt_y</p:attrName>
                                        </p:attrNameLst>
                                      </p:cBhvr>
                                      <p:tavLst>
                                        <p:tav tm="0">
                                          <p:val>
                                            <p:strVal val="1+#ppt_h/2"/>
                                          </p:val>
                                        </p:tav>
                                        <p:tav tm="100000">
                                          <p:val>
                                            <p:strVal val="#ppt_y"/>
                                          </p:val>
                                        </p:tav>
                                      </p:tavLst>
                                    </p:anim>
                                  </p:childTnLst>
                                </p:cTn>
                              </p:par>
                            </p:childTnLst>
                          </p:cTn>
                        </p:par>
                        <p:par>
                          <p:cTn id="38" fill="hold">
                            <p:stCondLst>
                              <p:cond delay="2300"/>
                            </p:stCondLst>
                            <p:childTnLst>
                              <p:par>
                                <p:cTn id="39" presetID="2" presetClass="entr" presetSubtype="4" fill="hold" grpId="0" nodeType="afterEffect">
                                  <p:stCondLst>
                                    <p:cond delay="0"/>
                                  </p:stCondLst>
                                  <p:childTnLst>
                                    <p:set>
                                      <p:cBhvr>
                                        <p:cTn id="40" dur="1" fill="hold">
                                          <p:stCondLst>
                                            <p:cond delay="0"/>
                                          </p:stCondLst>
                                        </p:cTn>
                                        <p:tgtEl>
                                          <p:spTgt spid="22"/>
                                        </p:tgtEl>
                                        <p:attrNameLst>
                                          <p:attrName>style.visibility</p:attrName>
                                        </p:attrNameLst>
                                      </p:cBhvr>
                                      <p:to>
                                        <p:strVal val="visible"/>
                                      </p:to>
                                    </p:set>
                                    <p:anim calcmode="lin" valueType="num">
                                      <p:cBhvr additive="base">
                                        <p:cTn id="41" dur="300" fill="hold"/>
                                        <p:tgtEl>
                                          <p:spTgt spid="22"/>
                                        </p:tgtEl>
                                        <p:attrNameLst>
                                          <p:attrName>ppt_x</p:attrName>
                                        </p:attrNameLst>
                                      </p:cBhvr>
                                      <p:tavLst>
                                        <p:tav tm="0">
                                          <p:val>
                                            <p:strVal val="#ppt_x"/>
                                          </p:val>
                                        </p:tav>
                                        <p:tav tm="100000">
                                          <p:val>
                                            <p:strVal val="#ppt_x"/>
                                          </p:val>
                                        </p:tav>
                                      </p:tavLst>
                                    </p:anim>
                                    <p:anim calcmode="lin" valueType="num">
                                      <p:cBhvr additive="base">
                                        <p:cTn id="42" dur="300" fill="hold"/>
                                        <p:tgtEl>
                                          <p:spTgt spid="22"/>
                                        </p:tgtEl>
                                        <p:attrNameLst>
                                          <p:attrName>ppt_y</p:attrName>
                                        </p:attrNameLst>
                                      </p:cBhvr>
                                      <p:tavLst>
                                        <p:tav tm="0">
                                          <p:val>
                                            <p:strVal val="1+#ppt_h/2"/>
                                          </p:val>
                                        </p:tav>
                                        <p:tav tm="100000">
                                          <p:val>
                                            <p:strVal val="#ppt_y"/>
                                          </p:val>
                                        </p:tav>
                                      </p:tavLst>
                                    </p:anim>
                                  </p:childTnLst>
                                </p:cTn>
                              </p:par>
                            </p:childTnLst>
                          </p:cTn>
                        </p:par>
                        <p:par>
                          <p:cTn id="43" fill="hold">
                            <p:stCondLst>
                              <p:cond delay="2600"/>
                            </p:stCondLst>
                            <p:childTnLst>
                              <p:par>
                                <p:cTn id="44" presetID="2" presetClass="entr" presetSubtype="4" fill="hold" grpId="0" nodeType="after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300" fill="hold"/>
                                        <p:tgtEl>
                                          <p:spTgt spid="23"/>
                                        </p:tgtEl>
                                        <p:attrNameLst>
                                          <p:attrName>ppt_x</p:attrName>
                                        </p:attrNameLst>
                                      </p:cBhvr>
                                      <p:tavLst>
                                        <p:tav tm="0">
                                          <p:val>
                                            <p:strVal val="#ppt_x"/>
                                          </p:val>
                                        </p:tav>
                                        <p:tav tm="100000">
                                          <p:val>
                                            <p:strVal val="#ppt_x"/>
                                          </p:val>
                                        </p:tav>
                                      </p:tavLst>
                                    </p:anim>
                                    <p:anim calcmode="lin" valueType="num">
                                      <p:cBhvr additive="base">
                                        <p:cTn id="47" dur="300" fill="hold"/>
                                        <p:tgtEl>
                                          <p:spTgt spid="23"/>
                                        </p:tgtEl>
                                        <p:attrNameLst>
                                          <p:attrName>ppt_y</p:attrName>
                                        </p:attrNameLst>
                                      </p:cBhvr>
                                      <p:tavLst>
                                        <p:tav tm="0">
                                          <p:val>
                                            <p:strVal val="1+#ppt_h/2"/>
                                          </p:val>
                                        </p:tav>
                                        <p:tav tm="100000">
                                          <p:val>
                                            <p:strVal val="#ppt_y"/>
                                          </p:val>
                                        </p:tav>
                                      </p:tavLst>
                                    </p:anim>
                                  </p:childTnLst>
                                </p:cTn>
                              </p:par>
                            </p:childTnLst>
                          </p:cTn>
                        </p:par>
                        <p:par>
                          <p:cTn id="48" fill="hold">
                            <p:stCondLst>
                              <p:cond delay="2900"/>
                            </p:stCondLst>
                            <p:childTnLst>
                              <p:par>
                                <p:cTn id="49" presetID="2" presetClass="entr" presetSubtype="4" fill="hold" grpId="0" nodeType="afterEffect">
                                  <p:stCondLst>
                                    <p:cond delay="0"/>
                                  </p:stCondLst>
                                  <p:childTnLst>
                                    <p:set>
                                      <p:cBhvr>
                                        <p:cTn id="50" dur="1" fill="hold">
                                          <p:stCondLst>
                                            <p:cond delay="0"/>
                                          </p:stCondLst>
                                        </p:cTn>
                                        <p:tgtEl>
                                          <p:spTgt spid="24"/>
                                        </p:tgtEl>
                                        <p:attrNameLst>
                                          <p:attrName>style.visibility</p:attrName>
                                        </p:attrNameLst>
                                      </p:cBhvr>
                                      <p:to>
                                        <p:strVal val="visible"/>
                                      </p:to>
                                    </p:set>
                                    <p:anim calcmode="lin" valueType="num">
                                      <p:cBhvr additive="base">
                                        <p:cTn id="51" dur="300" fill="hold"/>
                                        <p:tgtEl>
                                          <p:spTgt spid="24"/>
                                        </p:tgtEl>
                                        <p:attrNameLst>
                                          <p:attrName>ppt_x</p:attrName>
                                        </p:attrNameLst>
                                      </p:cBhvr>
                                      <p:tavLst>
                                        <p:tav tm="0">
                                          <p:val>
                                            <p:strVal val="#ppt_x"/>
                                          </p:val>
                                        </p:tav>
                                        <p:tav tm="100000">
                                          <p:val>
                                            <p:strVal val="#ppt_x"/>
                                          </p:val>
                                        </p:tav>
                                      </p:tavLst>
                                    </p:anim>
                                    <p:anim calcmode="lin" valueType="num">
                                      <p:cBhvr additive="base">
                                        <p:cTn id="52" dur="300" fill="hold"/>
                                        <p:tgtEl>
                                          <p:spTgt spid="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P spid="17" grpId="0"/>
      <p:bldP spid="18" grpId="0"/>
      <p:bldP spid="19" grpId="0"/>
      <p:bldP spid="20" grpId="0"/>
      <p:bldP spid="21" grpId="0"/>
      <p:bldP spid="22" grpId="0"/>
      <p:bldP spid="23" grpId="0"/>
      <p:bldP spid="24" grpId="0"/>
    </p:bldLst>
  </p:timing>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tx1">
            <a:lumMod val="85000"/>
            <a:lumOff val="15000"/>
          </a:schemeClr>
        </a:solidFill>
        <a:effectLst/>
      </p:bgPr>
    </p:bg>
    <p:spTree>
      <p:nvGrpSpPr>
        <p:cNvPr id="1" name=""/>
        <p:cNvGrpSpPr/>
        <p:nvPr/>
      </p:nvGrpSpPr>
      <p:grpSpPr>
        <a:xfrm>
          <a:off x="0" y="0"/>
          <a:ext cx="0" cy="0"/>
          <a:chOff x="0" y="0"/>
          <a:chExt cx="0" cy="0"/>
        </a:xfrm>
      </p:grpSpPr>
      <p:sp>
        <p:nvSpPr>
          <p:cNvPr id="2" name="TextBox 1"/>
          <p:cNvSpPr txBox="1"/>
          <p:nvPr/>
        </p:nvSpPr>
        <p:spPr>
          <a:xfrm>
            <a:off x="4319460" y="429414"/>
            <a:ext cx="3553089" cy="523220"/>
          </a:xfrm>
          <a:prstGeom prst="rect">
            <a:avLst/>
          </a:prstGeom>
          <a:noFill/>
        </p:spPr>
        <p:txBody>
          <a:bodyPr wrap="none" rtlCol="0">
            <a:spAutoFit/>
          </a:bodyPr>
          <a:lstStyle/>
          <a:p>
            <a:pPr algn="ctr"/>
            <a:r>
              <a:rPr lang="en-US" sz="2800">
                <a:solidFill>
                  <a:schemeClr val="bg1"/>
                </a:solidFill>
                <a:latin typeface="Abel" panose="02000506030000020004" pitchFamily="2" charset="0"/>
              </a:rPr>
              <a:t>TEMPLATE UNIQUE SKILL</a:t>
            </a:r>
          </a:p>
        </p:txBody>
      </p:sp>
      <p:sp>
        <p:nvSpPr>
          <p:cNvPr id="3" name="TextBox 2"/>
          <p:cNvSpPr txBox="1"/>
          <p:nvPr/>
        </p:nvSpPr>
        <p:spPr>
          <a:xfrm>
            <a:off x="4259846" y="952634"/>
            <a:ext cx="3672309" cy="369332"/>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a:t>
            </a:r>
          </a:p>
        </p:txBody>
      </p:sp>
      <p:sp>
        <p:nvSpPr>
          <p:cNvPr id="7" name="Rounded Rectangle 6"/>
          <p:cNvSpPr/>
          <p:nvPr/>
        </p:nvSpPr>
        <p:spPr>
          <a:xfrm>
            <a:off x="1787142"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p>
          <a:p>
            <a:pPr algn="ctr"/>
            <a:endPar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UNIQUE</a:t>
            </a:r>
          </a:p>
        </p:txBody>
      </p:sp>
      <p:sp>
        <p:nvSpPr>
          <p:cNvPr id="12" name="Rounded Rectangle 11"/>
          <p:cNvSpPr/>
          <p:nvPr/>
        </p:nvSpPr>
        <p:spPr>
          <a:xfrm>
            <a:off x="3236365"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endParaRPr lang="en-US">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POWERFUL</a:t>
            </a:r>
          </a:p>
        </p:txBody>
      </p:sp>
      <p:sp>
        <p:nvSpPr>
          <p:cNvPr id="13" name="Rounded Rectangle 12"/>
          <p:cNvSpPr/>
          <p:nvPr/>
        </p:nvSpPr>
        <p:spPr>
          <a:xfrm>
            <a:off x="4685588"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endPar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SOLUTIONS</a:t>
            </a:r>
          </a:p>
        </p:txBody>
      </p:sp>
      <p:sp>
        <p:nvSpPr>
          <p:cNvPr id="14" name="Rounded Rectangle 13"/>
          <p:cNvSpPr/>
          <p:nvPr/>
        </p:nvSpPr>
        <p:spPr>
          <a:xfrm>
            <a:off x="6134811"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endPar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CREATIVE</a:t>
            </a:r>
          </a:p>
        </p:txBody>
      </p:sp>
      <p:sp>
        <p:nvSpPr>
          <p:cNvPr id="15" name="Rounded Rectangle 14"/>
          <p:cNvSpPr/>
          <p:nvPr/>
        </p:nvSpPr>
        <p:spPr>
          <a:xfrm>
            <a:off x="7584034"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endPar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PROFESSIONAL</a:t>
            </a:r>
          </a:p>
        </p:txBody>
      </p:sp>
      <p:sp>
        <p:nvSpPr>
          <p:cNvPr id="16" name="Rounded Rectangle 15"/>
          <p:cNvSpPr/>
          <p:nvPr/>
        </p:nvSpPr>
        <p:spPr>
          <a:xfrm>
            <a:off x="9033258"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endPar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BRAND</a:t>
            </a:r>
          </a:p>
        </p:txBody>
      </p:sp>
      <p:sp>
        <p:nvSpPr>
          <p:cNvPr id="18" name="Rectangle 17"/>
          <p:cNvSpPr/>
          <p:nvPr/>
        </p:nvSpPr>
        <p:spPr>
          <a:xfrm>
            <a:off x="0" y="3200400"/>
            <a:ext cx="1709518" cy="4572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10482482" y="3200400"/>
            <a:ext cx="1709518" cy="457200"/>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extBox 3"/>
          <p:cNvSpPr txBox="1"/>
          <p:nvPr/>
        </p:nvSpPr>
        <p:spPr>
          <a:xfrm>
            <a:off x="2930686" y="4810726"/>
            <a:ext cx="6330628" cy="1138773"/>
          </a:xfrm>
          <a:prstGeom prst="rect">
            <a:avLst/>
          </a:prstGeom>
          <a:noFill/>
        </p:spPr>
        <p:txBody>
          <a:bodyPr wrap="square" rtlCol="0">
            <a:spAutoFit/>
          </a:bodyPr>
          <a:lstStyle/>
          <a:p>
            <a:pPr algn="ctr"/>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rgbClr val="E74C3C"/>
                </a:solidFill>
                <a:latin typeface="Open Sans" panose="020B0606030504020204" pitchFamily="34" charset="0"/>
                <a:ea typeface="Open Sans" panose="020B0606030504020204" pitchFamily="34" charset="0"/>
                <a:cs typeface="Open Sans" panose="020B0606030504020204" pitchFamily="34" charset="0"/>
              </a:rPr>
              <a:t> </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3254551292"/>
      </p:ext>
    </p:extLst>
  </p:cSld>
  <p:clrMapOvr>
    <a:masterClrMapping/>
  </p:clrMapOvr>
  <mc:AlternateContent xmlns:mc="http://schemas.openxmlformats.org/markup-compatibility/2006" xmlns:p14="http://schemas.microsoft.com/office/powerpoint/2010/main">
    <mc:Choice Requires="p14">
      <p:transition spd="slow" p14:dur="900">
        <p14:flythrough dir="out" hasBounce="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500"/>
                                        <p:tgtEl>
                                          <p:spTgt spid="40"/>
                                        </p:tgtEl>
                                      </p:cBhvr>
                                    </p:animEffect>
                                  </p:childTnLst>
                                </p:cTn>
                              </p:par>
                              <p:par>
                                <p:cTn id="8" presetID="41" presetClass="entr" presetSubtype="0" fill="hold" grpId="0" nodeType="withEffect">
                                  <p:stCondLst>
                                    <p:cond delay="0"/>
                                  </p:stCondLst>
                                  <p:iterate type="lt">
                                    <p:tmPct val="10000"/>
                                  </p:iterate>
                                  <p:childTnLst>
                                    <p:set>
                                      <p:cBhvr>
                                        <p:cTn id="9" dur="1" fill="hold">
                                          <p:stCondLst>
                                            <p:cond delay="0"/>
                                          </p:stCondLst>
                                        </p:cTn>
                                        <p:tgtEl>
                                          <p:spTgt spid="7"/>
                                        </p:tgtEl>
                                        <p:attrNameLst>
                                          <p:attrName>style.visibility</p:attrName>
                                        </p:attrNameLst>
                                      </p:cBhvr>
                                      <p:to>
                                        <p:strVal val="visible"/>
                                      </p:to>
                                    </p:set>
                                    <p:anim calcmode="lin" valueType="num">
                                      <p:cBhvr>
                                        <p:cTn id="10" dur="500" fill="hold"/>
                                        <p:tgtEl>
                                          <p:spTgt spid="7"/>
                                        </p:tgtEl>
                                        <p:attrNameLst>
                                          <p:attrName>ppt_x</p:attrName>
                                        </p:attrNameLst>
                                      </p:cBhvr>
                                      <p:tavLst>
                                        <p:tav tm="0">
                                          <p:val>
                                            <p:strVal val="#ppt_x"/>
                                          </p:val>
                                        </p:tav>
                                        <p:tav tm="50000">
                                          <p:val>
                                            <p:strVal val="#ppt_x+.1"/>
                                          </p:val>
                                        </p:tav>
                                        <p:tav tm="100000">
                                          <p:val>
                                            <p:strVal val="#ppt_x"/>
                                          </p:val>
                                        </p:tav>
                                      </p:tavLst>
                                    </p:anim>
                                    <p:anim calcmode="lin" valueType="num">
                                      <p:cBhvr>
                                        <p:cTn id="11" dur="500" fill="hold"/>
                                        <p:tgtEl>
                                          <p:spTgt spid="7"/>
                                        </p:tgtEl>
                                        <p:attrNameLst>
                                          <p:attrName>ppt_y</p:attrName>
                                        </p:attrNameLst>
                                      </p:cBhvr>
                                      <p:tavLst>
                                        <p:tav tm="0">
                                          <p:val>
                                            <p:strVal val="#ppt_y"/>
                                          </p:val>
                                        </p:tav>
                                        <p:tav tm="100000">
                                          <p:val>
                                            <p:strVal val="#ppt_y"/>
                                          </p:val>
                                        </p:tav>
                                      </p:tavLst>
                                    </p:anim>
                                    <p:anim calcmode="lin" valueType="num">
                                      <p:cBhvr>
                                        <p:cTn id="12" dur="500" fill="hold"/>
                                        <p:tgtEl>
                                          <p:spTgt spid="7"/>
                                        </p:tgtEl>
                                        <p:attrNameLst>
                                          <p:attrName>ppt_h</p:attrName>
                                        </p:attrNameLst>
                                      </p:cBhvr>
                                      <p:tavLst>
                                        <p:tav tm="0">
                                          <p:val>
                                            <p:strVal val="#ppt_h/10"/>
                                          </p:val>
                                        </p:tav>
                                        <p:tav tm="50000">
                                          <p:val>
                                            <p:strVal val="#ppt_h+.01"/>
                                          </p:val>
                                        </p:tav>
                                        <p:tav tm="100000">
                                          <p:val>
                                            <p:strVal val="#ppt_h"/>
                                          </p:val>
                                        </p:tav>
                                      </p:tavLst>
                                    </p:anim>
                                    <p:anim calcmode="lin" valueType="num">
                                      <p:cBhvr>
                                        <p:cTn id="13" dur="500" fill="hold"/>
                                        <p:tgtEl>
                                          <p:spTgt spid="7"/>
                                        </p:tgtEl>
                                        <p:attrNameLst>
                                          <p:attrName>ppt_w</p:attrName>
                                        </p:attrNameLst>
                                      </p:cBhvr>
                                      <p:tavLst>
                                        <p:tav tm="0">
                                          <p:val>
                                            <p:strVal val="#ppt_w/10"/>
                                          </p:val>
                                        </p:tav>
                                        <p:tav tm="50000">
                                          <p:val>
                                            <p:strVal val="#ppt_w+.01"/>
                                          </p:val>
                                        </p:tav>
                                        <p:tav tm="100000">
                                          <p:val>
                                            <p:strVal val="#ppt_w"/>
                                          </p:val>
                                        </p:tav>
                                      </p:tavLst>
                                    </p:anim>
                                    <p:animEffect transition="in" filter="fade">
                                      <p:cBhvr>
                                        <p:cTn id="14" dur="500" tmFilter="0,0; .5, 1; 1, 1"/>
                                        <p:tgtEl>
                                          <p:spTgt spid="7"/>
                                        </p:tgtEl>
                                      </p:cBhvr>
                                    </p:animEffect>
                                  </p:childTnLst>
                                </p:cTn>
                              </p:par>
                              <p:par>
                                <p:cTn id="15" presetID="41" presetClass="entr" presetSubtype="0" fill="hold" grpId="0" nodeType="withEffect">
                                  <p:stCondLst>
                                    <p:cond delay="0"/>
                                  </p:stCondLst>
                                  <p:iterate type="lt">
                                    <p:tmPct val="10000"/>
                                  </p:iterate>
                                  <p:childTnLst>
                                    <p:set>
                                      <p:cBhvr>
                                        <p:cTn id="16" dur="1" fill="hold">
                                          <p:stCondLst>
                                            <p:cond delay="0"/>
                                          </p:stCondLst>
                                        </p:cTn>
                                        <p:tgtEl>
                                          <p:spTgt spid="12"/>
                                        </p:tgtEl>
                                        <p:attrNameLst>
                                          <p:attrName>style.visibility</p:attrName>
                                        </p:attrNameLst>
                                      </p:cBhvr>
                                      <p:to>
                                        <p:strVal val="visible"/>
                                      </p:to>
                                    </p:set>
                                    <p:anim calcmode="lin" valueType="num">
                                      <p:cBhvr>
                                        <p:cTn id="17" dur="500" fill="hold"/>
                                        <p:tgtEl>
                                          <p:spTgt spid="12"/>
                                        </p:tgtEl>
                                        <p:attrNameLst>
                                          <p:attrName>ppt_x</p:attrName>
                                        </p:attrNameLst>
                                      </p:cBhvr>
                                      <p:tavLst>
                                        <p:tav tm="0">
                                          <p:val>
                                            <p:strVal val="#ppt_x"/>
                                          </p:val>
                                        </p:tav>
                                        <p:tav tm="50000">
                                          <p:val>
                                            <p:strVal val="#ppt_x+.1"/>
                                          </p:val>
                                        </p:tav>
                                        <p:tav tm="100000">
                                          <p:val>
                                            <p:strVal val="#ppt_x"/>
                                          </p:val>
                                        </p:tav>
                                      </p:tavLst>
                                    </p:anim>
                                    <p:anim calcmode="lin" valueType="num">
                                      <p:cBhvr>
                                        <p:cTn id="18" dur="500" fill="hold"/>
                                        <p:tgtEl>
                                          <p:spTgt spid="12"/>
                                        </p:tgtEl>
                                        <p:attrNameLst>
                                          <p:attrName>ppt_y</p:attrName>
                                        </p:attrNameLst>
                                      </p:cBhvr>
                                      <p:tavLst>
                                        <p:tav tm="0">
                                          <p:val>
                                            <p:strVal val="#ppt_y"/>
                                          </p:val>
                                        </p:tav>
                                        <p:tav tm="100000">
                                          <p:val>
                                            <p:strVal val="#ppt_y"/>
                                          </p:val>
                                        </p:tav>
                                      </p:tavLst>
                                    </p:anim>
                                    <p:anim calcmode="lin" valueType="num">
                                      <p:cBhvr>
                                        <p:cTn id="19" dur="500" fill="hold"/>
                                        <p:tgtEl>
                                          <p:spTgt spid="12"/>
                                        </p:tgtEl>
                                        <p:attrNameLst>
                                          <p:attrName>ppt_h</p:attrName>
                                        </p:attrNameLst>
                                      </p:cBhvr>
                                      <p:tavLst>
                                        <p:tav tm="0">
                                          <p:val>
                                            <p:strVal val="#ppt_h/10"/>
                                          </p:val>
                                        </p:tav>
                                        <p:tav tm="50000">
                                          <p:val>
                                            <p:strVal val="#ppt_h+.01"/>
                                          </p:val>
                                        </p:tav>
                                        <p:tav tm="100000">
                                          <p:val>
                                            <p:strVal val="#ppt_h"/>
                                          </p:val>
                                        </p:tav>
                                      </p:tavLst>
                                    </p:anim>
                                    <p:anim calcmode="lin" valueType="num">
                                      <p:cBhvr>
                                        <p:cTn id="20" dur="500" fill="hold"/>
                                        <p:tgtEl>
                                          <p:spTgt spid="12"/>
                                        </p:tgtEl>
                                        <p:attrNameLst>
                                          <p:attrName>ppt_w</p:attrName>
                                        </p:attrNameLst>
                                      </p:cBhvr>
                                      <p:tavLst>
                                        <p:tav tm="0">
                                          <p:val>
                                            <p:strVal val="#ppt_w/10"/>
                                          </p:val>
                                        </p:tav>
                                        <p:tav tm="50000">
                                          <p:val>
                                            <p:strVal val="#ppt_w+.01"/>
                                          </p:val>
                                        </p:tav>
                                        <p:tav tm="100000">
                                          <p:val>
                                            <p:strVal val="#ppt_w"/>
                                          </p:val>
                                        </p:tav>
                                      </p:tavLst>
                                    </p:anim>
                                    <p:animEffect transition="in" filter="fade">
                                      <p:cBhvr>
                                        <p:cTn id="21" dur="500" tmFilter="0,0; .5, 1; 1, 1"/>
                                        <p:tgtEl>
                                          <p:spTgt spid="12"/>
                                        </p:tgtEl>
                                      </p:cBhvr>
                                    </p:animEffect>
                                  </p:childTnLst>
                                </p:cTn>
                              </p:par>
                              <p:par>
                                <p:cTn id="22" presetID="41" presetClass="entr" presetSubtype="0" fill="hold" grpId="0" nodeType="withEffect">
                                  <p:stCondLst>
                                    <p:cond delay="0"/>
                                  </p:stCondLst>
                                  <p:iterate type="lt">
                                    <p:tmPct val="10000"/>
                                  </p:iterate>
                                  <p:childTnLst>
                                    <p:set>
                                      <p:cBhvr>
                                        <p:cTn id="23" dur="1" fill="hold">
                                          <p:stCondLst>
                                            <p:cond delay="0"/>
                                          </p:stCondLst>
                                        </p:cTn>
                                        <p:tgtEl>
                                          <p:spTgt spid="13"/>
                                        </p:tgtEl>
                                        <p:attrNameLst>
                                          <p:attrName>style.visibility</p:attrName>
                                        </p:attrNameLst>
                                      </p:cBhvr>
                                      <p:to>
                                        <p:strVal val="visible"/>
                                      </p:to>
                                    </p:set>
                                    <p:anim calcmode="lin" valueType="num">
                                      <p:cBhvr>
                                        <p:cTn id="24" dur="500" fill="hold"/>
                                        <p:tgtEl>
                                          <p:spTgt spid="13"/>
                                        </p:tgtEl>
                                        <p:attrNameLst>
                                          <p:attrName>ppt_x</p:attrName>
                                        </p:attrNameLst>
                                      </p:cBhvr>
                                      <p:tavLst>
                                        <p:tav tm="0">
                                          <p:val>
                                            <p:strVal val="#ppt_x"/>
                                          </p:val>
                                        </p:tav>
                                        <p:tav tm="50000">
                                          <p:val>
                                            <p:strVal val="#ppt_x+.1"/>
                                          </p:val>
                                        </p:tav>
                                        <p:tav tm="100000">
                                          <p:val>
                                            <p:strVal val="#ppt_x"/>
                                          </p:val>
                                        </p:tav>
                                      </p:tavLst>
                                    </p:anim>
                                    <p:anim calcmode="lin" valueType="num">
                                      <p:cBhvr>
                                        <p:cTn id="25" dur="500" fill="hold"/>
                                        <p:tgtEl>
                                          <p:spTgt spid="13"/>
                                        </p:tgtEl>
                                        <p:attrNameLst>
                                          <p:attrName>ppt_y</p:attrName>
                                        </p:attrNameLst>
                                      </p:cBhvr>
                                      <p:tavLst>
                                        <p:tav tm="0">
                                          <p:val>
                                            <p:strVal val="#ppt_y"/>
                                          </p:val>
                                        </p:tav>
                                        <p:tav tm="100000">
                                          <p:val>
                                            <p:strVal val="#ppt_y"/>
                                          </p:val>
                                        </p:tav>
                                      </p:tavLst>
                                    </p:anim>
                                    <p:anim calcmode="lin" valueType="num">
                                      <p:cBhvr>
                                        <p:cTn id="26" dur="500" fill="hold"/>
                                        <p:tgtEl>
                                          <p:spTgt spid="13"/>
                                        </p:tgtEl>
                                        <p:attrNameLst>
                                          <p:attrName>ppt_h</p:attrName>
                                        </p:attrNameLst>
                                      </p:cBhvr>
                                      <p:tavLst>
                                        <p:tav tm="0">
                                          <p:val>
                                            <p:strVal val="#ppt_h/10"/>
                                          </p:val>
                                        </p:tav>
                                        <p:tav tm="50000">
                                          <p:val>
                                            <p:strVal val="#ppt_h+.01"/>
                                          </p:val>
                                        </p:tav>
                                        <p:tav tm="100000">
                                          <p:val>
                                            <p:strVal val="#ppt_h"/>
                                          </p:val>
                                        </p:tav>
                                      </p:tavLst>
                                    </p:anim>
                                    <p:anim calcmode="lin" valueType="num">
                                      <p:cBhvr>
                                        <p:cTn id="27" dur="500" fill="hold"/>
                                        <p:tgtEl>
                                          <p:spTgt spid="13"/>
                                        </p:tgtEl>
                                        <p:attrNameLst>
                                          <p:attrName>ppt_w</p:attrName>
                                        </p:attrNameLst>
                                      </p:cBhvr>
                                      <p:tavLst>
                                        <p:tav tm="0">
                                          <p:val>
                                            <p:strVal val="#ppt_w/10"/>
                                          </p:val>
                                        </p:tav>
                                        <p:tav tm="50000">
                                          <p:val>
                                            <p:strVal val="#ppt_w+.01"/>
                                          </p:val>
                                        </p:tav>
                                        <p:tav tm="100000">
                                          <p:val>
                                            <p:strVal val="#ppt_w"/>
                                          </p:val>
                                        </p:tav>
                                      </p:tavLst>
                                    </p:anim>
                                    <p:animEffect transition="in" filter="fade">
                                      <p:cBhvr>
                                        <p:cTn id="28" dur="500" tmFilter="0,0; .5, 1; 1, 1"/>
                                        <p:tgtEl>
                                          <p:spTgt spid="13"/>
                                        </p:tgtEl>
                                      </p:cBhvr>
                                    </p:animEffect>
                                  </p:childTnLst>
                                </p:cTn>
                              </p:par>
                              <p:par>
                                <p:cTn id="29" presetID="41" presetClass="entr" presetSubtype="0" fill="hold" grpId="0" nodeType="withEffect">
                                  <p:stCondLst>
                                    <p:cond delay="0"/>
                                  </p:stCondLst>
                                  <p:iterate type="lt">
                                    <p:tmPct val="10000"/>
                                  </p:iterate>
                                  <p:childTnLst>
                                    <p:set>
                                      <p:cBhvr>
                                        <p:cTn id="30" dur="1" fill="hold">
                                          <p:stCondLst>
                                            <p:cond delay="0"/>
                                          </p:stCondLst>
                                        </p:cTn>
                                        <p:tgtEl>
                                          <p:spTgt spid="14"/>
                                        </p:tgtEl>
                                        <p:attrNameLst>
                                          <p:attrName>style.visibility</p:attrName>
                                        </p:attrNameLst>
                                      </p:cBhvr>
                                      <p:to>
                                        <p:strVal val="visible"/>
                                      </p:to>
                                    </p:set>
                                    <p:anim calcmode="lin" valueType="num">
                                      <p:cBhvr>
                                        <p:cTn id="31" dur="500" fill="hold"/>
                                        <p:tgtEl>
                                          <p:spTgt spid="14"/>
                                        </p:tgtEl>
                                        <p:attrNameLst>
                                          <p:attrName>ppt_x</p:attrName>
                                        </p:attrNameLst>
                                      </p:cBhvr>
                                      <p:tavLst>
                                        <p:tav tm="0">
                                          <p:val>
                                            <p:strVal val="#ppt_x"/>
                                          </p:val>
                                        </p:tav>
                                        <p:tav tm="50000">
                                          <p:val>
                                            <p:strVal val="#ppt_x+.1"/>
                                          </p:val>
                                        </p:tav>
                                        <p:tav tm="100000">
                                          <p:val>
                                            <p:strVal val="#ppt_x"/>
                                          </p:val>
                                        </p:tav>
                                      </p:tavLst>
                                    </p:anim>
                                    <p:anim calcmode="lin" valueType="num">
                                      <p:cBhvr>
                                        <p:cTn id="32" dur="500" fill="hold"/>
                                        <p:tgtEl>
                                          <p:spTgt spid="14"/>
                                        </p:tgtEl>
                                        <p:attrNameLst>
                                          <p:attrName>ppt_y</p:attrName>
                                        </p:attrNameLst>
                                      </p:cBhvr>
                                      <p:tavLst>
                                        <p:tav tm="0">
                                          <p:val>
                                            <p:strVal val="#ppt_y"/>
                                          </p:val>
                                        </p:tav>
                                        <p:tav tm="100000">
                                          <p:val>
                                            <p:strVal val="#ppt_y"/>
                                          </p:val>
                                        </p:tav>
                                      </p:tavLst>
                                    </p:anim>
                                    <p:anim calcmode="lin" valueType="num">
                                      <p:cBhvr>
                                        <p:cTn id="33" dur="500" fill="hold"/>
                                        <p:tgtEl>
                                          <p:spTgt spid="14"/>
                                        </p:tgtEl>
                                        <p:attrNameLst>
                                          <p:attrName>ppt_h</p:attrName>
                                        </p:attrNameLst>
                                      </p:cBhvr>
                                      <p:tavLst>
                                        <p:tav tm="0">
                                          <p:val>
                                            <p:strVal val="#ppt_h/10"/>
                                          </p:val>
                                        </p:tav>
                                        <p:tav tm="50000">
                                          <p:val>
                                            <p:strVal val="#ppt_h+.01"/>
                                          </p:val>
                                        </p:tav>
                                        <p:tav tm="100000">
                                          <p:val>
                                            <p:strVal val="#ppt_h"/>
                                          </p:val>
                                        </p:tav>
                                      </p:tavLst>
                                    </p:anim>
                                    <p:anim calcmode="lin" valueType="num">
                                      <p:cBhvr>
                                        <p:cTn id="34" dur="500" fill="hold"/>
                                        <p:tgtEl>
                                          <p:spTgt spid="14"/>
                                        </p:tgtEl>
                                        <p:attrNameLst>
                                          <p:attrName>ppt_w</p:attrName>
                                        </p:attrNameLst>
                                      </p:cBhvr>
                                      <p:tavLst>
                                        <p:tav tm="0">
                                          <p:val>
                                            <p:strVal val="#ppt_w/10"/>
                                          </p:val>
                                        </p:tav>
                                        <p:tav tm="50000">
                                          <p:val>
                                            <p:strVal val="#ppt_w+.01"/>
                                          </p:val>
                                        </p:tav>
                                        <p:tav tm="100000">
                                          <p:val>
                                            <p:strVal val="#ppt_w"/>
                                          </p:val>
                                        </p:tav>
                                      </p:tavLst>
                                    </p:anim>
                                    <p:animEffect transition="in" filter="fade">
                                      <p:cBhvr>
                                        <p:cTn id="35" dur="500" tmFilter="0,0; .5, 1; 1, 1"/>
                                        <p:tgtEl>
                                          <p:spTgt spid="14"/>
                                        </p:tgtEl>
                                      </p:cBhvr>
                                    </p:animEffect>
                                  </p:childTnLst>
                                </p:cTn>
                              </p:par>
                              <p:par>
                                <p:cTn id="36" presetID="41" presetClass="entr" presetSubtype="0" fill="hold" grpId="0" nodeType="withEffect">
                                  <p:stCondLst>
                                    <p:cond delay="0"/>
                                  </p:stCondLst>
                                  <p:iterate type="lt">
                                    <p:tmPct val="10000"/>
                                  </p:iterate>
                                  <p:childTnLst>
                                    <p:set>
                                      <p:cBhvr>
                                        <p:cTn id="37" dur="1" fill="hold">
                                          <p:stCondLst>
                                            <p:cond delay="0"/>
                                          </p:stCondLst>
                                        </p:cTn>
                                        <p:tgtEl>
                                          <p:spTgt spid="15"/>
                                        </p:tgtEl>
                                        <p:attrNameLst>
                                          <p:attrName>style.visibility</p:attrName>
                                        </p:attrNameLst>
                                      </p:cBhvr>
                                      <p:to>
                                        <p:strVal val="visible"/>
                                      </p:to>
                                    </p:set>
                                    <p:anim calcmode="lin" valueType="num">
                                      <p:cBhvr>
                                        <p:cTn id="38" dur="500" fill="hold"/>
                                        <p:tgtEl>
                                          <p:spTgt spid="15"/>
                                        </p:tgtEl>
                                        <p:attrNameLst>
                                          <p:attrName>ppt_x</p:attrName>
                                        </p:attrNameLst>
                                      </p:cBhvr>
                                      <p:tavLst>
                                        <p:tav tm="0">
                                          <p:val>
                                            <p:strVal val="#ppt_x"/>
                                          </p:val>
                                        </p:tav>
                                        <p:tav tm="50000">
                                          <p:val>
                                            <p:strVal val="#ppt_x+.1"/>
                                          </p:val>
                                        </p:tav>
                                        <p:tav tm="100000">
                                          <p:val>
                                            <p:strVal val="#ppt_x"/>
                                          </p:val>
                                        </p:tav>
                                      </p:tavLst>
                                    </p:anim>
                                    <p:anim calcmode="lin" valueType="num">
                                      <p:cBhvr>
                                        <p:cTn id="39" dur="500" fill="hold"/>
                                        <p:tgtEl>
                                          <p:spTgt spid="15"/>
                                        </p:tgtEl>
                                        <p:attrNameLst>
                                          <p:attrName>ppt_y</p:attrName>
                                        </p:attrNameLst>
                                      </p:cBhvr>
                                      <p:tavLst>
                                        <p:tav tm="0">
                                          <p:val>
                                            <p:strVal val="#ppt_y"/>
                                          </p:val>
                                        </p:tav>
                                        <p:tav tm="100000">
                                          <p:val>
                                            <p:strVal val="#ppt_y"/>
                                          </p:val>
                                        </p:tav>
                                      </p:tavLst>
                                    </p:anim>
                                    <p:anim calcmode="lin" valueType="num">
                                      <p:cBhvr>
                                        <p:cTn id="40" dur="500" fill="hold"/>
                                        <p:tgtEl>
                                          <p:spTgt spid="15"/>
                                        </p:tgtEl>
                                        <p:attrNameLst>
                                          <p:attrName>ppt_h</p:attrName>
                                        </p:attrNameLst>
                                      </p:cBhvr>
                                      <p:tavLst>
                                        <p:tav tm="0">
                                          <p:val>
                                            <p:strVal val="#ppt_h/10"/>
                                          </p:val>
                                        </p:tav>
                                        <p:tav tm="50000">
                                          <p:val>
                                            <p:strVal val="#ppt_h+.01"/>
                                          </p:val>
                                        </p:tav>
                                        <p:tav tm="100000">
                                          <p:val>
                                            <p:strVal val="#ppt_h"/>
                                          </p:val>
                                        </p:tav>
                                      </p:tavLst>
                                    </p:anim>
                                    <p:anim calcmode="lin" valueType="num">
                                      <p:cBhvr>
                                        <p:cTn id="41" dur="500" fill="hold"/>
                                        <p:tgtEl>
                                          <p:spTgt spid="15"/>
                                        </p:tgtEl>
                                        <p:attrNameLst>
                                          <p:attrName>ppt_w</p:attrName>
                                        </p:attrNameLst>
                                      </p:cBhvr>
                                      <p:tavLst>
                                        <p:tav tm="0">
                                          <p:val>
                                            <p:strVal val="#ppt_w/10"/>
                                          </p:val>
                                        </p:tav>
                                        <p:tav tm="50000">
                                          <p:val>
                                            <p:strVal val="#ppt_w+.01"/>
                                          </p:val>
                                        </p:tav>
                                        <p:tav tm="100000">
                                          <p:val>
                                            <p:strVal val="#ppt_w"/>
                                          </p:val>
                                        </p:tav>
                                      </p:tavLst>
                                    </p:anim>
                                    <p:animEffect transition="in" filter="fade">
                                      <p:cBhvr>
                                        <p:cTn id="42" dur="500" tmFilter="0,0; .5, 1; 1, 1"/>
                                        <p:tgtEl>
                                          <p:spTgt spid="15"/>
                                        </p:tgtEl>
                                      </p:cBhvr>
                                    </p:animEffect>
                                  </p:childTnLst>
                                </p:cTn>
                              </p:par>
                              <p:par>
                                <p:cTn id="43" presetID="41" presetClass="entr" presetSubtype="0" fill="hold" grpId="0" nodeType="withEffect">
                                  <p:stCondLst>
                                    <p:cond delay="0"/>
                                  </p:stCondLst>
                                  <p:iterate type="lt">
                                    <p:tmPct val="10000"/>
                                  </p:iterate>
                                  <p:childTnLst>
                                    <p:set>
                                      <p:cBhvr>
                                        <p:cTn id="44" dur="1" fill="hold">
                                          <p:stCondLst>
                                            <p:cond delay="0"/>
                                          </p:stCondLst>
                                        </p:cTn>
                                        <p:tgtEl>
                                          <p:spTgt spid="16"/>
                                        </p:tgtEl>
                                        <p:attrNameLst>
                                          <p:attrName>style.visibility</p:attrName>
                                        </p:attrNameLst>
                                      </p:cBhvr>
                                      <p:to>
                                        <p:strVal val="visible"/>
                                      </p:to>
                                    </p:set>
                                    <p:anim calcmode="lin" valueType="num">
                                      <p:cBhvr>
                                        <p:cTn id="45" dur="500" fill="hold"/>
                                        <p:tgtEl>
                                          <p:spTgt spid="16"/>
                                        </p:tgtEl>
                                        <p:attrNameLst>
                                          <p:attrName>ppt_x</p:attrName>
                                        </p:attrNameLst>
                                      </p:cBhvr>
                                      <p:tavLst>
                                        <p:tav tm="0">
                                          <p:val>
                                            <p:strVal val="#ppt_x"/>
                                          </p:val>
                                        </p:tav>
                                        <p:tav tm="50000">
                                          <p:val>
                                            <p:strVal val="#ppt_x+.1"/>
                                          </p:val>
                                        </p:tav>
                                        <p:tav tm="100000">
                                          <p:val>
                                            <p:strVal val="#ppt_x"/>
                                          </p:val>
                                        </p:tav>
                                      </p:tavLst>
                                    </p:anim>
                                    <p:anim calcmode="lin" valueType="num">
                                      <p:cBhvr>
                                        <p:cTn id="46" dur="500" fill="hold"/>
                                        <p:tgtEl>
                                          <p:spTgt spid="16"/>
                                        </p:tgtEl>
                                        <p:attrNameLst>
                                          <p:attrName>ppt_y</p:attrName>
                                        </p:attrNameLst>
                                      </p:cBhvr>
                                      <p:tavLst>
                                        <p:tav tm="0">
                                          <p:val>
                                            <p:strVal val="#ppt_y"/>
                                          </p:val>
                                        </p:tav>
                                        <p:tav tm="100000">
                                          <p:val>
                                            <p:strVal val="#ppt_y"/>
                                          </p:val>
                                        </p:tav>
                                      </p:tavLst>
                                    </p:anim>
                                    <p:anim calcmode="lin" valueType="num">
                                      <p:cBhvr>
                                        <p:cTn id="47" dur="500" fill="hold"/>
                                        <p:tgtEl>
                                          <p:spTgt spid="16"/>
                                        </p:tgtEl>
                                        <p:attrNameLst>
                                          <p:attrName>ppt_h</p:attrName>
                                        </p:attrNameLst>
                                      </p:cBhvr>
                                      <p:tavLst>
                                        <p:tav tm="0">
                                          <p:val>
                                            <p:strVal val="#ppt_h/10"/>
                                          </p:val>
                                        </p:tav>
                                        <p:tav tm="50000">
                                          <p:val>
                                            <p:strVal val="#ppt_h+.01"/>
                                          </p:val>
                                        </p:tav>
                                        <p:tav tm="100000">
                                          <p:val>
                                            <p:strVal val="#ppt_h"/>
                                          </p:val>
                                        </p:tav>
                                      </p:tavLst>
                                    </p:anim>
                                    <p:anim calcmode="lin" valueType="num">
                                      <p:cBhvr>
                                        <p:cTn id="48" dur="500" fill="hold"/>
                                        <p:tgtEl>
                                          <p:spTgt spid="16"/>
                                        </p:tgtEl>
                                        <p:attrNameLst>
                                          <p:attrName>ppt_w</p:attrName>
                                        </p:attrNameLst>
                                      </p:cBhvr>
                                      <p:tavLst>
                                        <p:tav tm="0">
                                          <p:val>
                                            <p:strVal val="#ppt_w/10"/>
                                          </p:val>
                                        </p:tav>
                                        <p:tav tm="50000">
                                          <p:val>
                                            <p:strVal val="#ppt_w+.01"/>
                                          </p:val>
                                        </p:tav>
                                        <p:tav tm="100000">
                                          <p:val>
                                            <p:strVal val="#ppt_w"/>
                                          </p:val>
                                        </p:tav>
                                      </p:tavLst>
                                    </p:anim>
                                    <p:animEffect transition="in" filter="fade">
                                      <p:cBhvr>
                                        <p:cTn id="49" dur="500" tmFilter="0,0; .5, 1; 1, 1"/>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2" grpId="0" animBg="1"/>
      <p:bldP spid="13" grpId="0" animBg="1"/>
      <p:bldP spid="14" grpId="0" animBg="1"/>
      <p:bldP spid="15" grpId="0" animBg="1"/>
      <p:bldP spid="16" grpId="0" animBg="1"/>
      <p:bldP spid="40"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227405"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WHAT WE DO ?</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06</a:t>
            </a:r>
          </a:p>
        </p:txBody>
      </p:sp>
      <p:sp>
        <p:nvSpPr>
          <p:cNvPr id="12" name="Oval 11"/>
          <p:cNvSpPr/>
          <p:nvPr/>
        </p:nvSpPr>
        <p:spPr>
          <a:xfrm>
            <a:off x="980223" y="1730752"/>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p:cNvSpPr/>
          <p:nvPr/>
        </p:nvSpPr>
        <p:spPr>
          <a:xfrm>
            <a:off x="1082071" y="1832600"/>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1199115" y="1949644"/>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TextBox 14"/>
          <p:cNvSpPr txBox="1"/>
          <p:nvPr/>
        </p:nvSpPr>
        <p:spPr>
          <a:xfrm>
            <a:off x="2304062" y="188017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CORPORATE IDENTITY</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6" name="Oval 15"/>
          <p:cNvSpPr/>
          <p:nvPr/>
        </p:nvSpPr>
        <p:spPr>
          <a:xfrm>
            <a:off x="2481113" y="3460763"/>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p:cNvSpPr/>
          <p:nvPr/>
        </p:nvSpPr>
        <p:spPr>
          <a:xfrm>
            <a:off x="2582961" y="3562611"/>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2700005" y="3679655"/>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9" name="TextBox 18"/>
          <p:cNvSpPr txBox="1"/>
          <p:nvPr/>
        </p:nvSpPr>
        <p:spPr>
          <a:xfrm>
            <a:off x="3804952" y="3610188"/>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RESEARCH</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Oval 19"/>
          <p:cNvSpPr/>
          <p:nvPr/>
        </p:nvSpPr>
        <p:spPr>
          <a:xfrm>
            <a:off x="4595110" y="4974614"/>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4696958" y="5076462"/>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4814002" y="5193506"/>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3" name="TextBox 22"/>
          <p:cNvSpPr txBox="1"/>
          <p:nvPr/>
        </p:nvSpPr>
        <p:spPr>
          <a:xfrm>
            <a:off x="5918949" y="5124039"/>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FINANCE SERVICE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4" name="Oval 23"/>
          <p:cNvSpPr/>
          <p:nvPr/>
        </p:nvSpPr>
        <p:spPr>
          <a:xfrm>
            <a:off x="6096000" y="1730752"/>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Oval 24"/>
          <p:cNvSpPr/>
          <p:nvPr/>
        </p:nvSpPr>
        <p:spPr>
          <a:xfrm>
            <a:off x="6197848" y="1832600"/>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Oval 25"/>
          <p:cNvSpPr/>
          <p:nvPr/>
        </p:nvSpPr>
        <p:spPr>
          <a:xfrm>
            <a:off x="6314892" y="1949644"/>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7" name="TextBox 26"/>
          <p:cNvSpPr txBox="1"/>
          <p:nvPr/>
        </p:nvSpPr>
        <p:spPr>
          <a:xfrm>
            <a:off x="7419839" y="188017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CONSULTING</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8" name="Oval 27"/>
          <p:cNvSpPr/>
          <p:nvPr/>
        </p:nvSpPr>
        <p:spPr>
          <a:xfrm>
            <a:off x="7708844" y="3460763"/>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7810692" y="3562611"/>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p:cNvSpPr/>
          <p:nvPr/>
        </p:nvSpPr>
        <p:spPr>
          <a:xfrm>
            <a:off x="7927736" y="3679655"/>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1" name="TextBox 30"/>
          <p:cNvSpPr txBox="1"/>
          <p:nvPr/>
        </p:nvSpPr>
        <p:spPr>
          <a:xfrm>
            <a:off x="9032683" y="3610188"/>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SOCIAL NETWORK</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cxnSp>
        <p:nvCxnSpPr>
          <p:cNvPr id="32" name="Straight Connector 31"/>
          <p:cNvCxnSpPr>
            <a:stCxn id="12" idx="5"/>
            <a:endCxn id="16" idx="1"/>
          </p:cNvCxnSpPr>
          <p:nvPr/>
        </p:nvCxnSpPr>
        <p:spPr>
          <a:xfrm>
            <a:off x="2010287" y="2760816"/>
            <a:ext cx="647557" cy="876678"/>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stCxn id="16" idx="7"/>
            <a:endCxn id="24" idx="2"/>
          </p:cNvCxnSpPr>
          <p:nvPr/>
        </p:nvCxnSpPr>
        <p:spPr>
          <a:xfrm flipV="1">
            <a:off x="3511177" y="2334150"/>
            <a:ext cx="2584823" cy="1303344"/>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a:stCxn id="24" idx="5"/>
            <a:endCxn id="28" idx="1"/>
          </p:cNvCxnSpPr>
          <p:nvPr/>
        </p:nvCxnSpPr>
        <p:spPr>
          <a:xfrm>
            <a:off x="7126064" y="2760816"/>
            <a:ext cx="759511" cy="876678"/>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a:stCxn id="28" idx="2"/>
            <a:endCxn id="20" idx="7"/>
          </p:cNvCxnSpPr>
          <p:nvPr/>
        </p:nvCxnSpPr>
        <p:spPr>
          <a:xfrm flipH="1">
            <a:off x="5625174" y="4064161"/>
            <a:ext cx="2083670" cy="1087184"/>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74670125"/>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wipe(up)">
                                      <p:cBhvr>
                                        <p:cTn id="7" dur="500"/>
                                        <p:tgtEl>
                                          <p:spTgt spid="32"/>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wipe(down)">
                                      <p:cBhvr>
                                        <p:cTn id="11" dur="500"/>
                                        <p:tgtEl>
                                          <p:spTgt spid="35"/>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37"/>
                                        </p:tgtEl>
                                        <p:attrNameLst>
                                          <p:attrName>style.visibility</p:attrName>
                                        </p:attrNameLst>
                                      </p:cBhvr>
                                      <p:to>
                                        <p:strVal val="visible"/>
                                      </p:to>
                                    </p:set>
                                    <p:animEffect transition="in" filter="wipe(up)">
                                      <p:cBhvr>
                                        <p:cTn id="15" dur="500"/>
                                        <p:tgtEl>
                                          <p:spTgt spid="37"/>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39"/>
                                        </p:tgtEl>
                                        <p:attrNameLst>
                                          <p:attrName>style.visibility</p:attrName>
                                        </p:attrNameLst>
                                      </p:cBhvr>
                                      <p:to>
                                        <p:strVal val="visible"/>
                                      </p:to>
                                    </p:set>
                                    <p:animEffect transition="in" filter="wipe(right)">
                                      <p:cBhvr>
                                        <p:cTn id="19" dur="500"/>
                                        <p:tgtEl>
                                          <p:spTgt spid="39"/>
                                        </p:tgtEl>
                                      </p:cBhvr>
                                    </p:animEffect>
                                  </p:childTnLst>
                                </p:cTn>
                              </p:par>
                            </p:childTnLst>
                          </p:cTn>
                        </p:par>
                        <p:par>
                          <p:cTn id="20" fill="hold">
                            <p:stCondLst>
                              <p:cond delay="2000"/>
                            </p:stCondLst>
                            <p:childTnLst>
                              <p:par>
                                <p:cTn id="21" presetID="47" presetClass="entr" presetSubtype="0" fill="hold" grpId="0" nodeType="afterEffect">
                                  <p:stCondLst>
                                    <p:cond delay="0"/>
                                  </p:stCondLst>
                                  <p:childTnLst>
                                    <p:set>
                                      <p:cBhvr>
                                        <p:cTn id="22" dur="1" fill="hold">
                                          <p:stCondLst>
                                            <p:cond delay="0"/>
                                          </p:stCondLst>
                                        </p:cTn>
                                        <p:tgtEl>
                                          <p:spTgt spid="15">
                                            <p:txEl>
                                              <p:pRg st="0" end="0"/>
                                            </p:txEl>
                                          </p:spTgt>
                                        </p:tgtEl>
                                        <p:attrNameLst>
                                          <p:attrName>style.visibility</p:attrName>
                                        </p:attrNameLst>
                                      </p:cBhvr>
                                      <p:to>
                                        <p:strVal val="visible"/>
                                      </p:to>
                                    </p:set>
                                    <p:animEffect transition="in" filter="fade">
                                      <p:cBhvr>
                                        <p:cTn id="23" dur="500"/>
                                        <p:tgtEl>
                                          <p:spTgt spid="15">
                                            <p:txEl>
                                              <p:pRg st="0" end="0"/>
                                            </p:txEl>
                                          </p:spTgt>
                                        </p:tgtEl>
                                      </p:cBhvr>
                                    </p:animEffect>
                                    <p:anim calcmode="lin" valueType="num">
                                      <p:cBhvr>
                                        <p:cTn id="24"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25" dur="500" fill="hold"/>
                                        <p:tgtEl>
                                          <p:spTgt spid="15">
                                            <p:txEl>
                                              <p:pRg st="0" end="0"/>
                                            </p:txEl>
                                          </p:spTgt>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47" presetClass="entr" presetSubtype="0" fill="hold" grpId="0" nodeType="afterEffect">
                                  <p:stCondLst>
                                    <p:cond delay="0"/>
                                  </p:stCondLst>
                                  <p:childTnLst>
                                    <p:set>
                                      <p:cBhvr>
                                        <p:cTn id="28" dur="1" fill="hold">
                                          <p:stCondLst>
                                            <p:cond delay="0"/>
                                          </p:stCondLst>
                                        </p:cTn>
                                        <p:tgtEl>
                                          <p:spTgt spid="15">
                                            <p:txEl>
                                              <p:pRg st="1" end="1"/>
                                            </p:txEl>
                                          </p:spTgt>
                                        </p:tgtEl>
                                        <p:attrNameLst>
                                          <p:attrName>style.visibility</p:attrName>
                                        </p:attrNameLst>
                                      </p:cBhvr>
                                      <p:to>
                                        <p:strVal val="visible"/>
                                      </p:to>
                                    </p:set>
                                    <p:animEffect transition="in" filter="fade">
                                      <p:cBhvr>
                                        <p:cTn id="29" dur="500"/>
                                        <p:tgtEl>
                                          <p:spTgt spid="15">
                                            <p:txEl>
                                              <p:pRg st="1" end="1"/>
                                            </p:txEl>
                                          </p:spTgt>
                                        </p:tgtEl>
                                      </p:cBhvr>
                                    </p:animEffect>
                                    <p:anim calcmode="lin" valueType="num">
                                      <p:cBhvr>
                                        <p:cTn id="30" dur="500" fill="hold"/>
                                        <p:tgtEl>
                                          <p:spTgt spid="15">
                                            <p:txEl>
                                              <p:pRg st="1" end="1"/>
                                            </p:txEl>
                                          </p:spTgt>
                                        </p:tgtEl>
                                        <p:attrNameLst>
                                          <p:attrName>ppt_x</p:attrName>
                                        </p:attrNameLst>
                                      </p:cBhvr>
                                      <p:tavLst>
                                        <p:tav tm="0">
                                          <p:val>
                                            <p:strVal val="#ppt_x"/>
                                          </p:val>
                                        </p:tav>
                                        <p:tav tm="100000">
                                          <p:val>
                                            <p:strVal val="#ppt_x"/>
                                          </p:val>
                                        </p:tav>
                                      </p:tavLst>
                                    </p:anim>
                                    <p:anim calcmode="lin" valueType="num">
                                      <p:cBhvr>
                                        <p:cTn id="31" dur="500" fill="hold"/>
                                        <p:tgtEl>
                                          <p:spTgt spid="15">
                                            <p:txEl>
                                              <p:pRg st="1" end="1"/>
                                            </p:txEl>
                                          </p:spTgt>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47" presetClass="entr" presetSubtype="0" fill="hold" grpId="0" nodeType="afterEffect">
                                  <p:stCondLst>
                                    <p:cond delay="0"/>
                                  </p:stCondLst>
                                  <p:childTnLst>
                                    <p:set>
                                      <p:cBhvr>
                                        <p:cTn id="34" dur="1" fill="hold">
                                          <p:stCondLst>
                                            <p:cond delay="0"/>
                                          </p:stCondLst>
                                        </p:cTn>
                                        <p:tgtEl>
                                          <p:spTgt spid="19">
                                            <p:txEl>
                                              <p:pRg st="0" end="0"/>
                                            </p:txEl>
                                          </p:spTgt>
                                        </p:tgtEl>
                                        <p:attrNameLst>
                                          <p:attrName>style.visibility</p:attrName>
                                        </p:attrNameLst>
                                      </p:cBhvr>
                                      <p:to>
                                        <p:strVal val="visible"/>
                                      </p:to>
                                    </p:set>
                                    <p:animEffect transition="in" filter="fade">
                                      <p:cBhvr>
                                        <p:cTn id="35" dur="500"/>
                                        <p:tgtEl>
                                          <p:spTgt spid="19">
                                            <p:txEl>
                                              <p:pRg st="0" end="0"/>
                                            </p:txEl>
                                          </p:spTgt>
                                        </p:tgtEl>
                                      </p:cBhvr>
                                    </p:animEffect>
                                    <p:anim calcmode="lin" valueType="num">
                                      <p:cBhvr>
                                        <p:cTn id="36"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37" dur="50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38" fill="hold">
                            <p:stCondLst>
                              <p:cond delay="3500"/>
                            </p:stCondLst>
                            <p:childTnLst>
                              <p:par>
                                <p:cTn id="39" presetID="47" presetClass="entr" presetSubtype="0" fill="hold" grpId="0" nodeType="afterEffect">
                                  <p:stCondLst>
                                    <p:cond delay="0"/>
                                  </p:stCondLst>
                                  <p:childTnLst>
                                    <p:set>
                                      <p:cBhvr>
                                        <p:cTn id="40" dur="1" fill="hold">
                                          <p:stCondLst>
                                            <p:cond delay="0"/>
                                          </p:stCondLst>
                                        </p:cTn>
                                        <p:tgtEl>
                                          <p:spTgt spid="19">
                                            <p:txEl>
                                              <p:pRg st="1" end="1"/>
                                            </p:txEl>
                                          </p:spTgt>
                                        </p:tgtEl>
                                        <p:attrNameLst>
                                          <p:attrName>style.visibility</p:attrName>
                                        </p:attrNameLst>
                                      </p:cBhvr>
                                      <p:to>
                                        <p:strVal val="visible"/>
                                      </p:to>
                                    </p:set>
                                    <p:animEffect transition="in" filter="fade">
                                      <p:cBhvr>
                                        <p:cTn id="41" dur="500"/>
                                        <p:tgtEl>
                                          <p:spTgt spid="19">
                                            <p:txEl>
                                              <p:pRg st="1" end="1"/>
                                            </p:txEl>
                                          </p:spTgt>
                                        </p:tgtEl>
                                      </p:cBhvr>
                                    </p:animEffect>
                                    <p:anim calcmode="lin" valueType="num">
                                      <p:cBhvr>
                                        <p:cTn id="42" dur="500" fill="hold"/>
                                        <p:tgtEl>
                                          <p:spTgt spid="19">
                                            <p:txEl>
                                              <p:pRg st="1" end="1"/>
                                            </p:txEl>
                                          </p:spTgt>
                                        </p:tgtEl>
                                        <p:attrNameLst>
                                          <p:attrName>ppt_x</p:attrName>
                                        </p:attrNameLst>
                                      </p:cBhvr>
                                      <p:tavLst>
                                        <p:tav tm="0">
                                          <p:val>
                                            <p:strVal val="#ppt_x"/>
                                          </p:val>
                                        </p:tav>
                                        <p:tav tm="100000">
                                          <p:val>
                                            <p:strVal val="#ppt_x"/>
                                          </p:val>
                                        </p:tav>
                                      </p:tavLst>
                                    </p:anim>
                                    <p:anim calcmode="lin" valueType="num">
                                      <p:cBhvr>
                                        <p:cTn id="43" dur="500" fill="hold"/>
                                        <p:tgtEl>
                                          <p:spTgt spid="19">
                                            <p:txEl>
                                              <p:pRg st="1" end="1"/>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7" presetClass="entr" presetSubtype="0" fill="hold" grpId="0" nodeType="afterEffect">
                                  <p:stCondLst>
                                    <p:cond delay="0"/>
                                  </p:stCondLst>
                                  <p:childTnLst>
                                    <p:set>
                                      <p:cBhvr>
                                        <p:cTn id="46" dur="1" fill="hold">
                                          <p:stCondLst>
                                            <p:cond delay="0"/>
                                          </p:stCondLst>
                                        </p:cTn>
                                        <p:tgtEl>
                                          <p:spTgt spid="27">
                                            <p:txEl>
                                              <p:pRg st="0" end="0"/>
                                            </p:txEl>
                                          </p:spTgt>
                                        </p:tgtEl>
                                        <p:attrNameLst>
                                          <p:attrName>style.visibility</p:attrName>
                                        </p:attrNameLst>
                                      </p:cBhvr>
                                      <p:to>
                                        <p:strVal val="visible"/>
                                      </p:to>
                                    </p:set>
                                    <p:animEffect transition="in" filter="fade">
                                      <p:cBhvr>
                                        <p:cTn id="47" dur="500"/>
                                        <p:tgtEl>
                                          <p:spTgt spid="27">
                                            <p:txEl>
                                              <p:pRg st="0" end="0"/>
                                            </p:txEl>
                                          </p:spTgt>
                                        </p:tgtEl>
                                      </p:cBhvr>
                                    </p:animEffect>
                                    <p:anim calcmode="lin" valueType="num">
                                      <p:cBhvr>
                                        <p:cTn id="48"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p:cTn id="49" dur="500" fill="hold"/>
                                        <p:tgtEl>
                                          <p:spTgt spid="27">
                                            <p:txEl>
                                              <p:pRg st="0" end="0"/>
                                            </p:txEl>
                                          </p:spTgt>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47" presetClass="entr" presetSubtype="0" fill="hold" grpId="0" nodeType="afterEffect">
                                  <p:stCondLst>
                                    <p:cond delay="0"/>
                                  </p:stCondLst>
                                  <p:childTnLst>
                                    <p:set>
                                      <p:cBhvr>
                                        <p:cTn id="52" dur="1" fill="hold">
                                          <p:stCondLst>
                                            <p:cond delay="0"/>
                                          </p:stCondLst>
                                        </p:cTn>
                                        <p:tgtEl>
                                          <p:spTgt spid="27">
                                            <p:txEl>
                                              <p:pRg st="1" end="1"/>
                                            </p:txEl>
                                          </p:spTgt>
                                        </p:tgtEl>
                                        <p:attrNameLst>
                                          <p:attrName>style.visibility</p:attrName>
                                        </p:attrNameLst>
                                      </p:cBhvr>
                                      <p:to>
                                        <p:strVal val="visible"/>
                                      </p:to>
                                    </p:set>
                                    <p:animEffect transition="in" filter="fade">
                                      <p:cBhvr>
                                        <p:cTn id="53" dur="500"/>
                                        <p:tgtEl>
                                          <p:spTgt spid="27">
                                            <p:txEl>
                                              <p:pRg st="1" end="1"/>
                                            </p:txEl>
                                          </p:spTgt>
                                        </p:tgtEl>
                                      </p:cBhvr>
                                    </p:animEffect>
                                    <p:anim calcmode="lin" valueType="num">
                                      <p:cBhvr>
                                        <p:cTn id="54" dur="500" fill="hold"/>
                                        <p:tgtEl>
                                          <p:spTgt spid="27">
                                            <p:txEl>
                                              <p:pRg st="1" end="1"/>
                                            </p:txEl>
                                          </p:spTgt>
                                        </p:tgtEl>
                                        <p:attrNameLst>
                                          <p:attrName>ppt_x</p:attrName>
                                        </p:attrNameLst>
                                      </p:cBhvr>
                                      <p:tavLst>
                                        <p:tav tm="0">
                                          <p:val>
                                            <p:strVal val="#ppt_x"/>
                                          </p:val>
                                        </p:tav>
                                        <p:tav tm="100000">
                                          <p:val>
                                            <p:strVal val="#ppt_x"/>
                                          </p:val>
                                        </p:tav>
                                      </p:tavLst>
                                    </p:anim>
                                    <p:anim calcmode="lin" valueType="num">
                                      <p:cBhvr>
                                        <p:cTn id="55" dur="500" fill="hold"/>
                                        <p:tgtEl>
                                          <p:spTgt spid="27">
                                            <p:txEl>
                                              <p:pRg st="1" end="1"/>
                                            </p:txEl>
                                          </p:spTgt>
                                        </p:tgtEl>
                                        <p:attrNameLst>
                                          <p:attrName>ppt_y</p:attrName>
                                        </p:attrNameLst>
                                      </p:cBhvr>
                                      <p:tavLst>
                                        <p:tav tm="0">
                                          <p:val>
                                            <p:strVal val="#ppt_y-.1"/>
                                          </p:val>
                                        </p:tav>
                                        <p:tav tm="100000">
                                          <p:val>
                                            <p:strVal val="#ppt_y"/>
                                          </p:val>
                                        </p:tav>
                                      </p:tavLst>
                                    </p:anim>
                                  </p:childTnLst>
                                </p:cTn>
                              </p:par>
                            </p:childTnLst>
                          </p:cTn>
                        </p:par>
                        <p:par>
                          <p:cTn id="56" fill="hold">
                            <p:stCondLst>
                              <p:cond delay="5000"/>
                            </p:stCondLst>
                            <p:childTnLst>
                              <p:par>
                                <p:cTn id="57" presetID="47" presetClass="entr" presetSubtype="0" fill="hold" grpId="0" nodeType="afterEffect">
                                  <p:stCondLst>
                                    <p:cond delay="0"/>
                                  </p:stCondLst>
                                  <p:childTnLst>
                                    <p:set>
                                      <p:cBhvr>
                                        <p:cTn id="58" dur="1" fill="hold">
                                          <p:stCondLst>
                                            <p:cond delay="0"/>
                                          </p:stCondLst>
                                        </p:cTn>
                                        <p:tgtEl>
                                          <p:spTgt spid="31">
                                            <p:txEl>
                                              <p:pRg st="0" end="0"/>
                                            </p:txEl>
                                          </p:spTgt>
                                        </p:tgtEl>
                                        <p:attrNameLst>
                                          <p:attrName>style.visibility</p:attrName>
                                        </p:attrNameLst>
                                      </p:cBhvr>
                                      <p:to>
                                        <p:strVal val="visible"/>
                                      </p:to>
                                    </p:set>
                                    <p:animEffect transition="in" filter="fade">
                                      <p:cBhvr>
                                        <p:cTn id="59" dur="500"/>
                                        <p:tgtEl>
                                          <p:spTgt spid="31">
                                            <p:txEl>
                                              <p:pRg st="0" end="0"/>
                                            </p:txEl>
                                          </p:spTgt>
                                        </p:tgtEl>
                                      </p:cBhvr>
                                    </p:animEffect>
                                    <p:anim calcmode="lin" valueType="num">
                                      <p:cBhvr>
                                        <p:cTn id="60"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61"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par>
                          <p:cTn id="62" fill="hold">
                            <p:stCondLst>
                              <p:cond delay="5500"/>
                            </p:stCondLst>
                            <p:childTnLst>
                              <p:par>
                                <p:cTn id="63" presetID="47" presetClass="entr" presetSubtype="0" fill="hold" grpId="0" nodeType="afterEffect">
                                  <p:stCondLst>
                                    <p:cond delay="0"/>
                                  </p:stCondLst>
                                  <p:childTnLst>
                                    <p:set>
                                      <p:cBhvr>
                                        <p:cTn id="64" dur="1" fill="hold">
                                          <p:stCondLst>
                                            <p:cond delay="0"/>
                                          </p:stCondLst>
                                        </p:cTn>
                                        <p:tgtEl>
                                          <p:spTgt spid="31">
                                            <p:txEl>
                                              <p:pRg st="1" end="1"/>
                                            </p:txEl>
                                          </p:spTgt>
                                        </p:tgtEl>
                                        <p:attrNameLst>
                                          <p:attrName>style.visibility</p:attrName>
                                        </p:attrNameLst>
                                      </p:cBhvr>
                                      <p:to>
                                        <p:strVal val="visible"/>
                                      </p:to>
                                    </p:set>
                                    <p:animEffect transition="in" filter="fade">
                                      <p:cBhvr>
                                        <p:cTn id="65" dur="500"/>
                                        <p:tgtEl>
                                          <p:spTgt spid="31">
                                            <p:txEl>
                                              <p:pRg st="1" end="1"/>
                                            </p:txEl>
                                          </p:spTgt>
                                        </p:tgtEl>
                                      </p:cBhvr>
                                    </p:animEffect>
                                    <p:anim calcmode="lin" valueType="num">
                                      <p:cBhvr>
                                        <p:cTn id="66" dur="500" fill="hold"/>
                                        <p:tgtEl>
                                          <p:spTgt spid="31">
                                            <p:txEl>
                                              <p:pRg st="1" end="1"/>
                                            </p:txEl>
                                          </p:spTgt>
                                        </p:tgtEl>
                                        <p:attrNameLst>
                                          <p:attrName>ppt_x</p:attrName>
                                        </p:attrNameLst>
                                      </p:cBhvr>
                                      <p:tavLst>
                                        <p:tav tm="0">
                                          <p:val>
                                            <p:strVal val="#ppt_x"/>
                                          </p:val>
                                        </p:tav>
                                        <p:tav tm="100000">
                                          <p:val>
                                            <p:strVal val="#ppt_x"/>
                                          </p:val>
                                        </p:tav>
                                      </p:tavLst>
                                    </p:anim>
                                    <p:anim calcmode="lin" valueType="num">
                                      <p:cBhvr>
                                        <p:cTn id="67" dur="500" fill="hold"/>
                                        <p:tgtEl>
                                          <p:spTgt spid="31">
                                            <p:txEl>
                                              <p:pRg st="1" end="1"/>
                                            </p:txEl>
                                          </p:spTgt>
                                        </p:tgtEl>
                                        <p:attrNameLst>
                                          <p:attrName>ppt_y</p:attrName>
                                        </p:attrNameLst>
                                      </p:cBhvr>
                                      <p:tavLst>
                                        <p:tav tm="0">
                                          <p:val>
                                            <p:strVal val="#ppt_y-.1"/>
                                          </p:val>
                                        </p:tav>
                                        <p:tav tm="100000">
                                          <p:val>
                                            <p:strVal val="#ppt_y"/>
                                          </p:val>
                                        </p:tav>
                                      </p:tavLst>
                                    </p:anim>
                                  </p:childTnLst>
                                </p:cTn>
                              </p:par>
                            </p:childTnLst>
                          </p:cTn>
                        </p:par>
                        <p:par>
                          <p:cTn id="68" fill="hold">
                            <p:stCondLst>
                              <p:cond delay="6000"/>
                            </p:stCondLst>
                            <p:childTnLst>
                              <p:par>
                                <p:cTn id="69" presetID="47" presetClass="entr" presetSubtype="0" fill="hold" grpId="0" nodeType="afterEffect">
                                  <p:stCondLst>
                                    <p:cond delay="0"/>
                                  </p:stCondLst>
                                  <p:childTnLst>
                                    <p:set>
                                      <p:cBhvr>
                                        <p:cTn id="70" dur="1" fill="hold">
                                          <p:stCondLst>
                                            <p:cond delay="0"/>
                                          </p:stCondLst>
                                        </p:cTn>
                                        <p:tgtEl>
                                          <p:spTgt spid="23">
                                            <p:txEl>
                                              <p:pRg st="0" end="0"/>
                                            </p:txEl>
                                          </p:spTgt>
                                        </p:tgtEl>
                                        <p:attrNameLst>
                                          <p:attrName>style.visibility</p:attrName>
                                        </p:attrNameLst>
                                      </p:cBhvr>
                                      <p:to>
                                        <p:strVal val="visible"/>
                                      </p:to>
                                    </p:set>
                                    <p:animEffect transition="in" filter="fade">
                                      <p:cBhvr>
                                        <p:cTn id="71" dur="500"/>
                                        <p:tgtEl>
                                          <p:spTgt spid="23">
                                            <p:txEl>
                                              <p:pRg st="0" end="0"/>
                                            </p:txEl>
                                          </p:spTgt>
                                        </p:tgtEl>
                                      </p:cBhvr>
                                    </p:animEffect>
                                    <p:anim calcmode="lin" valueType="num">
                                      <p:cBhvr>
                                        <p:cTn id="7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7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74" fill="hold">
                            <p:stCondLst>
                              <p:cond delay="6500"/>
                            </p:stCondLst>
                            <p:childTnLst>
                              <p:par>
                                <p:cTn id="75" presetID="47" presetClass="entr" presetSubtype="0" fill="hold" grpId="0" nodeType="afterEffect">
                                  <p:stCondLst>
                                    <p:cond delay="0"/>
                                  </p:stCondLst>
                                  <p:childTnLst>
                                    <p:set>
                                      <p:cBhvr>
                                        <p:cTn id="76" dur="1" fill="hold">
                                          <p:stCondLst>
                                            <p:cond delay="0"/>
                                          </p:stCondLst>
                                        </p:cTn>
                                        <p:tgtEl>
                                          <p:spTgt spid="23">
                                            <p:txEl>
                                              <p:pRg st="1" end="1"/>
                                            </p:txEl>
                                          </p:spTgt>
                                        </p:tgtEl>
                                        <p:attrNameLst>
                                          <p:attrName>style.visibility</p:attrName>
                                        </p:attrNameLst>
                                      </p:cBhvr>
                                      <p:to>
                                        <p:strVal val="visible"/>
                                      </p:to>
                                    </p:set>
                                    <p:animEffect transition="in" filter="fade">
                                      <p:cBhvr>
                                        <p:cTn id="77" dur="500"/>
                                        <p:tgtEl>
                                          <p:spTgt spid="23">
                                            <p:txEl>
                                              <p:pRg st="1" end="1"/>
                                            </p:txEl>
                                          </p:spTgt>
                                        </p:tgtEl>
                                      </p:cBhvr>
                                    </p:animEffect>
                                    <p:anim calcmode="lin" valueType="num">
                                      <p:cBhvr>
                                        <p:cTn id="78" dur="500" fill="hold"/>
                                        <p:tgtEl>
                                          <p:spTgt spid="23">
                                            <p:txEl>
                                              <p:pRg st="1" end="1"/>
                                            </p:txEl>
                                          </p:spTgt>
                                        </p:tgtEl>
                                        <p:attrNameLst>
                                          <p:attrName>ppt_x</p:attrName>
                                        </p:attrNameLst>
                                      </p:cBhvr>
                                      <p:tavLst>
                                        <p:tav tm="0">
                                          <p:val>
                                            <p:strVal val="#ppt_x"/>
                                          </p:val>
                                        </p:tav>
                                        <p:tav tm="100000">
                                          <p:val>
                                            <p:strVal val="#ppt_x"/>
                                          </p:val>
                                        </p:tav>
                                      </p:tavLst>
                                    </p:anim>
                                    <p:anim calcmode="lin" valueType="num">
                                      <p:cBhvr>
                                        <p:cTn id="79" dur="500" fill="hold"/>
                                        <p:tgtEl>
                                          <p:spTgt spid="23">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build="p"/>
      <p:bldP spid="19" grpId="0" build="p"/>
      <p:bldP spid="23" grpId="0" build="p"/>
      <p:bldP spid="27" grpId="0" build="p"/>
      <p:bldP spid="31" grpId="0" build="p"/>
    </p:bld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lumMod val="85000"/>
            <a:alpha val="20000"/>
          </a:schemeClr>
        </a:solidFill>
        <a:effectLst/>
      </p:bgPr>
    </p:bg>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p:txBody>
          <a:bodyPr/>
          <a:lstStyle/>
          <a:p>
            <a:endParaRPr lang="en-MY"/>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07</a:t>
            </a:r>
          </a:p>
        </p:txBody>
      </p:sp>
      <p:sp>
        <p:nvSpPr>
          <p:cNvPr id="5" name="Rectangle 4"/>
          <p:cNvSpPr/>
          <p:nvPr/>
        </p:nvSpPr>
        <p:spPr>
          <a:xfrm>
            <a:off x="0" y="1600200"/>
            <a:ext cx="12192000" cy="368418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p:cNvSpPr txBox="1"/>
          <p:nvPr/>
        </p:nvSpPr>
        <p:spPr>
          <a:xfrm>
            <a:off x="990600" y="2736516"/>
            <a:ext cx="2706190" cy="523220"/>
          </a:xfrm>
          <a:prstGeom prst="rect">
            <a:avLst/>
          </a:prstGeom>
          <a:noFill/>
        </p:spPr>
        <p:txBody>
          <a:bodyPr wrap="none" rtlCol="0">
            <a:spAutoFit/>
          </a:bodyPr>
          <a:lstStyle/>
          <a:p>
            <a:r>
              <a:rPr lang="en-US" sz="2800">
                <a:solidFill>
                  <a:schemeClr val="bg1"/>
                </a:solidFill>
                <a:latin typeface="Abel" panose="02000506030000020004" pitchFamily="2" charset="0"/>
              </a:rPr>
              <a:t>EVERLAND STUDIO</a:t>
            </a:r>
          </a:p>
        </p:txBody>
      </p:sp>
      <p:sp>
        <p:nvSpPr>
          <p:cNvPr id="3" name="TextBox 2"/>
          <p:cNvSpPr txBox="1"/>
          <p:nvPr/>
        </p:nvSpPr>
        <p:spPr>
          <a:xfrm>
            <a:off x="992726" y="3259736"/>
            <a:ext cx="3100810"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7" name="TextBox 6"/>
          <p:cNvSpPr txBox="1"/>
          <p:nvPr/>
        </p:nvSpPr>
        <p:spPr>
          <a:xfrm>
            <a:off x="1001952" y="2508427"/>
            <a:ext cx="954107" cy="230832"/>
          </a:xfrm>
          <a:prstGeom prst="rect">
            <a:avLst/>
          </a:prstGeom>
          <a:noFill/>
        </p:spPr>
        <p:txBody>
          <a:bodyPr wrap="non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WELCOME TO</a:t>
            </a:r>
          </a:p>
        </p:txBody>
      </p:sp>
      <p:sp>
        <p:nvSpPr>
          <p:cNvPr id="12" name="TextBox 11"/>
          <p:cNvSpPr txBox="1"/>
          <p:nvPr/>
        </p:nvSpPr>
        <p:spPr>
          <a:xfrm>
            <a:off x="1134659" y="4052661"/>
            <a:ext cx="1259691" cy="323493"/>
          </a:xfrm>
          <a:prstGeom prst="roundRect">
            <a:avLst/>
          </a:prstGeom>
          <a:noFill/>
          <a:ln>
            <a:solidFill>
              <a:schemeClr val="bg1">
                <a:lumMod val="95000"/>
              </a:schemeClr>
            </a:solidFill>
          </a:ln>
        </p:spPr>
        <p:txBody>
          <a:bodyPr wrap="none" rtlCol="0">
            <a:spAutoFit/>
          </a:bodyPr>
          <a:lstStyle/>
          <a:p>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ITS CREATIVE</a:t>
            </a:r>
          </a:p>
        </p:txBody>
      </p:sp>
      <p:cxnSp>
        <p:nvCxnSpPr>
          <p:cNvPr id="14" name="Straight Connector 13"/>
          <p:cNvCxnSpPr/>
          <p:nvPr/>
        </p:nvCxnSpPr>
        <p:spPr>
          <a:xfrm>
            <a:off x="4267200" y="2187648"/>
            <a:ext cx="0" cy="2509284"/>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16" name="Rectangle 15"/>
          <p:cNvSpPr/>
          <p:nvPr/>
        </p:nvSpPr>
        <p:spPr>
          <a:xfrm>
            <a:off x="5274300" y="2423365"/>
            <a:ext cx="595036" cy="584775"/>
          </a:xfrm>
          <a:prstGeom prst="rect">
            <a:avLst/>
          </a:prstGeom>
        </p:spPr>
        <p:txBody>
          <a:bodyPr wrap="none">
            <a:spAutoFit/>
          </a:bodyPr>
          <a:lstStyle/>
          <a:p>
            <a:pPr algn="ctr"/>
            <a:r>
              <a:rPr lang="en-US" sz="3200">
                <a:solidFill>
                  <a:schemeClr val="bg1"/>
                </a:solidFill>
                <a:latin typeface="Simple-Line-Icons" panose="02000503000000000000" pitchFamily="2" charset="2"/>
              </a:rPr>
              <a:t></a:t>
            </a:r>
            <a:endParaRPr lang="en-US" sz="3200">
              <a:solidFill>
                <a:schemeClr val="bg1"/>
              </a:solidFill>
            </a:endParaRPr>
          </a:p>
        </p:txBody>
      </p:sp>
      <p:sp>
        <p:nvSpPr>
          <p:cNvPr id="17" name="TextBox 16"/>
          <p:cNvSpPr txBox="1"/>
          <p:nvPr/>
        </p:nvSpPr>
        <p:spPr>
          <a:xfrm>
            <a:off x="4716095" y="2998126"/>
            <a:ext cx="1715935" cy="1061829"/>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CORPORATE IDENTITY</a:t>
            </a:r>
          </a:p>
          <a:p>
            <a:pPr algn="ctr"/>
            <a:endPar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8" name="Rectangle 17"/>
          <p:cNvSpPr/>
          <p:nvPr/>
        </p:nvSpPr>
        <p:spPr>
          <a:xfrm>
            <a:off x="10043670" y="2423365"/>
            <a:ext cx="595036" cy="584775"/>
          </a:xfrm>
          <a:prstGeom prst="rect">
            <a:avLst/>
          </a:prstGeom>
        </p:spPr>
        <p:txBody>
          <a:bodyPr wrap="none">
            <a:spAutoFit/>
          </a:bodyPr>
          <a:lstStyle/>
          <a:p>
            <a:pPr algn="ctr"/>
            <a:r>
              <a:rPr lang="en-US" sz="3200">
                <a:solidFill>
                  <a:schemeClr val="bg1"/>
                </a:solidFill>
                <a:latin typeface="Simple-Line-Icons" panose="02000503000000000000" pitchFamily="2" charset="2"/>
              </a:rPr>
              <a:t></a:t>
            </a:r>
            <a:endParaRPr lang="en-US" sz="3200">
              <a:solidFill>
                <a:schemeClr val="bg1"/>
              </a:solidFill>
            </a:endParaRPr>
          </a:p>
        </p:txBody>
      </p:sp>
      <p:sp>
        <p:nvSpPr>
          <p:cNvPr id="19" name="TextBox 18"/>
          <p:cNvSpPr txBox="1"/>
          <p:nvPr/>
        </p:nvSpPr>
        <p:spPr>
          <a:xfrm>
            <a:off x="9485465" y="2998126"/>
            <a:ext cx="1715935" cy="1061829"/>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ESSENTIAL SOLUTIONS</a:t>
            </a:r>
          </a:p>
          <a:p>
            <a:pPr algn="ctr"/>
            <a:endPar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Rectangle 19"/>
          <p:cNvSpPr/>
          <p:nvPr/>
        </p:nvSpPr>
        <p:spPr>
          <a:xfrm>
            <a:off x="7656740" y="2423365"/>
            <a:ext cx="595036" cy="584775"/>
          </a:xfrm>
          <a:prstGeom prst="rect">
            <a:avLst/>
          </a:prstGeom>
        </p:spPr>
        <p:txBody>
          <a:bodyPr wrap="none">
            <a:spAutoFit/>
          </a:bodyPr>
          <a:lstStyle/>
          <a:p>
            <a:pPr algn="ctr"/>
            <a:r>
              <a:rPr lang="en-US" sz="3200">
                <a:solidFill>
                  <a:schemeClr val="bg1"/>
                </a:solidFill>
                <a:latin typeface="Simple-Line-Icons" panose="02000503000000000000" pitchFamily="2" charset="2"/>
              </a:rPr>
              <a:t></a:t>
            </a:r>
            <a:endParaRPr lang="en-US" sz="3200">
              <a:solidFill>
                <a:schemeClr val="bg1"/>
              </a:solidFill>
            </a:endParaRPr>
          </a:p>
        </p:txBody>
      </p:sp>
      <p:sp>
        <p:nvSpPr>
          <p:cNvPr id="21" name="TextBox 20"/>
          <p:cNvSpPr txBox="1"/>
          <p:nvPr/>
        </p:nvSpPr>
        <p:spPr>
          <a:xfrm>
            <a:off x="7098535" y="2998126"/>
            <a:ext cx="1715935" cy="1061829"/>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EXCLUSIVE DESIGN</a:t>
            </a:r>
          </a:p>
          <a:p>
            <a:pPr algn="ctr"/>
            <a:endPar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714804268"/>
      </p:ext>
    </p:extLst>
  </p:cSld>
  <p:clrMapOvr>
    <a:masterClrMapping/>
  </p:clrMapOvr>
  <mc:AlternateContent xmlns:mc="http://schemas.openxmlformats.org/markup-compatibility/2006" xmlns:p14="http://schemas.microsoft.com/office/powerpoint/2010/main">
    <mc:Choice Requires="p14">
      <p:transition spd="slow" p14:dur="1300">
        <p14:pa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500"/>
                                        <p:tgtEl>
                                          <p:spTgt spid="12"/>
                                        </p:tgtEl>
                                      </p:cBhvr>
                                    </p:animEffect>
                                  </p:childTnLst>
                                </p:cTn>
                              </p:par>
                              <p:par>
                                <p:cTn id="20" presetID="42" presetClass="entr" presetSubtype="0" fill="hold" grpId="0" nodeType="with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500"/>
                                        <p:tgtEl>
                                          <p:spTgt spid="16"/>
                                        </p:tgtEl>
                                      </p:cBhvr>
                                    </p:animEffect>
                                    <p:anim calcmode="lin" valueType="num">
                                      <p:cBhvr>
                                        <p:cTn id="23" dur="500" fill="hold"/>
                                        <p:tgtEl>
                                          <p:spTgt spid="16"/>
                                        </p:tgtEl>
                                        <p:attrNameLst>
                                          <p:attrName>ppt_x</p:attrName>
                                        </p:attrNameLst>
                                      </p:cBhvr>
                                      <p:tavLst>
                                        <p:tav tm="0">
                                          <p:val>
                                            <p:strVal val="#ppt_x"/>
                                          </p:val>
                                        </p:tav>
                                        <p:tav tm="100000">
                                          <p:val>
                                            <p:strVal val="#ppt_x"/>
                                          </p:val>
                                        </p:tav>
                                      </p:tavLst>
                                    </p:anim>
                                    <p:anim calcmode="lin" valueType="num">
                                      <p:cBhvr>
                                        <p:cTn id="24" dur="500" fill="hold"/>
                                        <p:tgtEl>
                                          <p:spTgt spid="16"/>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500"/>
                                        <p:tgtEl>
                                          <p:spTgt spid="17"/>
                                        </p:tgtEl>
                                      </p:cBhvr>
                                    </p:animEffect>
                                    <p:anim calcmode="lin" valueType="num">
                                      <p:cBhvr>
                                        <p:cTn id="28" dur="500" fill="hold"/>
                                        <p:tgtEl>
                                          <p:spTgt spid="17"/>
                                        </p:tgtEl>
                                        <p:attrNameLst>
                                          <p:attrName>ppt_x</p:attrName>
                                        </p:attrNameLst>
                                      </p:cBhvr>
                                      <p:tavLst>
                                        <p:tav tm="0">
                                          <p:val>
                                            <p:strVal val="#ppt_x"/>
                                          </p:val>
                                        </p:tav>
                                        <p:tav tm="100000">
                                          <p:val>
                                            <p:strVal val="#ppt_x"/>
                                          </p:val>
                                        </p:tav>
                                      </p:tavLst>
                                    </p:anim>
                                    <p:anim calcmode="lin" valueType="num">
                                      <p:cBhvr>
                                        <p:cTn id="29" dur="500" fill="hold"/>
                                        <p:tgtEl>
                                          <p:spTgt spid="17"/>
                                        </p:tgtEl>
                                        <p:attrNameLst>
                                          <p:attrName>ppt_y</p:attrName>
                                        </p:attrNameLst>
                                      </p:cBhvr>
                                      <p:tavLst>
                                        <p:tav tm="0">
                                          <p:val>
                                            <p:strVal val="#ppt_y+.1"/>
                                          </p:val>
                                        </p:tav>
                                        <p:tav tm="100000">
                                          <p:val>
                                            <p:strVal val="#ppt_y"/>
                                          </p:val>
                                        </p:tav>
                                      </p:tavLst>
                                    </p:anim>
                                  </p:childTnLst>
                                </p:cTn>
                              </p:par>
                              <p:par>
                                <p:cTn id="30" presetID="42" presetClass="entr" presetSubtype="0" fill="hold" grpId="0" nodeType="withEffect">
                                  <p:stCondLst>
                                    <p:cond delay="0"/>
                                  </p:stCondLst>
                                  <p:childTnLst>
                                    <p:set>
                                      <p:cBhvr>
                                        <p:cTn id="31" dur="1" fill="hold">
                                          <p:stCondLst>
                                            <p:cond delay="0"/>
                                          </p:stCondLst>
                                        </p:cTn>
                                        <p:tgtEl>
                                          <p:spTgt spid="20"/>
                                        </p:tgtEl>
                                        <p:attrNameLst>
                                          <p:attrName>style.visibility</p:attrName>
                                        </p:attrNameLst>
                                      </p:cBhvr>
                                      <p:to>
                                        <p:strVal val="visible"/>
                                      </p:to>
                                    </p:set>
                                    <p:animEffect transition="in" filter="fade">
                                      <p:cBhvr>
                                        <p:cTn id="32" dur="500"/>
                                        <p:tgtEl>
                                          <p:spTgt spid="20"/>
                                        </p:tgtEl>
                                      </p:cBhvr>
                                    </p:animEffect>
                                    <p:anim calcmode="lin" valueType="num">
                                      <p:cBhvr>
                                        <p:cTn id="33" dur="500" fill="hold"/>
                                        <p:tgtEl>
                                          <p:spTgt spid="20"/>
                                        </p:tgtEl>
                                        <p:attrNameLst>
                                          <p:attrName>ppt_x</p:attrName>
                                        </p:attrNameLst>
                                      </p:cBhvr>
                                      <p:tavLst>
                                        <p:tav tm="0">
                                          <p:val>
                                            <p:strVal val="#ppt_x"/>
                                          </p:val>
                                        </p:tav>
                                        <p:tav tm="100000">
                                          <p:val>
                                            <p:strVal val="#ppt_x"/>
                                          </p:val>
                                        </p:tav>
                                      </p:tavLst>
                                    </p:anim>
                                    <p:anim calcmode="lin" valueType="num">
                                      <p:cBhvr>
                                        <p:cTn id="34" dur="500" fill="hold"/>
                                        <p:tgtEl>
                                          <p:spTgt spid="20"/>
                                        </p:tgtEl>
                                        <p:attrNameLst>
                                          <p:attrName>ppt_y</p:attrName>
                                        </p:attrNameLst>
                                      </p:cBhvr>
                                      <p:tavLst>
                                        <p:tav tm="0">
                                          <p:val>
                                            <p:strVal val="#ppt_y+.1"/>
                                          </p:val>
                                        </p:tav>
                                        <p:tav tm="100000">
                                          <p:val>
                                            <p:strVal val="#ppt_y"/>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anim calcmode="lin" valueType="num">
                                      <p:cBhvr>
                                        <p:cTn id="38" dur="500" fill="hold"/>
                                        <p:tgtEl>
                                          <p:spTgt spid="21"/>
                                        </p:tgtEl>
                                        <p:attrNameLst>
                                          <p:attrName>ppt_x</p:attrName>
                                        </p:attrNameLst>
                                      </p:cBhvr>
                                      <p:tavLst>
                                        <p:tav tm="0">
                                          <p:val>
                                            <p:strVal val="#ppt_x"/>
                                          </p:val>
                                        </p:tav>
                                        <p:tav tm="100000">
                                          <p:val>
                                            <p:strVal val="#ppt_x"/>
                                          </p:val>
                                        </p:tav>
                                      </p:tavLst>
                                    </p:anim>
                                    <p:anim calcmode="lin" valueType="num">
                                      <p:cBhvr>
                                        <p:cTn id="39" dur="500" fill="hold"/>
                                        <p:tgtEl>
                                          <p:spTgt spid="21"/>
                                        </p:tgtEl>
                                        <p:attrNameLst>
                                          <p:attrName>ppt_y</p:attrName>
                                        </p:attrNameLst>
                                      </p:cBhvr>
                                      <p:tavLst>
                                        <p:tav tm="0">
                                          <p:val>
                                            <p:strVal val="#ppt_y+.1"/>
                                          </p:val>
                                        </p:tav>
                                        <p:tav tm="100000">
                                          <p:val>
                                            <p:strVal val="#ppt_y"/>
                                          </p:val>
                                        </p:tav>
                                      </p:tavLst>
                                    </p:anim>
                                  </p:childTnLst>
                                </p:cTn>
                              </p:par>
                              <p:par>
                                <p:cTn id="40" presetID="42" presetClass="entr" presetSubtype="0" fill="hold" grpId="0" nodeType="with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fade">
                                      <p:cBhvr>
                                        <p:cTn id="42" dur="500"/>
                                        <p:tgtEl>
                                          <p:spTgt spid="18"/>
                                        </p:tgtEl>
                                      </p:cBhvr>
                                    </p:animEffect>
                                    <p:anim calcmode="lin" valueType="num">
                                      <p:cBhvr>
                                        <p:cTn id="43" dur="500" fill="hold"/>
                                        <p:tgtEl>
                                          <p:spTgt spid="18"/>
                                        </p:tgtEl>
                                        <p:attrNameLst>
                                          <p:attrName>ppt_x</p:attrName>
                                        </p:attrNameLst>
                                      </p:cBhvr>
                                      <p:tavLst>
                                        <p:tav tm="0">
                                          <p:val>
                                            <p:strVal val="#ppt_x"/>
                                          </p:val>
                                        </p:tav>
                                        <p:tav tm="100000">
                                          <p:val>
                                            <p:strVal val="#ppt_x"/>
                                          </p:val>
                                        </p:tav>
                                      </p:tavLst>
                                    </p:anim>
                                    <p:anim calcmode="lin" valueType="num">
                                      <p:cBhvr>
                                        <p:cTn id="44" dur="500" fill="hold"/>
                                        <p:tgtEl>
                                          <p:spTgt spid="18"/>
                                        </p:tgtEl>
                                        <p:attrNameLst>
                                          <p:attrName>ppt_y</p:attrName>
                                        </p:attrNameLst>
                                      </p:cBhvr>
                                      <p:tavLst>
                                        <p:tav tm="0">
                                          <p:val>
                                            <p:strVal val="#ppt_y+.1"/>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anim calcmode="lin" valueType="num">
                                      <p:cBhvr>
                                        <p:cTn id="48" dur="500" fill="hold"/>
                                        <p:tgtEl>
                                          <p:spTgt spid="19"/>
                                        </p:tgtEl>
                                        <p:attrNameLst>
                                          <p:attrName>ppt_x</p:attrName>
                                        </p:attrNameLst>
                                      </p:cBhvr>
                                      <p:tavLst>
                                        <p:tav tm="0">
                                          <p:val>
                                            <p:strVal val="#ppt_x"/>
                                          </p:val>
                                        </p:tav>
                                        <p:tav tm="100000">
                                          <p:val>
                                            <p:strVal val="#ppt_x"/>
                                          </p:val>
                                        </p:tav>
                                      </p:tavLst>
                                    </p:anim>
                                    <p:anim calcmode="lin" valueType="num">
                                      <p:cBhvr>
                                        <p:cTn id="49" dur="500" fill="hold"/>
                                        <p:tgtEl>
                                          <p:spTgt spid="1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7" grpId="0"/>
      <p:bldP spid="12" grpId="0" animBg="1"/>
      <p:bldP spid="16" grpId="0"/>
      <p:bldP spid="17" grpId="0"/>
      <p:bldP spid="18" grpId="0"/>
      <p:bldP spid="19" grpId="0"/>
      <p:bldP spid="20" grpId="0"/>
      <p:bldP spid="21"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829621"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SERVICE FUNCTION</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08</a:t>
            </a:r>
          </a:p>
        </p:txBody>
      </p:sp>
      <p:sp>
        <p:nvSpPr>
          <p:cNvPr id="11" name="Oval 10"/>
          <p:cNvSpPr/>
          <p:nvPr/>
        </p:nvSpPr>
        <p:spPr>
          <a:xfrm>
            <a:off x="1021523" y="1881908"/>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2" name="Oval 11"/>
          <p:cNvSpPr/>
          <p:nvPr/>
        </p:nvSpPr>
        <p:spPr>
          <a:xfrm>
            <a:off x="974655" y="1835040"/>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p:cNvSpPr txBox="1"/>
          <p:nvPr/>
        </p:nvSpPr>
        <p:spPr>
          <a:xfrm>
            <a:off x="1682701" y="1803991"/>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 Agency</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14" name="Oval 13"/>
          <p:cNvSpPr/>
          <p:nvPr/>
        </p:nvSpPr>
        <p:spPr>
          <a:xfrm>
            <a:off x="1021523" y="3111874"/>
            <a:ext cx="567443" cy="567443"/>
          </a:xfrm>
          <a:prstGeom prst="ellipse">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Oval 14"/>
          <p:cNvSpPr/>
          <p:nvPr/>
        </p:nvSpPr>
        <p:spPr>
          <a:xfrm>
            <a:off x="974655" y="3065006"/>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1682701" y="3033957"/>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Filter</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17" name="Oval 16"/>
          <p:cNvSpPr/>
          <p:nvPr/>
        </p:nvSpPr>
        <p:spPr>
          <a:xfrm>
            <a:off x="1021523" y="4341840"/>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Oval 17"/>
          <p:cNvSpPr/>
          <p:nvPr/>
        </p:nvSpPr>
        <p:spPr>
          <a:xfrm>
            <a:off x="974655" y="4294972"/>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p:cNvSpPr txBox="1"/>
          <p:nvPr/>
        </p:nvSpPr>
        <p:spPr>
          <a:xfrm>
            <a:off x="1682701" y="4263923"/>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Consulting</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0" name="Oval 19"/>
          <p:cNvSpPr/>
          <p:nvPr/>
        </p:nvSpPr>
        <p:spPr>
          <a:xfrm>
            <a:off x="1021523" y="5571806"/>
            <a:ext cx="567443" cy="567443"/>
          </a:xfrm>
          <a:prstGeom prst="ellipse">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1" name="Oval 20"/>
          <p:cNvSpPr/>
          <p:nvPr/>
        </p:nvSpPr>
        <p:spPr>
          <a:xfrm>
            <a:off x="974655" y="5524938"/>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1682701" y="5493889"/>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Design</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3" name="Arc 22"/>
          <p:cNvSpPr/>
          <p:nvPr/>
        </p:nvSpPr>
        <p:spPr>
          <a:xfrm>
            <a:off x="5883346" y="1803991"/>
            <a:ext cx="1183113" cy="1183113"/>
          </a:xfrm>
          <a:prstGeom prst="arc">
            <a:avLst>
              <a:gd name="adj1" fmla="val 16200000"/>
              <a:gd name="adj2" fmla="val 12094390"/>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6120739" y="2041384"/>
            <a:ext cx="708327" cy="708327"/>
          </a:xfrm>
          <a:prstGeom prst="ellips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lumMod val="65000"/>
                    <a:lumOff val="35000"/>
                  </a:schemeClr>
                </a:solidFill>
                <a:latin typeface="Roboto" panose="02000000000000000000" pitchFamily="2" charset="0"/>
                <a:ea typeface="Roboto" panose="02000000000000000000" pitchFamily="2" charset="0"/>
              </a:rPr>
              <a:t>80%</a:t>
            </a:r>
          </a:p>
        </p:txBody>
      </p:sp>
      <p:sp>
        <p:nvSpPr>
          <p:cNvPr id="25" name="TextBox 24"/>
          <p:cNvSpPr txBox="1"/>
          <p:nvPr/>
        </p:nvSpPr>
        <p:spPr>
          <a:xfrm>
            <a:off x="7303852" y="1964660"/>
            <a:ext cx="3913494" cy="861774"/>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consulting</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26" name="Arc 25"/>
          <p:cNvSpPr/>
          <p:nvPr/>
        </p:nvSpPr>
        <p:spPr>
          <a:xfrm>
            <a:off x="10034233" y="3429000"/>
            <a:ext cx="1183113" cy="1183113"/>
          </a:xfrm>
          <a:prstGeom prst="arc">
            <a:avLst>
              <a:gd name="adj1" fmla="val 16200000"/>
              <a:gd name="adj2" fmla="val 4477572"/>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10271626" y="3666393"/>
            <a:ext cx="708327" cy="708327"/>
          </a:xfrm>
          <a:prstGeom prst="ellips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lumMod val="65000"/>
                    <a:lumOff val="35000"/>
                  </a:schemeClr>
                </a:solidFill>
                <a:latin typeface="Roboto" panose="02000000000000000000" pitchFamily="2" charset="0"/>
                <a:ea typeface="Roboto" panose="02000000000000000000" pitchFamily="2" charset="0"/>
              </a:rPr>
              <a:t>45%</a:t>
            </a:r>
          </a:p>
        </p:txBody>
      </p:sp>
      <p:sp>
        <p:nvSpPr>
          <p:cNvPr id="28" name="Arc 27"/>
          <p:cNvSpPr/>
          <p:nvPr/>
        </p:nvSpPr>
        <p:spPr>
          <a:xfrm>
            <a:off x="5883346" y="4956136"/>
            <a:ext cx="1183113" cy="1183113"/>
          </a:xfrm>
          <a:prstGeom prst="arc">
            <a:avLst>
              <a:gd name="adj1" fmla="val 16200000"/>
              <a:gd name="adj2" fmla="val 8559373"/>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6120739" y="5193529"/>
            <a:ext cx="708327" cy="708327"/>
          </a:xfrm>
          <a:prstGeom prst="ellips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lumMod val="65000"/>
                    <a:lumOff val="35000"/>
                  </a:schemeClr>
                </a:solidFill>
                <a:latin typeface="Roboto" panose="02000000000000000000" pitchFamily="2" charset="0"/>
                <a:ea typeface="Roboto" panose="02000000000000000000" pitchFamily="2" charset="0"/>
              </a:rPr>
              <a:t>70%</a:t>
            </a:r>
          </a:p>
        </p:txBody>
      </p:sp>
      <p:sp>
        <p:nvSpPr>
          <p:cNvPr id="30" name="TextBox 29"/>
          <p:cNvSpPr txBox="1"/>
          <p:nvPr/>
        </p:nvSpPr>
        <p:spPr>
          <a:xfrm>
            <a:off x="6239436" y="3576223"/>
            <a:ext cx="3913494" cy="861774"/>
          </a:xfrm>
          <a:prstGeom prst="rect">
            <a:avLst/>
          </a:prstGeom>
          <a:noFill/>
        </p:spPr>
        <p:txBody>
          <a:bodyPr wrap="square" rtlCol="0">
            <a:spAutoFit/>
          </a:bodyPr>
          <a:lstStyle/>
          <a:p>
            <a:pPr algn="r"/>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Social Network PR</a:t>
            </a: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31" name="TextBox 30"/>
          <p:cNvSpPr txBox="1"/>
          <p:nvPr/>
        </p:nvSpPr>
        <p:spPr>
          <a:xfrm>
            <a:off x="7303852" y="5185006"/>
            <a:ext cx="3913494" cy="861774"/>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Management Team</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Tree>
    <p:extLst>
      <p:ext uri="{BB962C8B-B14F-4D97-AF65-F5344CB8AC3E}">
        <p14:creationId xmlns:p14="http://schemas.microsoft.com/office/powerpoint/2010/main" val="307354299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71287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MORE NEW SERVICE INFO</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09</a:t>
            </a:r>
          </a:p>
        </p:txBody>
      </p:sp>
      <p:sp>
        <p:nvSpPr>
          <p:cNvPr id="11" name="extBox 3"/>
          <p:cNvSpPr txBox="1"/>
          <p:nvPr/>
        </p:nvSpPr>
        <p:spPr>
          <a:xfrm>
            <a:off x="791240" y="4829185"/>
            <a:ext cx="4376183" cy="12772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NEW PRODUCT  </a:t>
            </a:r>
            <a:r>
              <a:rPr lang="en-US" sz="900">
                <a:solidFill>
                  <a:schemeClr val="accent6"/>
                </a:solidFill>
                <a:latin typeface="Open Sans" panose="020B0606030504020204" pitchFamily="34" charset="0"/>
                <a:ea typeface="Open Sans" panose="020B0606030504020204" pitchFamily="34" charset="0"/>
                <a:cs typeface="Open Sans" panose="020B0606030504020204" pitchFamily="34" charset="0"/>
              </a:rPr>
              <a:t> </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desi perkins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12" name="Rectangle 11"/>
          <p:cNvSpPr/>
          <p:nvPr/>
        </p:nvSpPr>
        <p:spPr>
          <a:xfrm>
            <a:off x="6096000" y="1754429"/>
            <a:ext cx="492443" cy="461665"/>
          </a:xfrm>
          <a:prstGeom prst="rect">
            <a:avLst/>
          </a:prstGeom>
        </p:spPr>
        <p:txBody>
          <a:bodyPr wrap="none">
            <a:spAutoFit/>
          </a:bodyPr>
          <a:lstStyle/>
          <a:p>
            <a:r>
              <a:rPr lang="en-US" sz="2400">
                <a:solidFill>
                  <a:schemeClr val="accent6"/>
                </a:solidFill>
                <a:latin typeface="Simple-Line-Icons" panose="02000503000000000000" pitchFamily="2" charset="2"/>
              </a:rPr>
              <a:t></a:t>
            </a:r>
            <a:endParaRPr lang="en-US" sz="2400">
              <a:solidFill>
                <a:schemeClr val="accent6"/>
              </a:solidFill>
            </a:endParaRPr>
          </a:p>
        </p:txBody>
      </p:sp>
      <p:sp>
        <p:nvSpPr>
          <p:cNvPr id="13" name="TextBox 12"/>
          <p:cNvSpPr txBox="1"/>
          <p:nvPr/>
        </p:nvSpPr>
        <p:spPr>
          <a:xfrm>
            <a:off x="6588443" y="1752600"/>
            <a:ext cx="4727257" cy="707886"/>
          </a:xfrm>
          <a:prstGeom prst="rect">
            <a:avLst/>
          </a:prstGeom>
          <a:noFill/>
        </p:spPr>
        <p:txBody>
          <a:bodyPr wrap="square" rtlCol="0">
            <a:spAutoFit/>
          </a:bodyPr>
          <a:lstStyle/>
          <a:p>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Market analysis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14" name="Rectangle 13"/>
          <p:cNvSpPr/>
          <p:nvPr/>
        </p:nvSpPr>
        <p:spPr>
          <a:xfrm>
            <a:off x="6096000" y="2722943"/>
            <a:ext cx="492443" cy="461665"/>
          </a:xfrm>
          <a:prstGeom prst="rect">
            <a:avLst/>
          </a:prstGeom>
        </p:spPr>
        <p:txBody>
          <a:bodyPr wrap="none">
            <a:spAutoFit/>
          </a:bodyPr>
          <a:lstStyle/>
          <a:p>
            <a:r>
              <a:rPr lang="en-US" sz="2400">
                <a:solidFill>
                  <a:schemeClr val="accent6"/>
                </a:solidFill>
                <a:latin typeface="Simple-Line-Icons" panose="02000503000000000000" pitchFamily="2" charset="2"/>
              </a:rPr>
              <a:t></a:t>
            </a:r>
            <a:endParaRPr lang="en-US" sz="2400">
              <a:solidFill>
                <a:schemeClr val="accent6"/>
              </a:solidFill>
            </a:endParaRPr>
          </a:p>
        </p:txBody>
      </p:sp>
      <p:sp>
        <p:nvSpPr>
          <p:cNvPr id="15" name="TextBox 14"/>
          <p:cNvSpPr txBox="1"/>
          <p:nvPr/>
        </p:nvSpPr>
        <p:spPr>
          <a:xfrm>
            <a:off x="6588443" y="2721114"/>
            <a:ext cx="4727257" cy="707886"/>
          </a:xfrm>
          <a:prstGeom prst="rect">
            <a:avLst/>
          </a:prstGeom>
          <a:noFill/>
        </p:spPr>
        <p:txBody>
          <a:bodyPr wrap="square" rtlCol="0">
            <a:spAutoFit/>
          </a:bodyPr>
          <a:lstStyle/>
          <a:p>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research</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16" name="Rectangle 15"/>
          <p:cNvSpPr/>
          <p:nvPr/>
        </p:nvSpPr>
        <p:spPr>
          <a:xfrm>
            <a:off x="6096000" y="3691457"/>
            <a:ext cx="492443" cy="461665"/>
          </a:xfrm>
          <a:prstGeom prst="rect">
            <a:avLst/>
          </a:prstGeom>
        </p:spPr>
        <p:txBody>
          <a:bodyPr wrap="none">
            <a:spAutoFit/>
          </a:bodyPr>
          <a:lstStyle/>
          <a:p>
            <a:r>
              <a:rPr lang="en-US" sz="2400">
                <a:solidFill>
                  <a:schemeClr val="accent6"/>
                </a:solidFill>
                <a:latin typeface="Simple-Line-Icons" panose="02000503000000000000" pitchFamily="2" charset="2"/>
              </a:rPr>
              <a:t></a:t>
            </a:r>
            <a:endParaRPr lang="en-US" sz="2400">
              <a:solidFill>
                <a:schemeClr val="accent6"/>
              </a:solidFill>
            </a:endParaRPr>
          </a:p>
        </p:txBody>
      </p:sp>
      <p:sp>
        <p:nvSpPr>
          <p:cNvPr id="17" name="TextBox 16"/>
          <p:cNvSpPr txBox="1"/>
          <p:nvPr/>
        </p:nvSpPr>
        <p:spPr>
          <a:xfrm>
            <a:off x="6588443" y="3689628"/>
            <a:ext cx="4727257" cy="707886"/>
          </a:xfrm>
          <a:prstGeom prst="rect">
            <a:avLst/>
          </a:prstGeom>
          <a:noFill/>
        </p:spPr>
        <p:txBody>
          <a:bodyPr wrap="square" rtlCol="0">
            <a:spAutoFit/>
          </a:bodyPr>
          <a:lstStyle/>
          <a:p>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Corporate identity</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18" name="Rounded Rectangle 17"/>
          <p:cNvSpPr/>
          <p:nvPr/>
        </p:nvSpPr>
        <p:spPr>
          <a:xfrm>
            <a:off x="6556800" y="5132785"/>
            <a:ext cx="542261" cy="542261"/>
          </a:xfrm>
          <a:prstGeom prst="roundRect">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9" name="Rounded Rectangle 18"/>
          <p:cNvSpPr/>
          <p:nvPr/>
        </p:nvSpPr>
        <p:spPr>
          <a:xfrm>
            <a:off x="7489037" y="5132785"/>
            <a:ext cx="542261" cy="542261"/>
          </a:xfrm>
          <a:prstGeom prst="roundRect">
            <a:avLst/>
          </a:prstGeom>
          <a:noFill/>
          <a:ln w="28575">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0" name="Rounded Rectangle 19"/>
          <p:cNvSpPr/>
          <p:nvPr/>
        </p:nvSpPr>
        <p:spPr>
          <a:xfrm>
            <a:off x="8421274" y="5132785"/>
            <a:ext cx="542261" cy="542261"/>
          </a:xfrm>
          <a:prstGeom prst="roundRect">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1" name="Rounded Rectangle 20"/>
          <p:cNvSpPr/>
          <p:nvPr/>
        </p:nvSpPr>
        <p:spPr>
          <a:xfrm>
            <a:off x="9353511" y="5132785"/>
            <a:ext cx="542261" cy="542261"/>
          </a:xfrm>
          <a:prstGeom prst="roundRect">
            <a:avLst/>
          </a:prstGeom>
          <a:noFill/>
          <a:ln w="28575">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2" name="Rounded Rectangle 21"/>
          <p:cNvSpPr/>
          <p:nvPr/>
        </p:nvSpPr>
        <p:spPr>
          <a:xfrm>
            <a:off x="10285748" y="5132785"/>
            <a:ext cx="542261" cy="542261"/>
          </a:xfrm>
          <a:prstGeom prst="roundRect">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7" name="Picture Placeholder 6"/>
          <p:cNvSpPr>
            <a:spLocks noGrp="1"/>
          </p:cNvSpPr>
          <p:nvPr>
            <p:ph type="pic" sz="quarter" idx="10"/>
          </p:nvPr>
        </p:nvSpPr>
        <p:spPr>
          <a:xfrm>
            <a:off x="881516" y="1752600"/>
            <a:ext cx="4285908" cy="2760978"/>
          </a:xfrm>
        </p:spPr>
        <p:txBody>
          <a:bodyPr/>
          <a:lstStyle/>
          <a:p>
            <a:endParaRPr lang="en-MY"/>
          </a:p>
        </p:txBody>
      </p:sp>
    </p:spTree>
    <p:extLst>
      <p:ext uri="{BB962C8B-B14F-4D97-AF65-F5344CB8AC3E}">
        <p14:creationId xmlns:p14="http://schemas.microsoft.com/office/powerpoint/2010/main" val="1718602386"/>
      </p:ext>
    </p:extLst>
  </p:cSld>
  <p:clrMapOvr>
    <a:masterClrMapping/>
  </p:clrMapOvr>
  <mc:AlternateContent xmlns:mc="http://schemas.openxmlformats.org/markup-compatibility/2006" xmlns:p14="http://schemas.microsoft.com/office/powerpoint/2010/main">
    <mc:Choice Requires="p14">
      <p:transition spd="slow" p14:dur="1200">
        <p14:prism dir="u"/>
      </p:transition>
    </mc:Choice>
    <mc:Fallback xmlns="">
      <p:transition spd="slow">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7724646" y="1248897"/>
            <a:ext cx="3341812"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AWESOME TEAM WORK</a:t>
            </a:r>
          </a:p>
        </p:txBody>
      </p:sp>
      <p:sp>
        <p:nvSpPr>
          <p:cNvPr id="3" name="TextBox 2"/>
          <p:cNvSpPr txBox="1"/>
          <p:nvPr/>
        </p:nvSpPr>
        <p:spPr>
          <a:xfrm>
            <a:off x="7726771" y="1772117"/>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7838945" y="1200483"/>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a:t>
            </a:r>
          </a:p>
        </p:txBody>
      </p:sp>
      <p:sp>
        <p:nvSpPr>
          <p:cNvPr id="11" name="Rectangle 10"/>
          <p:cNvSpPr/>
          <p:nvPr/>
        </p:nvSpPr>
        <p:spPr>
          <a:xfrm>
            <a:off x="876300" y="1206796"/>
            <a:ext cx="914400" cy="9144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3" name="Rectangle 12"/>
          <p:cNvSpPr/>
          <p:nvPr/>
        </p:nvSpPr>
        <p:spPr>
          <a:xfrm>
            <a:off x="1843859" y="2971800"/>
            <a:ext cx="1714501" cy="914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5379180" y="1206796"/>
            <a:ext cx="1714501" cy="914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5379180" y="2971800"/>
            <a:ext cx="1714501" cy="914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3611520" y="4736804"/>
            <a:ext cx="1714501" cy="914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5555795" y="1410080"/>
            <a:ext cx="1361270" cy="507831"/>
          </a:xfrm>
          <a:prstGeom prst="rect">
            <a:avLst/>
          </a:prstGeom>
          <a:noFill/>
        </p:spPr>
        <p:txBody>
          <a:bodyPr wrap="none" rtlCol="0">
            <a:spAutoFit/>
          </a:bodyPr>
          <a:lstStyle/>
          <a:p>
            <a:r>
              <a:rPr lang="en-US">
                <a:solidFill>
                  <a:schemeClr val="bg1"/>
                </a:solidFill>
                <a:latin typeface="Abel" panose="02000506030000020004" pitchFamily="2" charset="0"/>
              </a:rPr>
              <a:t>Kyler England</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Designer</a:t>
            </a:r>
          </a:p>
        </p:txBody>
      </p:sp>
      <p:sp>
        <p:nvSpPr>
          <p:cNvPr id="21" name="TextBox 20"/>
          <p:cNvSpPr txBox="1"/>
          <p:nvPr/>
        </p:nvSpPr>
        <p:spPr>
          <a:xfrm>
            <a:off x="5379180" y="2292582"/>
            <a:ext cx="1714501" cy="507831"/>
          </a:xfrm>
          <a:prstGeom prst="rect">
            <a:avLst/>
          </a:prstGeom>
          <a:noFill/>
        </p:spPr>
        <p:txBody>
          <a:bodyPr wrap="square" rtlCol="0">
            <a:spAutoFit/>
          </a:bodyPr>
          <a:lstStyle/>
          <a:p>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NEW MEMBER</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2" name="TextBox 21"/>
          <p:cNvSpPr txBox="1"/>
          <p:nvPr/>
        </p:nvSpPr>
        <p:spPr>
          <a:xfrm>
            <a:off x="5619587" y="3175084"/>
            <a:ext cx="1208344" cy="507831"/>
          </a:xfrm>
          <a:prstGeom prst="rect">
            <a:avLst/>
          </a:prstGeom>
          <a:noFill/>
        </p:spPr>
        <p:txBody>
          <a:bodyPr wrap="none" rtlCol="0">
            <a:spAutoFit/>
          </a:bodyPr>
          <a:lstStyle/>
          <a:p>
            <a:r>
              <a:rPr lang="en-US">
                <a:solidFill>
                  <a:schemeClr val="bg1"/>
                </a:solidFill>
                <a:latin typeface="Abel" panose="02000506030000020004" pitchFamily="2" charset="0"/>
              </a:rPr>
              <a:t>John Martin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Manager</a:t>
            </a:r>
          </a:p>
        </p:txBody>
      </p:sp>
      <p:sp>
        <p:nvSpPr>
          <p:cNvPr id="23" name="TextBox 22"/>
          <p:cNvSpPr txBox="1"/>
          <p:nvPr/>
        </p:nvSpPr>
        <p:spPr>
          <a:xfrm>
            <a:off x="5379180" y="4057587"/>
            <a:ext cx="1714501" cy="507831"/>
          </a:xfrm>
          <a:prstGeom prst="rect">
            <a:avLst/>
          </a:prstGeom>
          <a:noFill/>
        </p:spPr>
        <p:txBody>
          <a:bodyPr wrap="square" rtlCol="0">
            <a:spAutoFit/>
          </a:bodyPr>
          <a:lstStyle/>
          <a:p>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2010 - 2014</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4" name="TextBox 23"/>
          <p:cNvSpPr txBox="1"/>
          <p:nvPr/>
        </p:nvSpPr>
        <p:spPr>
          <a:xfrm>
            <a:off x="2207223" y="3179127"/>
            <a:ext cx="987771" cy="507831"/>
          </a:xfrm>
          <a:prstGeom prst="rect">
            <a:avLst/>
          </a:prstGeom>
          <a:noFill/>
        </p:spPr>
        <p:txBody>
          <a:bodyPr wrap="none" rtlCol="0">
            <a:spAutoFit/>
          </a:bodyPr>
          <a:lstStyle/>
          <a:p>
            <a:r>
              <a:rPr lang="en-US">
                <a:solidFill>
                  <a:schemeClr val="bg1"/>
                </a:solidFill>
                <a:latin typeface="Abel" panose="02000506030000020004" pitchFamily="2" charset="0"/>
              </a:rPr>
              <a:t>John Doe</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Programmer</a:t>
            </a:r>
          </a:p>
        </p:txBody>
      </p:sp>
      <p:sp>
        <p:nvSpPr>
          <p:cNvPr id="25" name="TextBox 24"/>
          <p:cNvSpPr txBox="1"/>
          <p:nvPr/>
        </p:nvSpPr>
        <p:spPr>
          <a:xfrm>
            <a:off x="3935130" y="4940088"/>
            <a:ext cx="1067280" cy="507831"/>
          </a:xfrm>
          <a:prstGeom prst="rect">
            <a:avLst/>
          </a:prstGeom>
          <a:noFill/>
        </p:spPr>
        <p:txBody>
          <a:bodyPr wrap="none" rtlCol="0">
            <a:spAutoFit/>
          </a:bodyPr>
          <a:lstStyle/>
          <a:p>
            <a:r>
              <a:rPr lang="en-US">
                <a:solidFill>
                  <a:schemeClr val="bg1"/>
                </a:solidFill>
                <a:latin typeface="Abel" panose="02000506030000020004" pitchFamily="2" charset="0"/>
              </a:rPr>
              <a:t>Andy Moor</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27" name="extBox 3"/>
          <p:cNvSpPr txBox="1"/>
          <p:nvPr/>
        </p:nvSpPr>
        <p:spPr>
          <a:xfrm>
            <a:off x="8296145" y="2800413"/>
            <a:ext cx="3019555" cy="1538883"/>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TEAM INFORMATION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5" name="Picture Placeholder 4"/>
          <p:cNvSpPr>
            <a:spLocks noGrp="1"/>
          </p:cNvSpPr>
          <p:nvPr>
            <p:ph type="pic" sz="quarter" idx="10"/>
          </p:nvPr>
        </p:nvSpPr>
        <p:spPr/>
        <p:txBody>
          <a:bodyPr/>
          <a:lstStyle/>
          <a:p>
            <a:endParaRPr lang="en-MY"/>
          </a:p>
        </p:txBody>
      </p:sp>
      <p:sp>
        <p:nvSpPr>
          <p:cNvPr id="7" name="Picture Placeholder 6"/>
          <p:cNvSpPr>
            <a:spLocks noGrp="1"/>
          </p:cNvSpPr>
          <p:nvPr>
            <p:ph type="pic" sz="quarter" idx="11"/>
          </p:nvPr>
        </p:nvSpPr>
        <p:spPr/>
        <p:txBody>
          <a:bodyPr/>
          <a:lstStyle/>
          <a:p>
            <a:endParaRPr lang="en-MY"/>
          </a:p>
        </p:txBody>
      </p:sp>
      <p:sp>
        <p:nvSpPr>
          <p:cNvPr id="26" name="Picture Placeholder 25"/>
          <p:cNvSpPr>
            <a:spLocks noGrp="1"/>
          </p:cNvSpPr>
          <p:nvPr>
            <p:ph type="pic" sz="quarter" idx="12"/>
          </p:nvPr>
        </p:nvSpPr>
        <p:spPr/>
        <p:txBody>
          <a:bodyPr/>
          <a:lstStyle/>
          <a:p>
            <a:endParaRPr lang="en-MY"/>
          </a:p>
        </p:txBody>
      </p:sp>
      <p:sp>
        <p:nvSpPr>
          <p:cNvPr id="28" name="Picture Placeholder 27"/>
          <p:cNvSpPr>
            <a:spLocks noGrp="1"/>
          </p:cNvSpPr>
          <p:nvPr>
            <p:ph type="pic" sz="quarter" idx="13"/>
          </p:nvPr>
        </p:nvSpPr>
        <p:spPr/>
        <p:txBody>
          <a:bodyPr/>
          <a:lstStyle/>
          <a:p>
            <a:endParaRPr lang="en-MY"/>
          </a:p>
        </p:txBody>
      </p:sp>
    </p:spTree>
    <p:extLst>
      <p:ext uri="{BB962C8B-B14F-4D97-AF65-F5344CB8AC3E}">
        <p14:creationId xmlns:p14="http://schemas.microsoft.com/office/powerpoint/2010/main" val="1882034835"/>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425097" y="429414"/>
            <a:ext cx="3341813"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AWESOME TEAM WORK</a:t>
            </a:r>
          </a:p>
        </p:txBody>
      </p:sp>
      <p:sp>
        <p:nvSpPr>
          <p:cNvPr id="3" name="TextBox 2"/>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11</a:t>
            </a:r>
          </a:p>
        </p:txBody>
      </p:sp>
      <p:sp>
        <p:nvSpPr>
          <p:cNvPr id="19" name="Rectangle 18"/>
          <p:cNvSpPr/>
          <p:nvPr/>
        </p:nvSpPr>
        <p:spPr>
          <a:xfrm>
            <a:off x="719011"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2529638"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4337534"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6145430"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p:nvSpPr>
        <p:spPr>
          <a:xfrm>
            <a:off x="7953324"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p:nvSpPr>
        <p:spPr>
          <a:xfrm>
            <a:off x="9761218"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p:cNvSpPr txBox="1"/>
          <p:nvPr/>
        </p:nvSpPr>
        <p:spPr>
          <a:xfrm>
            <a:off x="716280"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JOHN MARTIN</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DESIGNER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7" name="Rectangle 6"/>
          <p:cNvSpPr/>
          <p:nvPr/>
        </p:nvSpPr>
        <p:spPr>
          <a:xfrm>
            <a:off x="1122640"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29" name="TextBox 28"/>
          <p:cNvSpPr txBox="1"/>
          <p:nvPr/>
        </p:nvSpPr>
        <p:spPr>
          <a:xfrm>
            <a:off x="2525267"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SARA KUSIZ</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MARKETING</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0" name="Rectangle 29"/>
          <p:cNvSpPr/>
          <p:nvPr/>
        </p:nvSpPr>
        <p:spPr>
          <a:xfrm>
            <a:off x="2931627"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32" name="TextBox 31"/>
          <p:cNvSpPr txBox="1"/>
          <p:nvPr/>
        </p:nvSpPr>
        <p:spPr>
          <a:xfrm>
            <a:off x="4334254"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JOHN DOE</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PROJECT PR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3" name="Rectangle 32"/>
          <p:cNvSpPr/>
          <p:nvPr/>
        </p:nvSpPr>
        <p:spPr>
          <a:xfrm>
            <a:off x="4740614"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35" name="TextBox 34"/>
          <p:cNvSpPr txBox="1"/>
          <p:nvPr/>
        </p:nvSpPr>
        <p:spPr>
          <a:xfrm>
            <a:off x="6143241"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MARTIN KING</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PROGRAMMER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6" name="Rectangle 35"/>
          <p:cNvSpPr/>
          <p:nvPr/>
        </p:nvSpPr>
        <p:spPr>
          <a:xfrm>
            <a:off x="6549601"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38" name="TextBox 37"/>
          <p:cNvSpPr txBox="1"/>
          <p:nvPr/>
        </p:nvSpPr>
        <p:spPr>
          <a:xfrm>
            <a:off x="7952228"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TOM HARVORD</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CONSULTING</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9" name="Rectangle 38"/>
          <p:cNvSpPr/>
          <p:nvPr/>
        </p:nvSpPr>
        <p:spPr>
          <a:xfrm>
            <a:off x="8358588"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41" name="TextBox 40"/>
          <p:cNvSpPr txBox="1"/>
          <p:nvPr/>
        </p:nvSpPr>
        <p:spPr>
          <a:xfrm>
            <a:off x="9761216"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ANDRE WITZ</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MANAGER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42" name="Rectangle 41"/>
          <p:cNvSpPr/>
          <p:nvPr/>
        </p:nvSpPr>
        <p:spPr>
          <a:xfrm>
            <a:off x="10167576"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5" name="Picture Placeholder 4"/>
          <p:cNvSpPr>
            <a:spLocks noGrp="1"/>
          </p:cNvSpPr>
          <p:nvPr>
            <p:ph type="pic" sz="quarter" idx="10"/>
          </p:nvPr>
        </p:nvSpPr>
        <p:spPr/>
        <p:txBody>
          <a:bodyPr/>
          <a:lstStyle/>
          <a:p>
            <a:endParaRPr lang="en-MY"/>
          </a:p>
        </p:txBody>
      </p:sp>
      <p:sp>
        <p:nvSpPr>
          <p:cNvPr id="17" name="Picture Placeholder 16"/>
          <p:cNvSpPr>
            <a:spLocks noGrp="1"/>
          </p:cNvSpPr>
          <p:nvPr>
            <p:ph type="pic" sz="quarter" idx="11"/>
          </p:nvPr>
        </p:nvSpPr>
        <p:spPr/>
        <p:txBody>
          <a:bodyPr/>
          <a:lstStyle/>
          <a:p>
            <a:endParaRPr lang="en-MY"/>
          </a:p>
        </p:txBody>
      </p:sp>
      <p:sp>
        <p:nvSpPr>
          <p:cNvPr id="18" name="Picture Placeholder 17"/>
          <p:cNvSpPr>
            <a:spLocks noGrp="1"/>
          </p:cNvSpPr>
          <p:nvPr>
            <p:ph type="pic" sz="quarter" idx="12"/>
          </p:nvPr>
        </p:nvSpPr>
        <p:spPr/>
        <p:txBody>
          <a:bodyPr/>
          <a:lstStyle/>
          <a:p>
            <a:endParaRPr lang="en-MY"/>
          </a:p>
        </p:txBody>
      </p:sp>
      <p:sp>
        <p:nvSpPr>
          <p:cNvPr id="26" name="Picture Placeholder 25"/>
          <p:cNvSpPr>
            <a:spLocks noGrp="1"/>
          </p:cNvSpPr>
          <p:nvPr>
            <p:ph type="pic" sz="quarter" idx="13"/>
          </p:nvPr>
        </p:nvSpPr>
        <p:spPr/>
        <p:txBody>
          <a:bodyPr/>
          <a:lstStyle/>
          <a:p>
            <a:endParaRPr lang="en-MY"/>
          </a:p>
        </p:txBody>
      </p:sp>
      <p:sp>
        <p:nvSpPr>
          <p:cNvPr id="27" name="Picture Placeholder 26"/>
          <p:cNvSpPr>
            <a:spLocks noGrp="1"/>
          </p:cNvSpPr>
          <p:nvPr>
            <p:ph type="pic" sz="quarter" idx="14"/>
          </p:nvPr>
        </p:nvSpPr>
        <p:spPr/>
        <p:txBody>
          <a:bodyPr/>
          <a:lstStyle/>
          <a:p>
            <a:endParaRPr lang="en-MY"/>
          </a:p>
        </p:txBody>
      </p:sp>
      <p:sp>
        <p:nvSpPr>
          <p:cNvPr id="28" name="Picture Placeholder 27"/>
          <p:cNvSpPr>
            <a:spLocks noGrp="1"/>
          </p:cNvSpPr>
          <p:nvPr>
            <p:ph type="pic" sz="quarter" idx="15"/>
          </p:nvPr>
        </p:nvSpPr>
        <p:spPr/>
        <p:txBody>
          <a:bodyPr/>
          <a:lstStyle/>
          <a:p>
            <a:endParaRPr lang="en-MY"/>
          </a:p>
        </p:txBody>
      </p:sp>
    </p:spTree>
    <p:extLst>
      <p:ext uri="{BB962C8B-B14F-4D97-AF65-F5344CB8AC3E}">
        <p14:creationId xmlns:p14="http://schemas.microsoft.com/office/powerpoint/2010/main" val="4170717121"/>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341812"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AWESOME TEAM WORK</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12</a:t>
            </a:r>
          </a:p>
        </p:txBody>
      </p:sp>
      <p:sp>
        <p:nvSpPr>
          <p:cNvPr id="5" name="Oval 4"/>
          <p:cNvSpPr/>
          <p:nvPr/>
        </p:nvSpPr>
        <p:spPr>
          <a:xfrm>
            <a:off x="487810" y="1747158"/>
            <a:ext cx="1714500" cy="1714500"/>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p:cNvSpPr/>
          <p:nvPr/>
        </p:nvSpPr>
        <p:spPr>
          <a:xfrm>
            <a:off x="596668" y="1856015"/>
            <a:ext cx="1496785" cy="149678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p:cNvSpPr txBox="1"/>
          <p:nvPr/>
        </p:nvSpPr>
        <p:spPr>
          <a:xfrm>
            <a:off x="2328343" y="2181213"/>
            <a:ext cx="1714501" cy="846386"/>
          </a:xfrm>
          <a:prstGeom prst="rect">
            <a:avLst/>
          </a:prstGeom>
          <a:noFill/>
        </p:spPr>
        <p:txBody>
          <a:bodyPr wrap="squar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JOHN MARTIN</a:t>
            </a:r>
          </a:p>
          <a:p>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DESIGNER</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4" name="Oval 13"/>
          <p:cNvSpPr/>
          <p:nvPr/>
        </p:nvSpPr>
        <p:spPr>
          <a:xfrm>
            <a:off x="1969438" y="4053357"/>
            <a:ext cx="1714500" cy="1714500"/>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2078296" y="4162214"/>
            <a:ext cx="1496785" cy="149678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p:cNvSpPr txBox="1"/>
          <p:nvPr/>
        </p:nvSpPr>
        <p:spPr>
          <a:xfrm>
            <a:off x="3809971" y="4487412"/>
            <a:ext cx="1714501" cy="846386"/>
          </a:xfrm>
          <a:prstGeom prst="rect">
            <a:avLst/>
          </a:prstGeom>
          <a:noFill/>
        </p:spPr>
        <p:txBody>
          <a:bodyPr wrap="squar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KYLER ENGLAND</a:t>
            </a:r>
          </a:p>
          <a:p>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MARKETING</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Oval 17"/>
          <p:cNvSpPr/>
          <p:nvPr/>
        </p:nvSpPr>
        <p:spPr>
          <a:xfrm>
            <a:off x="4468089" y="1982051"/>
            <a:ext cx="1714500" cy="1714500"/>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4576947" y="2090908"/>
            <a:ext cx="1496785" cy="149678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p:cNvSpPr txBox="1"/>
          <p:nvPr/>
        </p:nvSpPr>
        <p:spPr>
          <a:xfrm>
            <a:off x="6308622" y="2416106"/>
            <a:ext cx="1714501" cy="846386"/>
          </a:xfrm>
          <a:prstGeom prst="rect">
            <a:avLst/>
          </a:prstGeom>
          <a:noFill/>
        </p:spPr>
        <p:txBody>
          <a:bodyPr wrap="squar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JOHN DOE</a:t>
            </a:r>
          </a:p>
          <a:p>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PROGRAMMER</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2" name="Oval 21"/>
          <p:cNvSpPr/>
          <p:nvPr/>
        </p:nvSpPr>
        <p:spPr>
          <a:xfrm>
            <a:off x="6073732" y="4336942"/>
            <a:ext cx="1714500" cy="1714500"/>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6182590" y="4445799"/>
            <a:ext cx="1496785" cy="149678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p:cNvSpPr txBox="1"/>
          <p:nvPr/>
        </p:nvSpPr>
        <p:spPr>
          <a:xfrm>
            <a:off x="7914265" y="4770997"/>
            <a:ext cx="1714501" cy="846386"/>
          </a:xfrm>
          <a:prstGeom prst="rect">
            <a:avLst/>
          </a:prstGeom>
          <a:noFill/>
        </p:spPr>
        <p:txBody>
          <a:bodyPr wrap="squar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SARA KUZIS</a:t>
            </a:r>
          </a:p>
          <a:p>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CONSULTING</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6" name="Oval 25"/>
          <p:cNvSpPr/>
          <p:nvPr/>
        </p:nvSpPr>
        <p:spPr>
          <a:xfrm>
            <a:off x="8149156" y="1747158"/>
            <a:ext cx="1714500" cy="1714500"/>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8258014" y="1856015"/>
            <a:ext cx="1496785" cy="149678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9989689" y="2181213"/>
            <a:ext cx="1714501" cy="846386"/>
          </a:xfrm>
          <a:prstGeom prst="rect">
            <a:avLst/>
          </a:prstGeom>
          <a:noFill/>
        </p:spPr>
        <p:txBody>
          <a:bodyPr wrap="squar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TOM KURTIZ</a:t>
            </a:r>
          </a:p>
          <a:p>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MANAGER</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7" name="Picture Placeholder 6"/>
          <p:cNvSpPr>
            <a:spLocks noGrp="1"/>
          </p:cNvSpPr>
          <p:nvPr>
            <p:ph type="pic" sz="quarter" idx="10"/>
          </p:nvPr>
        </p:nvSpPr>
        <p:spPr/>
        <p:txBody>
          <a:bodyPr/>
          <a:lstStyle/>
          <a:p>
            <a:endParaRPr lang="en-MY"/>
          </a:p>
        </p:txBody>
      </p:sp>
      <p:sp>
        <p:nvSpPr>
          <p:cNvPr id="30" name="Picture Placeholder 29"/>
          <p:cNvSpPr>
            <a:spLocks noGrp="1"/>
          </p:cNvSpPr>
          <p:nvPr>
            <p:ph type="pic" sz="quarter" idx="11"/>
          </p:nvPr>
        </p:nvSpPr>
        <p:spPr/>
        <p:txBody>
          <a:bodyPr/>
          <a:lstStyle/>
          <a:p>
            <a:endParaRPr lang="en-MY"/>
          </a:p>
        </p:txBody>
      </p:sp>
      <p:sp>
        <p:nvSpPr>
          <p:cNvPr id="31" name="Picture Placeholder 30"/>
          <p:cNvSpPr>
            <a:spLocks noGrp="1"/>
          </p:cNvSpPr>
          <p:nvPr>
            <p:ph type="pic" sz="quarter" idx="12"/>
          </p:nvPr>
        </p:nvSpPr>
        <p:spPr/>
        <p:txBody>
          <a:bodyPr/>
          <a:lstStyle/>
          <a:p>
            <a:endParaRPr lang="en-MY"/>
          </a:p>
        </p:txBody>
      </p:sp>
      <p:sp>
        <p:nvSpPr>
          <p:cNvPr id="32" name="Picture Placeholder 31"/>
          <p:cNvSpPr>
            <a:spLocks noGrp="1"/>
          </p:cNvSpPr>
          <p:nvPr>
            <p:ph type="pic" sz="quarter" idx="13"/>
          </p:nvPr>
        </p:nvSpPr>
        <p:spPr/>
        <p:txBody>
          <a:bodyPr/>
          <a:lstStyle/>
          <a:p>
            <a:endParaRPr lang="en-MY"/>
          </a:p>
        </p:txBody>
      </p:sp>
      <p:sp>
        <p:nvSpPr>
          <p:cNvPr id="33" name="Picture Placeholder 32"/>
          <p:cNvSpPr>
            <a:spLocks noGrp="1"/>
          </p:cNvSpPr>
          <p:nvPr>
            <p:ph type="pic" sz="quarter" idx="14"/>
          </p:nvPr>
        </p:nvSpPr>
        <p:spPr/>
        <p:txBody>
          <a:bodyPr/>
          <a:lstStyle/>
          <a:p>
            <a:endParaRPr lang="en-MY"/>
          </a:p>
        </p:txBody>
      </p:sp>
    </p:spTree>
    <p:extLst>
      <p:ext uri="{BB962C8B-B14F-4D97-AF65-F5344CB8AC3E}">
        <p14:creationId xmlns:p14="http://schemas.microsoft.com/office/powerpoint/2010/main" val="924919306"/>
      </p:ext>
    </p:extLst>
  </p:cSld>
  <p:clrMapOvr>
    <a:masterClrMapping/>
  </p:clrMapOvr>
  <p:transition spd="slow">
    <p:push dir="d"/>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13</a:t>
            </a:r>
          </a:p>
        </p:txBody>
      </p:sp>
      <p:sp>
        <p:nvSpPr>
          <p:cNvPr id="13" name="Rectangle 12"/>
          <p:cNvSpPr/>
          <p:nvPr/>
        </p:nvSpPr>
        <p:spPr>
          <a:xfrm>
            <a:off x="876300" y="1714500"/>
            <a:ext cx="914400" cy="9144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4" name="extBox 3"/>
          <p:cNvSpPr txBox="1"/>
          <p:nvPr/>
        </p:nvSpPr>
        <p:spPr>
          <a:xfrm>
            <a:off x="3626175" y="1714500"/>
            <a:ext cx="2284768" cy="1815882"/>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MEMBER INFORMATION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a:t>
            </a:r>
          </a:p>
        </p:txBody>
      </p:sp>
      <p:sp>
        <p:nvSpPr>
          <p:cNvPr id="7" name="Rounded Rectangle 6"/>
          <p:cNvSpPr/>
          <p:nvPr/>
        </p:nvSpPr>
        <p:spPr>
          <a:xfrm>
            <a:off x="873578" y="4113439"/>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p:cNvSpPr/>
          <p:nvPr/>
        </p:nvSpPr>
        <p:spPr>
          <a:xfrm>
            <a:off x="873578" y="4113439"/>
            <a:ext cx="374904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873578" y="3882607"/>
            <a:ext cx="598241"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DESIGN</a:t>
            </a:r>
          </a:p>
        </p:txBody>
      </p:sp>
      <p:sp>
        <p:nvSpPr>
          <p:cNvPr id="17" name="TextBox 16"/>
          <p:cNvSpPr txBox="1"/>
          <p:nvPr/>
        </p:nvSpPr>
        <p:spPr>
          <a:xfrm>
            <a:off x="4412464" y="3879014"/>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18" name="Rounded Rectangle 17"/>
          <p:cNvSpPr/>
          <p:nvPr/>
        </p:nvSpPr>
        <p:spPr>
          <a:xfrm>
            <a:off x="876300" y="4619835"/>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ounded Rectangle 18"/>
          <p:cNvSpPr/>
          <p:nvPr/>
        </p:nvSpPr>
        <p:spPr>
          <a:xfrm>
            <a:off x="876300" y="4619835"/>
            <a:ext cx="457200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876300" y="4389003"/>
            <a:ext cx="81945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DEVELOPER</a:t>
            </a:r>
          </a:p>
        </p:txBody>
      </p:sp>
      <p:sp>
        <p:nvSpPr>
          <p:cNvPr id="21" name="TextBox 20"/>
          <p:cNvSpPr txBox="1"/>
          <p:nvPr/>
        </p:nvSpPr>
        <p:spPr>
          <a:xfrm>
            <a:off x="5220730" y="4385410"/>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a:t>
            </a:r>
          </a:p>
        </p:txBody>
      </p:sp>
      <p:sp>
        <p:nvSpPr>
          <p:cNvPr id="22" name="Rounded Rectangle 21"/>
          <p:cNvSpPr/>
          <p:nvPr/>
        </p:nvSpPr>
        <p:spPr>
          <a:xfrm>
            <a:off x="876300" y="5135151"/>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ounded Rectangle 22"/>
          <p:cNvSpPr/>
          <p:nvPr/>
        </p:nvSpPr>
        <p:spPr>
          <a:xfrm>
            <a:off x="876300" y="5135151"/>
            <a:ext cx="228600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p:cNvSpPr txBox="1"/>
          <p:nvPr/>
        </p:nvSpPr>
        <p:spPr>
          <a:xfrm>
            <a:off x="876300" y="4904319"/>
            <a:ext cx="83548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25" name="TextBox 24"/>
          <p:cNvSpPr txBox="1"/>
          <p:nvPr/>
        </p:nvSpPr>
        <p:spPr>
          <a:xfrm>
            <a:off x="2934729" y="4900726"/>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26" name="Rounded Rectangle 25"/>
          <p:cNvSpPr/>
          <p:nvPr/>
        </p:nvSpPr>
        <p:spPr>
          <a:xfrm>
            <a:off x="876300" y="5637223"/>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ounded Rectangle 26"/>
          <p:cNvSpPr/>
          <p:nvPr/>
        </p:nvSpPr>
        <p:spPr>
          <a:xfrm>
            <a:off x="876300" y="5637223"/>
            <a:ext cx="374904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p:cNvSpPr txBox="1"/>
          <p:nvPr/>
        </p:nvSpPr>
        <p:spPr>
          <a:xfrm>
            <a:off x="876300" y="5406391"/>
            <a:ext cx="906017"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CONSULTING</a:t>
            </a:r>
          </a:p>
        </p:txBody>
      </p:sp>
      <p:sp>
        <p:nvSpPr>
          <p:cNvPr id="29" name="TextBox 28"/>
          <p:cNvSpPr txBox="1"/>
          <p:nvPr/>
        </p:nvSpPr>
        <p:spPr>
          <a:xfrm>
            <a:off x="4415186" y="5402798"/>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31" name="Rectangle 30"/>
          <p:cNvSpPr/>
          <p:nvPr/>
        </p:nvSpPr>
        <p:spPr>
          <a:xfrm>
            <a:off x="6281057" y="1714500"/>
            <a:ext cx="914400" cy="914400"/>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32" name="extBox 3"/>
          <p:cNvSpPr txBox="1"/>
          <p:nvPr/>
        </p:nvSpPr>
        <p:spPr>
          <a:xfrm>
            <a:off x="9030932" y="1714500"/>
            <a:ext cx="2284768" cy="1815882"/>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MEMBER INFORMATION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a:t>
            </a:r>
          </a:p>
        </p:txBody>
      </p:sp>
      <p:sp>
        <p:nvSpPr>
          <p:cNvPr id="33" name="Rounded Rectangle 32"/>
          <p:cNvSpPr/>
          <p:nvPr/>
        </p:nvSpPr>
        <p:spPr>
          <a:xfrm>
            <a:off x="6278335" y="4113439"/>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ounded Rectangle 33"/>
          <p:cNvSpPr/>
          <p:nvPr/>
        </p:nvSpPr>
        <p:spPr>
          <a:xfrm>
            <a:off x="6278335" y="4113439"/>
            <a:ext cx="374904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p:cNvSpPr txBox="1"/>
          <p:nvPr/>
        </p:nvSpPr>
        <p:spPr>
          <a:xfrm>
            <a:off x="6278335" y="3882607"/>
            <a:ext cx="598241"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DESIGN</a:t>
            </a:r>
          </a:p>
        </p:txBody>
      </p:sp>
      <p:sp>
        <p:nvSpPr>
          <p:cNvPr id="36" name="TextBox 35"/>
          <p:cNvSpPr txBox="1"/>
          <p:nvPr/>
        </p:nvSpPr>
        <p:spPr>
          <a:xfrm>
            <a:off x="9817221" y="3879014"/>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37" name="Rounded Rectangle 36"/>
          <p:cNvSpPr/>
          <p:nvPr/>
        </p:nvSpPr>
        <p:spPr>
          <a:xfrm>
            <a:off x="6281057" y="4619835"/>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ounded Rectangle 37"/>
          <p:cNvSpPr/>
          <p:nvPr/>
        </p:nvSpPr>
        <p:spPr>
          <a:xfrm>
            <a:off x="6281057" y="4619835"/>
            <a:ext cx="457200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Box 38"/>
          <p:cNvSpPr txBox="1"/>
          <p:nvPr/>
        </p:nvSpPr>
        <p:spPr>
          <a:xfrm>
            <a:off x="6281057" y="4389003"/>
            <a:ext cx="81945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DEVELOPER</a:t>
            </a:r>
          </a:p>
        </p:txBody>
      </p:sp>
      <p:sp>
        <p:nvSpPr>
          <p:cNvPr id="40" name="TextBox 39"/>
          <p:cNvSpPr txBox="1"/>
          <p:nvPr/>
        </p:nvSpPr>
        <p:spPr>
          <a:xfrm>
            <a:off x="10625487" y="4385410"/>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a:t>
            </a:r>
          </a:p>
        </p:txBody>
      </p:sp>
      <p:sp>
        <p:nvSpPr>
          <p:cNvPr id="41" name="Rounded Rectangle 40"/>
          <p:cNvSpPr/>
          <p:nvPr/>
        </p:nvSpPr>
        <p:spPr>
          <a:xfrm>
            <a:off x="6281057" y="5135151"/>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ounded Rectangle 41"/>
          <p:cNvSpPr/>
          <p:nvPr/>
        </p:nvSpPr>
        <p:spPr>
          <a:xfrm>
            <a:off x="6281057" y="5135151"/>
            <a:ext cx="228600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TextBox 42"/>
          <p:cNvSpPr txBox="1"/>
          <p:nvPr/>
        </p:nvSpPr>
        <p:spPr>
          <a:xfrm>
            <a:off x="6281057" y="4904319"/>
            <a:ext cx="83548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44" name="TextBox 43"/>
          <p:cNvSpPr txBox="1"/>
          <p:nvPr/>
        </p:nvSpPr>
        <p:spPr>
          <a:xfrm>
            <a:off x="8339486" y="4900726"/>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45" name="Rounded Rectangle 44"/>
          <p:cNvSpPr/>
          <p:nvPr/>
        </p:nvSpPr>
        <p:spPr>
          <a:xfrm>
            <a:off x="6281057" y="5637223"/>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ounded Rectangle 45"/>
          <p:cNvSpPr/>
          <p:nvPr/>
        </p:nvSpPr>
        <p:spPr>
          <a:xfrm>
            <a:off x="6281057" y="5637223"/>
            <a:ext cx="374904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TextBox 46"/>
          <p:cNvSpPr txBox="1"/>
          <p:nvPr/>
        </p:nvSpPr>
        <p:spPr>
          <a:xfrm>
            <a:off x="6281057" y="5406391"/>
            <a:ext cx="906017"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CONSULTING</a:t>
            </a:r>
          </a:p>
        </p:txBody>
      </p:sp>
      <p:sp>
        <p:nvSpPr>
          <p:cNvPr id="48" name="TextBox 47"/>
          <p:cNvSpPr txBox="1"/>
          <p:nvPr/>
        </p:nvSpPr>
        <p:spPr>
          <a:xfrm>
            <a:off x="9819943" y="5402798"/>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49" name="TextBox 48"/>
          <p:cNvSpPr txBox="1"/>
          <p:nvPr/>
        </p:nvSpPr>
        <p:spPr>
          <a:xfrm>
            <a:off x="419100" y="429414"/>
            <a:ext cx="3076483"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MEMBER SKILL &amp; BIO</a:t>
            </a:r>
          </a:p>
        </p:txBody>
      </p:sp>
      <p:sp>
        <p:nvSpPr>
          <p:cNvPr id="50" name="TextBox 49"/>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51" name="Rectangle 50"/>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Tree>
    <p:extLst>
      <p:ext uri="{BB962C8B-B14F-4D97-AF65-F5344CB8AC3E}">
        <p14:creationId xmlns:p14="http://schemas.microsoft.com/office/powerpoint/2010/main" val="3102335686"/>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500"/>
                                        <p:tgtEl>
                                          <p:spTgt spid="15"/>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wipe(left)">
                                      <p:cBhvr>
                                        <p:cTn id="10" dur="500"/>
                                        <p:tgtEl>
                                          <p:spTgt spid="19"/>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wipe(left)">
                                      <p:cBhvr>
                                        <p:cTn id="13" dur="500"/>
                                        <p:tgtEl>
                                          <p:spTgt spid="23"/>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27"/>
                                        </p:tgtEl>
                                        <p:attrNameLst>
                                          <p:attrName>style.visibility</p:attrName>
                                        </p:attrNameLst>
                                      </p:cBhvr>
                                      <p:to>
                                        <p:strVal val="visible"/>
                                      </p:to>
                                    </p:set>
                                    <p:animEffect transition="in" filter="wipe(left)">
                                      <p:cBhvr>
                                        <p:cTn id="16" dur="500"/>
                                        <p:tgtEl>
                                          <p:spTgt spid="27"/>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wipe(left)">
                                      <p:cBhvr>
                                        <p:cTn id="19" dur="500"/>
                                        <p:tgtEl>
                                          <p:spTgt spid="34"/>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38"/>
                                        </p:tgtEl>
                                        <p:attrNameLst>
                                          <p:attrName>style.visibility</p:attrName>
                                        </p:attrNameLst>
                                      </p:cBhvr>
                                      <p:to>
                                        <p:strVal val="visible"/>
                                      </p:to>
                                    </p:set>
                                    <p:animEffect transition="in" filter="wipe(left)">
                                      <p:cBhvr>
                                        <p:cTn id="22" dur="500"/>
                                        <p:tgtEl>
                                          <p:spTgt spid="38"/>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42"/>
                                        </p:tgtEl>
                                        <p:attrNameLst>
                                          <p:attrName>style.visibility</p:attrName>
                                        </p:attrNameLst>
                                      </p:cBhvr>
                                      <p:to>
                                        <p:strVal val="visible"/>
                                      </p:to>
                                    </p:set>
                                    <p:animEffect transition="in" filter="wipe(left)">
                                      <p:cBhvr>
                                        <p:cTn id="25" dur="500"/>
                                        <p:tgtEl>
                                          <p:spTgt spid="42"/>
                                        </p:tgtEl>
                                      </p:cBhvr>
                                    </p:animEffect>
                                  </p:childTnLst>
                                </p:cTn>
                              </p:par>
                              <p:par>
                                <p:cTn id="26" presetID="22" presetClass="entr" presetSubtype="8" fill="hold" grpId="0" nodeType="withEffect">
                                  <p:stCondLst>
                                    <p:cond delay="0"/>
                                  </p:stCondLst>
                                  <p:childTnLst>
                                    <p:set>
                                      <p:cBhvr>
                                        <p:cTn id="27" dur="1" fill="hold">
                                          <p:stCondLst>
                                            <p:cond delay="0"/>
                                          </p:stCondLst>
                                        </p:cTn>
                                        <p:tgtEl>
                                          <p:spTgt spid="46"/>
                                        </p:tgtEl>
                                        <p:attrNameLst>
                                          <p:attrName>style.visibility</p:attrName>
                                        </p:attrNameLst>
                                      </p:cBhvr>
                                      <p:to>
                                        <p:strVal val="visible"/>
                                      </p:to>
                                    </p:set>
                                    <p:animEffect transition="in" filter="wipe(left)">
                                      <p:cBhvr>
                                        <p:cTn id="28"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9" grpId="0" animBg="1"/>
      <p:bldP spid="23" grpId="0" animBg="1"/>
      <p:bldP spid="27" grpId="0" animBg="1"/>
      <p:bldP spid="34" grpId="0" animBg="1"/>
      <p:bldP spid="38" grpId="0" animBg="1"/>
      <p:bldP spid="42" grpId="0" animBg="1"/>
      <p:bldP spid="46"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64046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SIMPLE TIME LINE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14</a:t>
            </a:r>
          </a:p>
        </p:txBody>
      </p:sp>
      <p:sp>
        <p:nvSpPr>
          <p:cNvPr id="16" name="Rounded Rectangle 15"/>
          <p:cNvSpPr/>
          <p:nvPr/>
        </p:nvSpPr>
        <p:spPr>
          <a:xfrm>
            <a:off x="3737351" y="3767764"/>
            <a:ext cx="1870250" cy="154172"/>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unded Rectangle 17"/>
          <p:cNvSpPr/>
          <p:nvPr/>
        </p:nvSpPr>
        <p:spPr>
          <a:xfrm>
            <a:off x="6107331" y="3767764"/>
            <a:ext cx="1870250" cy="154172"/>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ounded Rectangle 19"/>
          <p:cNvSpPr/>
          <p:nvPr/>
        </p:nvSpPr>
        <p:spPr>
          <a:xfrm>
            <a:off x="8477311" y="3767764"/>
            <a:ext cx="1870250" cy="154172"/>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ed Rectangle 13"/>
          <p:cNvSpPr/>
          <p:nvPr/>
        </p:nvSpPr>
        <p:spPr>
          <a:xfrm>
            <a:off x="1367371" y="3767764"/>
            <a:ext cx="1870250" cy="154172"/>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Diamond 14"/>
          <p:cNvSpPr/>
          <p:nvPr/>
        </p:nvSpPr>
        <p:spPr>
          <a:xfrm>
            <a:off x="3131295" y="3485256"/>
            <a:ext cx="712382" cy="712382"/>
          </a:xfrm>
          <a:prstGeom prst="diamond">
            <a:avLst/>
          </a:prstGeom>
          <a:solidFill>
            <a:schemeClr val="accent6">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7" name="Diamond 16"/>
          <p:cNvSpPr/>
          <p:nvPr/>
        </p:nvSpPr>
        <p:spPr>
          <a:xfrm>
            <a:off x="5501275" y="3485256"/>
            <a:ext cx="712382" cy="712382"/>
          </a:xfrm>
          <a:prstGeom prst="diamond">
            <a:avLst/>
          </a:prstGeom>
          <a:solidFill>
            <a:schemeClr val="accent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9" name="Diamond 18"/>
          <p:cNvSpPr/>
          <p:nvPr/>
        </p:nvSpPr>
        <p:spPr>
          <a:xfrm>
            <a:off x="7871255" y="3485256"/>
            <a:ext cx="712382" cy="712382"/>
          </a:xfrm>
          <a:prstGeom prst="diamond">
            <a:avLst/>
          </a:prstGeom>
          <a:solidFill>
            <a:schemeClr val="accent6">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1" name="Diamond 20"/>
          <p:cNvSpPr/>
          <p:nvPr/>
        </p:nvSpPr>
        <p:spPr>
          <a:xfrm>
            <a:off x="10241235" y="3485256"/>
            <a:ext cx="712382" cy="712382"/>
          </a:xfrm>
          <a:prstGeom prst="diamond">
            <a:avLst/>
          </a:prstGeom>
          <a:solidFill>
            <a:schemeClr val="accent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3" name="TextBox 22"/>
          <p:cNvSpPr txBox="1"/>
          <p:nvPr/>
        </p:nvSpPr>
        <p:spPr>
          <a:xfrm>
            <a:off x="1367371" y="4012324"/>
            <a:ext cx="1864242" cy="50783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START BUSINESS</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a:t>
            </a:r>
          </a:p>
        </p:txBody>
      </p:sp>
      <p:sp>
        <p:nvSpPr>
          <p:cNvPr id="25" name="TextBox 24"/>
          <p:cNvSpPr txBox="1"/>
          <p:nvPr/>
        </p:nvSpPr>
        <p:spPr>
          <a:xfrm>
            <a:off x="3737351" y="3188102"/>
            <a:ext cx="1864242" cy="50783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PRODUCT</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6" name="TextBox 25"/>
          <p:cNvSpPr txBox="1"/>
          <p:nvPr/>
        </p:nvSpPr>
        <p:spPr>
          <a:xfrm>
            <a:off x="6107331" y="4012323"/>
            <a:ext cx="1864242" cy="50783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DEPARTMENT</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7" name="TextBox 26"/>
          <p:cNvSpPr txBox="1"/>
          <p:nvPr/>
        </p:nvSpPr>
        <p:spPr>
          <a:xfrm>
            <a:off x="8376993" y="3188101"/>
            <a:ext cx="1864242" cy="50783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CONSULTING</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29" name="Straight Connector 28"/>
          <p:cNvCxnSpPr/>
          <p:nvPr/>
        </p:nvCxnSpPr>
        <p:spPr>
          <a:xfrm>
            <a:off x="3487486" y="2767060"/>
            <a:ext cx="0" cy="64008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736371" y="2756174"/>
            <a:ext cx="751115"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8214154" y="2723517"/>
            <a:ext cx="0" cy="64008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7463039" y="2712631"/>
            <a:ext cx="751115"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5865382" y="4338614"/>
            <a:ext cx="0" cy="640080"/>
          </a:xfrm>
          <a:prstGeom prst="line">
            <a:avLst/>
          </a:prstGeom>
          <a:ln w="3175">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5118321" y="4989580"/>
            <a:ext cx="751115"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10600668" y="4338614"/>
            <a:ext cx="0" cy="640080"/>
          </a:xfrm>
          <a:prstGeom prst="line">
            <a:avLst/>
          </a:prstGeom>
          <a:ln w="3175">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9853607" y="4989580"/>
            <a:ext cx="751115"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1238382" y="2302203"/>
            <a:ext cx="1495925"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40" name="TextBox 39"/>
          <p:cNvSpPr txBox="1"/>
          <p:nvPr/>
        </p:nvSpPr>
        <p:spPr>
          <a:xfrm>
            <a:off x="5975331" y="2297255"/>
            <a:ext cx="1495925"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2013</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41" name="TextBox 40"/>
          <p:cNvSpPr txBox="1"/>
          <p:nvPr/>
        </p:nvSpPr>
        <p:spPr>
          <a:xfrm>
            <a:off x="3610417" y="4538835"/>
            <a:ext cx="1495925" cy="907941"/>
          </a:xfrm>
          <a:prstGeom prst="rect">
            <a:avLst/>
          </a:prstGeom>
          <a:noFill/>
        </p:spPr>
        <p:txBody>
          <a:bodyPr wrap="square" rtlCol="0">
            <a:spAutoFit/>
          </a:bodyPr>
          <a:lstStyle/>
          <a:p>
            <a:pPr algn="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2012</a:t>
            </a:r>
          </a:p>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42" name="TextBox 41"/>
          <p:cNvSpPr txBox="1"/>
          <p:nvPr/>
        </p:nvSpPr>
        <p:spPr>
          <a:xfrm>
            <a:off x="8324324" y="4538835"/>
            <a:ext cx="1495925" cy="907941"/>
          </a:xfrm>
          <a:prstGeom prst="rect">
            <a:avLst/>
          </a:prstGeom>
          <a:noFill/>
        </p:spPr>
        <p:txBody>
          <a:bodyPr wrap="square" rtlCol="0">
            <a:spAutoFit/>
          </a:bodyPr>
          <a:lstStyle/>
          <a:p>
            <a:pPr algn="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2014</a:t>
            </a:r>
          </a:p>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Tree>
    <p:extLst>
      <p:ext uri="{BB962C8B-B14F-4D97-AF65-F5344CB8AC3E}">
        <p14:creationId xmlns:p14="http://schemas.microsoft.com/office/powerpoint/2010/main" val="245204880"/>
      </p:ext>
    </p:extLst>
  </p:cSld>
  <p:clrMapOvr>
    <a:masterClrMapping/>
  </p:clrMapOvr>
  <mc:AlternateContent xmlns:mc="http://schemas.openxmlformats.org/markup-compatibility/2006" xmlns:p14="http://schemas.microsoft.com/office/powerpoint/2010/main">
    <mc:Choice Requires="p14">
      <p:transition spd="slow" p14:dur="1200">
        <p14:prism dir="d"/>
      </p:transition>
    </mc:Choice>
    <mc:Fallback xmlns="">
      <p:transition spd="slow">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951449"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COMPANY TIME LINE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15</a:t>
            </a:r>
          </a:p>
        </p:txBody>
      </p:sp>
      <p:cxnSp>
        <p:nvCxnSpPr>
          <p:cNvPr id="7" name="Straight Connector 6"/>
          <p:cNvCxnSpPr/>
          <p:nvPr/>
        </p:nvCxnSpPr>
        <p:spPr>
          <a:xfrm>
            <a:off x="876300" y="3420652"/>
            <a:ext cx="11315700" cy="0"/>
          </a:xfrm>
          <a:prstGeom prst="line">
            <a:avLst/>
          </a:prstGeom>
          <a:ln w="28575" cap="rnd">
            <a:solidFill>
              <a:srgbClr val="95A5A6"/>
            </a:solidFill>
            <a:prstDash val="sysDot"/>
          </a:ln>
        </p:spPr>
        <p:style>
          <a:lnRef idx="1">
            <a:schemeClr val="accent1"/>
          </a:lnRef>
          <a:fillRef idx="0">
            <a:schemeClr val="accent1"/>
          </a:fillRef>
          <a:effectRef idx="0">
            <a:schemeClr val="accent1"/>
          </a:effectRef>
          <a:fontRef idx="minor">
            <a:schemeClr val="tx1"/>
          </a:fontRef>
        </p:style>
      </p:cxnSp>
      <p:sp>
        <p:nvSpPr>
          <p:cNvPr id="11" name="Rounded Rectangle 10"/>
          <p:cNvSpPr/>
          <p:nvPr/>
        </p:nvSpPr>
        <p:spPr>
          <a:xfrm>
            <a:off x="639724"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ounded Rectangle 11"/>
          <p:cNvSpPr/>
          <p:nvPr/>
        </p:nvSpPr>
        <p:spPr>
          <a:xfrm>
            <a:off x="1660449" y="3306352"/>
            <a:ext cx="228600" cy="228600"/>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ounded Rectangle 12"/>
          <p:cNvSpPr/>
          <p:nvPr/>
        </p:nvSpPr>
        <p:spPr>
          <a:xfrm>
            <a:off x="2681174"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ed Rectangle 13"/>
          <p:cNvSpPr/>
          <p:nvPr/>
        </p:nvSpPr>
        <p:spPr>
          <a:xfrm>
            <a:off x="3162299" y="3306352"/>
            <a:ext cx="228600" cy="228600"/>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p:cNvSpPr/>
          <p:nvPr/>
        </p:nvSpPr>
        <p:spPr>
          <a:xfrm>
            <a:off x="4321248"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ounded Rectangle 15"/>
          <p:cNvSpPr/>
          <p:nvPr/>
        </p:nvSpPr>
        <p:spPr>
          <a:xfrm>
            <a:off x="5341086" y="3306352"/>
            <a:ext cx="228600" cy="228600"/>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ounded Rectangle 16"/>
          <p:cNvSpPr/>
          <p:nvPr/>
        </p:nvSpPr>
        <p:spPr>
          <a:xfrm>
            <a:off x="5973725"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unded Rectangle 17"/>
          <p:cNvSpPr/>
          <p:nvPr/>
        </p:nvSpPr>
        <p:spPr>
          <a:xfrm>
            <a:off x="7079511" y="3306352"/>
            <a:ext cx="228600" cy="228600"/>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ounded Rectangle 18"/>
          <p:cNvSpPr/>
          <p:nvPr/>
        </p:nvSpPr>
        <p:spPr>
          <a:xfrm>
            <a:off x="8522880"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ounded Rectangle 19"/>
          <p:cNvSpPr/>
          <p:nvPr/>
        </p:nvSpPr>
        <p:spPr>
          <a:xfrm>
            <a:off x="10135040" y="3306352"/>
            <a:ext cx="228600" cy="228600"/>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ounded Rectangle 20"/>
          <p:cNvSpPr/>
          <p:nvPr/>
        </p:nvSpPr>
        <p:spPr>
          <a:xfrm>
            <a:off x="11071151"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5" name="Straight Connector 24"/>
          <p:cNvCxnSpPr/>
          <p:nvPr/>
        </p:nvCxnSpPr>
        <p:spPr>
          <a:xfrm flipH="1">
            <a:off x="761999" y="3534952"/>
            <a:ext cx="7975" cy="1711842"/>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6" name="TextBox 25"/>
          <p:cNvSpPr txBox="1"/>
          <p:nvPr/>
        </p:nvSpPr>
        <p:spPr>
          <a:xfrm>
            <a:off x="716280" y="5264259"/>
            <a:ext cx="1648632"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2011</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START BUSINESS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cxnSp>
        <p:nvCxnSpPr>
          <p:cNvPr id="28" name="Straight Connector 27"/>
          <p:cNvCxnSpPr/>
          <p:nvPr/>
        </p:nvCxnSpPr>
        <p:spPr>
          <a:xfrm>
            <a:off x="1774749" y="3541410"/>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1804663" y="4604665"/>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2656062" y="4423081"/>
            <a:ext cx="39946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32" name="TextBox 31"/>
          <p:cNvSpPr txBox="1"/>
          <p:nvPr/>
        </p:nvSpPr>
        <p:spPr>
          <a:xfrm>
            <a:off x="3013579" y="4290416"/>
            <a:ext cx="1184985"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33" name="Straight Connector 32"/>
          <p:cNvCxnSpPr/>
          <p:nvPr/>
        </p:nvCxnSpPr>
        <p:spPr>
          <a:xfrm>
            <a:off x="2783981" y="2243097"/>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2791956" y="2243864"/>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5" name="TextBox 34"/>
          <p:cNvSpPr txBox="1"/>
          <p:nvPr/>
        </p:nvSpPr>
        <p:spPr>
          <a:xfrm>
            <a:off x="3692454" y="1927626"/>
            <a:ext cx="1648632"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2012</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PRODUCT</a:t>
            </a:r>
          </a:p>
        </p:txBody>
      </p:sp>
      <p:cxnSp>
        <p:nvCxnSpPr>
          <p:cNvPr id="36" name="Straight Connector 35"/>
          <p:cNvCxnSpPr/>
          <p:nvPr/>
        </p:nvCxnSpPr>
        <p:spPr>
          <a:xfrm>
            <a:off x="3268624" y="2929163"/>
            <a:ext cx="7975" cy="365760"/>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268624" y="2929163"/>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8" name="TextBox 37"/>
          <p:cNvSpPr txBox="1"/>
          <p:nvPr/>
        </p:nvSpPr>
        <p:spPr>
          <a:xfrm>
            <a:off x="4099295" y="2675247"/>
            <a:ext cx="1988730"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NEW MEMBER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39" name="Straight Connector 38"/>
          <p:cNvCxnSpPr/>
          <p:nvPr/>
        </p:nvCxnSpPr>
        <p:spPr>
          <a:xfrm flipH="1">
            <a:off x="4431560" y="3534952"/>
            <a:ext cx="7975" cy="137160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0" name="Oval 39"/>
          <p:cNvSpPr/>
          <p:nvPr/>
        </p:nvSpPr>
        <p:spPr>
          <a:xfrm>
            <a:off x="3947778" y="5035557"/>
            <a:ext cx="967563" cy="967563"/>
          </a:xfrm>
          <a:prstGeom prst="ellipse">
            <a:avLst/>
          </a:prstGeom>
          <a:solidFill>
            <a:srgbClr val="ECF0F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p:cNvSpPr txBox="1"/>
          <p:nvPr/>
        </p:nvSpPr>
        <p:spPr>
          <a:xfrm>
            <a:off x="5017340" y="5196172"/>
            <a:ext cx="1184985"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JOHN DOE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42" name="Straight Connector 41"/>
          <p:cNvCxnSpPr/>
          <p:nvPr/>
        </p:nvCxnSpPr>
        <p:spPr>
          <a:xfrm>
            <a:off x="5447411" y="3546157"/>
            <a:ext cx="7975" cy="36576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4848899" y="3967250"/>
            <a:ext cx="1224738" cy="6463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CONSULTING</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45" name="Straight Connector 44"/>
          <p:cNvCxnSpPr/>
          <p:nvPr/>
        </p:nvCxnSpPr>
        <p:spPr>
          <a:xfrm>
            <a:off x="6089795" y="2196283"/>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6088025" y="2169440"/>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7" name="TextBox 46"/>
          <p:cNvSpPr txBox="1"/>
          <p:nvPr/>
        </p:nvSpPr>
        <p:spPr>
          <a:xfrm>
            <a:off x="7052361" y="1848634"/>
            <a:ext cx="1648632"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2013</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DEPARTMENT</a:t>
            </a:r>
          </a:p>
        </p:txBody>
      </p:sp>
      <p:cxnSp>
        <p:nvCxnSpPr>
          <p:cNvPr id="48" name="Straight Connector 47"/>
          <p:cNvCxnSpPr/>
          <p:nvPr/>
        </p:nvCxnSpPr>
        <p:spPr>
          <a:xfrm flipH="1">
            <a:off x="7183618" y="3565148"/>
            <a:ext cx="7975" cy="137160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50" name="Oval 49"/>
          <p:cNvSpPr/>
          <p:nvPr/>
        </p:nvSpPr>
        <p:spPr>
          <a:xfrm>
            <a:off x="6626158" y="5043034"/>
            <a:ext cx="1117410" cy="11174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95%</a:t>
            </a:r>
          </a:p>
          <a:p>
            <a:pPr algn="ctr"/>
            <a:r>
              <a:rPr lang="en-US" sz="900">
                <a:solidFill>
                  <a:schemeClr val="tx1">
                    <a:lumMod val="65000"/>
                    <a:lumOff val="35000"/>
                  </a:schemeClr>
                </a:solidFill>
                <a:latin typeface="Abel" panose="02000506030000020004" pitchFamily="2" charset="0"/>
              </a:rPr>
              <a:t>MONTHLY</a:t>
            </a:r>
          </a:p>
        </p:txBody>
      </p:sp>
      <p:sp>
        <p:nvSpPr>
          <p:cNvPr id="51" name="Arc 50"/>
          <p:cNvSpPr/>
          <p:nvPr/>
        </p:nvSpPr>
        <p:spPr>
          <a:xfrm>
            <a:off x="6705829" y="5147874"/>
            <a:ext cx="907729" cy="907729"/>
          </a:xfrm>
          <a:prstGeom prst="arc">
            <a:avLst>
              <a:gd name="adj1" fmla="val 16200000"/>
              <a:gd name="adj2" fmla="val 13209839"/>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3" name="Straight Connector 52"/>
          <p:cNvCxnSpPr/>
          <p:nvPr/>
        </p:nvCxnSpPr>
        <p:spPr>
          <a:xfrm>
            <a:off x="8629205" y="3546157"/>
            <a:ext cx="7975" cy="36576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54" name="TextBox 53"/>
          <p:cNvSpPr txBox="1"/>
          <p:nvPr/>
        </p:nvSpPr>
        <p:spPr>
          <a:xfrm>
            <a:off x="8024811" y="4038562"/>
            <a:ext cx="1224738" cy="6463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NEW PROJECT</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55" name="Straight Connector 54"/>
          <p:cNvCxnSpPr/>
          <p:nvPr/>
        </p:nvCxnSpPr>
        <p:spPr>
          <a:xfrm>
            <a:off x="11185451" y="3550326"/>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10363640" y="4604665"/>
            <a:ext cx="797387"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sp>
        <p:nvSpPr>
          <p:cNvPr id="57" name="TextBox 56"/>
          <p:cNvSpPr txBox="1"/>
          <p:nvPr/>
        </p:nvSpPr>
        <p:spPr>
          <a:xfrm>
            <a:off x="9154231" y="4348698"/>
            <a:ext cx="1184985"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ANALYSIS</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58" name="Straight Connector 57"/>
          <p:cNvCxnSpPr/>
          <p:nvPr/>
        </p:nvCxnSpPr>
        <p:spPr>
          <a:xfrm>
            <a:off x="10235797" y="2929163"/>
            <a:ext cx="7975" cy="365760"/>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59" name="TextBox 58"/>
          <p:cNvSpPr txBox="1"/>
          <p:nvPr/>
        </p:nvSpPr>
        <p:spPr>
          <a:xfrm>
            <a:off x="9746723" y="2243097"/>
            <a:ext cx="1648632"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2014</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DEPARTMENT</a:t>
            </a:r>
          </a:p>
        </p:txBody>
      </p:sp>
    </p:spTree>
    <p:extLst>
      <p:ext uri="{BB962C8B-B14F-4D97-AF65-F5344CB8AC3E}">
        <p14:creationId xmlns:p14="http://schemas.microsoft.com/office/powerpoint/2010/main" val="2867851767"/>
      </p:ext>
    </p:extLst>
  </p:cSld>
  <p:clrMapOvr>
    <a:masterClrMapping/>
  </p:clrMapOvr>
  <p:transition spd="med">
    <p:pull/>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951449"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COMPANY TIME LINE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16</a:t>
            </a:r>
          </a:p>
        </p:txBody>
      </p:sp>
      <p:cxnSp>
        <p:nvCxnSpPr>
          <p:cNvPr id="11" name="Straight Connector 10"/>
          <p:cNvCxnSpPr/>
          <p:nvPr/>
        </p:nvCxnSpPr>
        <p:spPr>
          <a:xfrm>
            <a:off x="0" y="3420652"/>
            <a:ext cx="11315700" cy="0"/>
          </a:xfrm>
          <a:prstGeom prst="line">
            <a:avLst/>
          </a:prstGeom>
          <a:ln w="28575" cap="rnd">
            <a:solidFill>
              <a:srgbClr val="95A5A6"/>
            </a:solidFill>
            <a:prstDash val="sysDot"/>
          </a:ln>
        </p:spPr>
        <p:style>
          <a:lnRef idx="1">
            <a:schemeClr val="accent1"/>
          </a:lnRef>
          <a:fillRef idx="0">
            <a:schemeClr val="accent1"/>
          </a:fillRef>
          <a:effectRef idx="0">
            <a:schemeClr val="accent1"/>
          </a:effectRef>
          <a:fontRef idx="minor">
            <a:schemeClr val="tx1"/>
          </a:fontRef>
        </p:style>
      </p:cxnSp>
      <p:sp>
        <p:nvSpPr>
          <p:cNvPr id="12" name="Rounded Rectangle 11"/>
          <p:cNvSpPr/>
          <p:nvPr/>
        </p:nvSpPr>
        <p:spPr>
          <a:xfrm>
            <a:off x="884273"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ounded Rectangle 12"/>
          <p:cNvSpPr/>
          <p:nvPr/>
        </p:nvSpPr>
        <p:spPr>
          <a:xfrm>
            <a:off x="1904998"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ed Rectangle 13"/>
          <p:cNvSpPr/>
          <p:nvPr/>
        </p:nvSpPr>
        <p:spPr>
          <a:xfrm>
            <a:off x="7742272"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p:cNvSpPr/>
          <p:nvPr/>
        </p:nvSpPr>
        <p:spPr>
          <a:xfrm>
            <a:off x="3406848"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ounded Rectangle 15"/>
          <p:cNvSpPr/>
          <p:nvPr/>
        </p:nvSpPr>
        <p:spPr>
          <a:xfrm>
            <a:off x="4565797"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ounded Rectangle 16"/>
          <p:cNvSpPr/>
          <p:nvPr/>
        </p:nvSpPr>
        <p:spPr>
          <a:xfrm>
            <a:off x="5585635"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unded Rectangle 17"/>
          <p:cNvSpPr/>
          <p:nvPr/>
        </p:nvSpPr>
        <p:spPr>
          <a:xfrm>
            <a:off x="6218274"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ounded Rectangle 18"/>
          <p:cNvSpPr/>
          <p:nvPr/>
        </p:nvSpPr>
        <p:spPr>
          <a:xfrm>
            <a:off x="9414686"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ounded Rectangle 19"/>
          <p:cNvSpPr/>
          <p:nvPr/>
        </p:nvSpPr>
        <p:spPr>
          <a:xfrm>
            <a:off x="11087100"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1" name="Straight Connector 20"/>
          <p:cNvCxnSpPr/>
          <p:nvPr/>
        </p:nvCxnSpPr>
        <p:spPr>
          <a:xfrm flipH="1">
            <a:off x="2019298" y="3534952"/>
            <a:ext cx="7975" cy="137160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761999" y="2383674"/>
            <a:ext cx="1648632"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2015</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DEPARTMENT</a:t>
            </a:r>
          </a:p>
        </p:txBody>
      </p:sp>
      <p:sp>
        <p:nvSpPr>
          <p:cNvPr id="23" name="TextBox 22"/>
          <p:cNvSpPr txBox="1"/>
          <p:nvPr/>
        </p:nvSpPr>
        <p:spPr>
          <a:xfrm>
            <a:off x="1365296" y="5077587"/>
            <a:ext cx="1526044"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24" name="Straight Connector 23"/>
          <p:cNvCxnSpPr/>
          <p:nvPr/>
        </p:nvCxnSpPr>
        <p:spPr>
          <a:xfrm>
            <a:off x="3516272" y="2243097"/>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3524247" y="2243864"/>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5" name="Rectangle 4"/>
          <p:cNvSpPr/>
          <p:nvPr/>
        </p:nvSpPr>
        <p:spPr>
          <a:xfrm>
            <a:off x="4486940" y="1714500"/>
            <a:ext cx="1609060" cy="975537"/>
          </a:xfrm>
          <a:prstGeom prst="rect">
            <a:avLst/>
          </a:prstGeom>
          <a:solidFill>
            <a:srgbClr val="ECF0F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4528448" y="2689591"/>
            <a:ext cx="1526044" cy="507831"/>
          </a:xfrm>
          <a:prstGeom prst="rect">
            <a:avLst/>
          </a:prstGeom>
          <a:noFill/>
        </p:spPr>
        <p:txBody>
          <a:bodyPr wrap="square" rtlCol="0">
            <a:spAutoFit/>
          </a:bodyPr>
          <a:lstStyle/>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ANALYSIS</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27" name="Straight Connector 26"/>
          <p:cNvCxnSpPr/>
          <p:nvPr/>
        </p:nvCxnSpPr>
        <p:spPr>
          <a:xfrm>
            <a:off x="4666805" y="3534952"/>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sp>
        <p:nvSpPr>
          <p:cNvPr id="29" name="Oval 28"/>
          <p:cNvSpPr/>
          <p:nvPr/>
        </p:nvSpPr>
        <p:spPr>
          <a:xfrm>
            <a:off x="4141244" y="4621069"/>
            <a:ext cx="1117410" cy="11174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15%</a:t>
            </a:r>
          </a:p>
          <a:p>
            <a:pPr algn="ctr"/>
            <a:r>
              <a:rPr lang="en-US" sz="900">
                <a:solidFill>
                  <a:schemeClr val="tx1">
                    <a:lumMod val="65000"/>
                    <a:lumOff val="35000"/>
                  </a:schemeClr>
                </a:solidFill>
                <a:latin typeface="Abel" panose="02000506030000020004" pitchFamily="2" charset="0"/>
              </a:rPr>
              <a:t>MONTHLY</a:t>
            </a:r>
          </a:p>
        </p:txBody>
      </p:sp>
      <p:sp>
        <p:nvSpPr>
          <p:cNvPr id="30" name="Arc 29"/>
          <p:cNvSpPr/>
          <p:nvPr/>
        </p:nvSpPr>
        <p:spPr>
          <a:xfrm>
            <a:off x="4220915" y="4725909"/>
            <a:ext cx="907729" cy="907729"/>
          </a:xfrm>
          <a:prstGeom prst="arc">
            <a:avLst>
              <a:gd name="adj1" fmla="val 16200000"/>
              <a:gd name="adj2" fmla="val 21138658"/>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1" name="Straight Connector 30"/>
          <p:cNvCxnSpPr/>
          <p:nvPr/>
        </p:nvCxnSpPr>
        <p:spPr>
          <a:xfrm>
            <a:off x="5698162" y="3534185"/>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5728076" y="4597440"/>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6609902" y="4423081"/>
            <a:ext cx="381836"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34" name="TextBox 33"/>
          <p:cNvSpPr txBox="1"/>
          <p:nvPr/>
        </p:nvSpPr>
        <p:spPr>
          <a:xfrm>
            <a:off x="6967419" y="4290416"/>
            <a:ext cx="1184985"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35" name="Straight Connector 34"/>
          <p:cNvCxnSpPr/>
          <p:nvPr/>
        </p:nvCxnSpPr>
        <p:spPr>
          <a:xfrm>
            <a:off x="6326024" y="3544492"/>
            <a:ext cx="7975" cy="365760"/>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6338931" y="3903794"/>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7209106" y="3649878"/>
            <a:ext cx="1886595"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38" name="Straight Connector 37"/>
          <p:cNvCxnSpPr/>
          <p:nvPr/>
        </p:nvCxnSpPr>
        <p:spPr>
          <a:xfrm>
            <a:off x="7848597" y="2883129"/>
            <a:ext cx="7975" cy="365760"/>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7030389" y="2209844"/>
            <a:ext cx="423593" cy="4235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sp>
        <p:nvSpPr>
          <p:cNvPr id="39" name="Oval 38"/>
          <p:cNvSpPr/>
          <p:nvPr/>
        </p:nvSpPr>
        <p:spPr>
          <a:xfrm>
            <a:off x="7636343" y="2209844"/>
            <a:ext cx="423593" cy="42359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sp>
        <p:nvSpPr>
          <p:cNvPr id="40" name="Oval 39"/>
          <p:cNvSpPr/>
          <p:nvPr/>
        </p:nvSpPr>
        <p:spPr>
          <a:xfrm>
            <a:off x="8243212" y="2209844"/>
            <a:ext cx="423593" cy="4235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cxnSp>
        <p:nvCxnSpPr>
          <p:cNvPr id="42" name="Straight Connector 41"/>
          <p:cNvCxnSpPr/>
          <p:nvPr/>
        </p:nvCxnSpPr>
        <p:spPr>
          <a:xfrm flipH="1">
            <a:off x="9512592" y="3534185"/>
            <a:ext cx="7975" cy="137160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3" name="TextBox 42"/>
          <p:cNvSpPr txBox="1"/>
          <p:nvPr/>
        </p:nvSpPr>
        <p:spPr>
          <a:xfrm>
            <a:off x="8916617" y="5019317"/>
            <a:ext cx="1224738" cy="6463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CONSULTING</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44" name="TextBox 43"/>
          <p:cNvSpPr txBox="1"/>
          <p:nvPr/>
        </p:nvSpPr>
        <p:spPr>
          <a:xfrm>
            <a:off x="9750448" y="2550889"/>
            <a:ext cx="1648632" cy="630942"/>
          </a:xfrm>
          <a:prstGeom prst="rect">
            <a:avLst/>
          </a:prstGeom>
          <a:noFill/>
        </p:spPr>
        <p:txBody>
          <a:bodyPr wrap="square" rtlCol="0">
            <a:spAutoFit/>
          </a:bodyPr>
          <a:lstStyle/>
          <a:p>
            <a:pPr algn="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WIN</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DEPARTMENT</a:t>
            </a:r>
          </a:p>
        </p:txBody>
      </p:sp>
    </p:spTree>
    <p:extLst>
      <p:ext uri="{BB962C8B-B14F-4D97-AF65-F5344CB8AC3E}">
        <p14:creationId xmlns:p14="http://schemas.microsoft.com/office/powerpoint/2010/main" val="3547261988"/>
      </p:ext>
    </p:extLst>
  </p:cSld>
  <p:clrMapOvr>
    <a:masterClrMapping/>
  </p:clrMapOvr>
  <p:transition spd="slow">
    <p:push/>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0" y="1768475"/>
            <a:ext cx="12192000" cy="2601913"/>
          </a:xfrm>
        </p:spPr>
        <p:txBody>
          <a:bodyPr/>
          <a:lstStyle/>
          <a:p>
            <a:endParaRPr lang="en-MY"/>
          </a:p>
        </p:txBody>
      </p:sp>
      <p:sp>
        <p:nvSpPr>
          <p:cNvPr id="2" name="TextBox 1"/>
          <p:cNvSpPr txBox="1"/>
          <p:nvPr/>
        </p:nvSpPr>
        <p:spPr>
          <a:xfrm>
            <a:off x="4062721" y="429414"/>
            <a:ext cx="4066562"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SERVICE PROJECT ANALYSIS</a:t>
            </a:r>
          </a:p>
        </p:txBody>
      </p:sp>
      <p:sp>
        <p:nvSpPr>
          <p:cNvPr id="3" name="TextBox 2"/>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17</a:t>
            </a:r>
          </a:p>
        </p:txBody>
      </p:sp>
      <p:sp>
        <p:nvSpPr>
          <p:cNvPr id="24" name="Rectangle 23"/>
          <p:cNvSpPr/>
          <p:nvPr/>
        </p:nvSpPr>
        <p:spPr>
          <a:xfrm>
            <a:off x="1479006" y="3429000"/>
            <a:ext cx="2497571" cy="102604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Abel" panose="02000506030000020004" pitchFamily="2" charset="0"/>
                <a:ea typeface="Open Sans" panose="020B0606030504020204" pitchFamily="34" charset="0"/>
                <a:cs typeface="Open Sans" panose="020B0606030504020204" pitchFamily="34" charset="0"/>
              </a:rPr>
              <a:t>78%</a:t>
            </a:r>
          </a:p>
        </p:txBody>
      </p:sp>
      <p:sp>
        <p:nvSpPr>
          <p:cNvPr id="25" name="Rectangle 24"/>
          <p:cNvSpPr/>
          <p:nvPr/>
        </p:nvSpPr>
        <p:spPr>
          <a:xfrm>
            <a:off x="4847214" y="3429000"/>
            <a:ext cx="2497571" cy="102604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Abel" panose="02000506030000020004" pitchFamily="2" charset="0"/>
                <a:ea typeface="Open Sans" panose="020B0606030504020204" pitchFamily="34" charset="0"/>
                <a:cs typeface="Open Sans" panose="020B0606030504020204" pitchFamily="34" charset="0"/>
              </a:rPr>
              <a:t>95%</a:t>
            </a:r>
          </a:p>
        </p:txBody>
      </p:sp>
      <p:sp>
        <p:nvSpPr>
          <p:cNvPr id="26" name="Rectangle 25"/>
          <p:cNvSpPr/>
          <p:nvPr/>
        </p:nvSpPr>
        <p:spPr>
          <a:xfrm>
            <a:off x="8215422" y="3429000"/>
            <a:ext cx="2497571" cy="102604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Abel" panose="02000506030000020004" pitchFamily="2" charset="0"/>
                <a:ea typeface="Open Sans" panose="020B0606030504020204" pitchFamily="34" charset="0"/>
                <a:cs typeface="Open Sans" panose="020B0606030504020204" pitchFamily="34" charset="0"/>
              </a:rPr>
              <a:t>80%</a:t>
            </a:r>
          </a:p>
        </p:txBody>
      </p:sp>
      <p:sp>
        <p:nvSpPr>
          <p:cNvPr id="27" name="TextBox 26"/>
          <p:cNvSpPr txBox="1"/>
          <p:nvPr/>
        </p:nvSpPr>
        <p:spPr>
          <a:xfrm>
            <a:off x="1582267" y="481689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BRANDING PROMOTION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8" name="TextBox 27"/>
          <p:cNvSpPr txBox="1"/>
          <p:nvPr/>
        </p:nvSpPr>
        <p:spPr>
          <a:xfrm>
            <a:off x="4950475" y="4816896"/>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RESEARCH</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9" name="TextBox 28"/>
          <p:cNvSpPr txBox="1"/>
          <p:nvPr/>
        </p:nvSpPr>
        <p:spPr>
          <a:xfrm>
            <a:off x="8318683" y="4816896"/>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DEVELOPER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1753280411"/>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500" fill="hold"/>
                                        <p:tgtEl>
                                          <p:spTgt spid="24"/>
                                        </p:tgtEl>
                                        <p:attrNameLst>
                                          <p:attrName>ppt_w</p:attrName>
                                        </p:attrNameLst>
                                      </p:cBhvr>
                                      <p:tavLst>
                                        <p:tav tm="0">
                                          <p:val>
                                            <p:fltVal val="0"/>
                                          </p:val>
                                        </p:tav>
                                        <p:tav tm="100000">
                                          <p:val>
                                            <p:strVal val="#ppt_w"/>
                                          </p:val>
                                        </p:tav>
                                      </p:tavLst>
                                    </p:anim>
                                    <p:anim calcmode="lin" valueType="num">
                                      <p:cBhvr>
                                        <p:cTn id="8" dur="500" fill="hold"/>
                                        <p:tgtEl>
                                          <p:spTgt spid="24"/>
                                        </p:tgtEl>
                                        <p:attrNameLst>
                                          <p:attrName>ppt_h</p:attrName>
                                        </p:attrNameLst>
                                      </p:cBhvr>
                                      <p:tavLst>
                                        <p:tav tm="0">
                                          <p:val>
                                            <p:fltVal val="0"/>
                                          </p:val>
                                        </p:tav>
                                        <p:tav tm="100000">
                                          <p:val>
                                            <p:strVal val="#ppt_h"/>
                                          </p:val>
                                        </p:tav>
                                      </p:tavLst>
                                    </p:anim>
                                    <p:animEffect transition="in" filter="fade">
                                      <p:cBhvr>
                                        <p:cTn id="9" dur="500"/>
                                        <p:tgtEl>
                                          <p:spTgt spid="24"/>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25"/>
                                        </p:tgtEl>
                                        <p:attrNameLst>
                                          <p:attrName>style.visibility</p:attrName>
                                        </p:attrNameLst>
                                      </p:cBhvr>
                                      <p:to>
                                        <p:strVal val="visible"/>
                                      </p:to>
                                    </p:set>
                                    <p:anim calcmode="lin" valueType="num">
                                      <p:cBhvr>
                                        <p:cTn id="13" dur="500" fill="hold"/>
                                        <p:tgtEl>
                                          <p:spTgt spid="25"/>
                                        </p:tgtEl>
                                        <p:attrNameLst>
                                          <p:attrName>ppt_w</p:attrName>
                                        </p:attrNameLst>
                                      </p:cBhvr>
                                      <p:tavLst>
                                        <p:tav tm="0">
                                          <p:val>
                                            <p:fltVal val="0"/>
                                          </p:val>
                                        </p:tav>
                                        <p:tav tm="100000">
                                          <p:val>
                                            <p:strVal val="#ppt_w"/>
                                          </p:val>
                                        </p:tav>
                                      </p:tavLst>
                                    </p:anim>
                                    <p:anim calcmode="lin" valueType="num">
                                      <p:cBhvr>
                                        <p:cTn id="14" dur="500" fill="hold"/>
                                        <p:tgtEl>
                                          <p:spTgt spid="25"/>
                                        </p:tgtEl>
                                        <p:attrNameLst>
                                          <p:attrName>ppt_h</p:attrName>
                                        </p:attrNameLst>
                                      </p:cBhvr>
                                      <p:tavLst>
                                        <p:tav tm="0">
                                          <p:val>
                                            <p:fltVal val="0"/>
                                          </p:val>
                                        </p:tav>
                                        <p:tav tm="100000">
                                          <p:val>
                                            <p:strVal val="#ppt_h"/>
                                          </p:val>
                                        </p:tav>
                                      </p:tavLst>
                                    </p:anim>
                                    <p:animEffect transition="in" filter="fade">
                                      <p:cBhvr>
                                        <p:cTn id="15" dur="500"/>
                                        <p:tgtEl>
                                          <p:spTgt spid="25"/>
                                        </p:tgtEl>
                                      </p:cBhvr>
                                    </p:animEffect>
                                  </p:childTnLst>
                                </p:cTn>
                              </p:par>
                            </p:childTnLst>
                          </p:cTn>
                        </p:par>
                        <p:par>
                          <p:cTn id="16" fill="hold">
                            <p:stCondLst>
                              <p:cond delay="1000"/>
                            </p:stCondLst>
                            <p:childTnLst>
                              <p:par>
                                <p:cTn id="17" presetID="53" presetClass="entr" presetSubtype="16" fill="hold" grpId="0" nodeType="after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p:cTn id="19" dur="500" fill="hold"/>
                                        <p:tgtEl>
                                          <p:spTgt spid="26"/>
                                        </p:tgtEl>
                                        <p:attrNameLst>
                                          <p:attrName>ppt_w</p:attrName>
                                        </p:attrNameLst>
                                      </p:cBhvr>
                                      <p:tavLst>
                                        <p:tav tm="0">
                                          <p:val>
                                            <p:fltVal val="0"/>
                                          </p:val>
                                        </p:tav>
                                        <p:tav tm="100000">
                                          <p:val>
                                            <p:strVal val="#ppt_w"/>
                                          </p:val>
                                        </p:tav>
                                      </p:tavLst>
                                    </p:anim>
                                    <p:anim calcmode="lin" valueType="num">
                                      <p:cBhvr>
                                        <p:cTn id="20" dur="500" fill="hold"/>
                                        <p:tgtEl>
                                          <p:spTgt spid="26"/>
                                        </p:tgtEl>
                                        <p:attrNameLst>
                                          <p:attrName>ppt_h</p:attrName>
                                        </p:attrNameLst>
                                      </p:cBhvr>
                                      <p:tavLst>
                                        <p:tav tm="0">
                                          <p:val>
                                            <p:fltVal val="0"/>
                                          </p:val>
                                        </p:tav>
                                        <p:tav tm="100000">
                                          <p:val>
                                            <p:strVal val="#ppt_h"/>
                                          </p:val>
                                        </p:tav>
                                      </p:tavLst>
                                    </p:anim>
                                    <p:animEffect transition="in" filter="fade">
                                      <p:cBhvr>
                                        <p:cTn id="21"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26"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4207833" y="1342343"/>
            <a:ext cx="7984166" cy="4829858"/>
          </a:xfrm>
        </p:spPr>
        <p:txBody>
          <a:bodyPr/>
          <a:lstStyle/>
          <a:p>
            <a:endParaRPr lang="en-MY"/>
          </a:p>
        </p:txBody>
      </p:sp>
      <p:sp>
        <p:nvSpPr>
          <p:cNvPr id="2" name="TextBox 1"/>
          <p:cNvSpPr txBox="1"/>
          <p:nvPr/>
        </p:nvSpPr>
        <p:spPr>
          <a:xfrm>
            <a:off x="533400" y="1372469"/>
            <a:ext cx="2396810"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REAL LIFE HERO</a:t>
            </a:r>
          </a:p>
        </p:txBody>
      </p:sp>
      <p:sp>
        <p:nvSpPr>
          <p:cNvPr id="3" name="TextBox 2"/>
          <p:cNvSpPr txBox="1"/>
          <p:nvPr/>
        </p:nvSpPr>
        <p:spPr>
          <a:xfrm>
            <a:off x="535525" y="1895689"/>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647699" y="1324055"/>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18</a:t>
            </a:r>
          </a:p>
        </p:txBody>
      </p:sp>
      <p:sp>
        <p:nvSpPr>
          <p:cNvPr id="15" name="Oval 14"/>
          <p:cNvSpPr/>
          <p:nvPr/>
        </p:nvSpPr>
        <p:spPr>
          <a:xfrm>
            <a:off x="876300" y="2944023"/>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946099" y="3013822"/>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a:t>
            </a:r>
          </a:p>
        </p:txBody>
      </p:sp>
      <p:sp>
        <p:nvSpPr>
          <p:cNvPr id="17" name="Oval 16"/>
          <p:cNvSpPr/>
          <p:nvPr/>
        </p:nvSpPr>
        <p:spPr>
          <a:xfrm>
            <a:off x="1120850" y="3075602"/>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1233820" y="3188572"/>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19" name="TextBox 18"/>
          <p:cNvSpPr txBox="1"/>
          <p:nvPr/>
        </p:nvSpPr>
        <p:spPr>
          <a:xfrm>
            <a:off x="2382136" y="3257344"/>
            <a:ext cx="1825698" cy="784830"/>
          </a:xfrm>
          <a:prstGeom prst="rect">
            <a:avLst/>
          </a:prstGeom>
          <a:noFill/>
        </p:spPr>
        <p:txBody>
          <a:bodyPr wrap="square" rtlCol="0">
            <a:spAutoFit/>
          </a:bodyPr>
          <a:lstStyle/>
          <a:p>
            <a:r>
              <a:rPr lang="en-US">
                <a:solidFill>
                  <a:schemeClr val="accent6"/>
                </a:solidFill>
                <a:latin typeface="Abel" panose="02000506030000020004" pitchFamily="2" charset="0"/>
                <a:ea typeface="Open Sans" panose="020B0606030504020204" pitchFamily="34" charset="0"/>
                <a:cs typeface="Open Sans" panose="020B0606030504020204" pitchFamily="34" charset="0"/>
              </a:rPr>
              <a:t>SOLUTIONS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1" name="Oval 20"/>
          <p:cNvSpPr/>
          <p:nvPr/>
        </p:nvSpPr>
        <p:spPr>
          <a:xfrm>
            <a:off x="876300" y="4855734"/>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946099" y="4925533"/>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a:t>
            </a:r>
          </a:p>
        </p:txBody>
      </p:sp>
      <p:sp>
        <p:nvSpPr>
          <p:cNvPr id="23" name="Oval 22"/>
          <p:cNvSpPr/>
          <p:nvPr/>
        </p:nvSpPr>
        <p:spPr>
          <a:xfrm>
            <a:off x="1120850" y="4987313"/>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1233820" y="5100283"/>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25" name="TextBox 24"/>
          <p:cNvSpPr txBox="1"/>
          <p:nvPr/>
        </p:nvSpPr>
        <p:spPr>
          <a:xfrm>
            <a:off x="2382136" y="5169055"/>
            <a:ext cx="1825698" cy="784830"/>
          </a:xfrm>
          <a:prstGeom prst="rect">
            <a:avLst/>
          </a:prstGeom>
          <a:noFill/>
        </p:spPr>
        <p:txBody>
          <a:bodyPr wrap="square" rtlCol="0">
            <a:spAutoFit/>
          </a:bodyPr>
          <a:lstStyle/>
          <a:p>
            <a:r>
              <a:rPr lang="en-US">
                <a:solidFill>
                  <a:schemeClr val="accent6"/>
                </a:solidFill>
                <a:latin typeface="Abel" panose="02000506030000020004" pitchFamily="2" charset="0"/>
                <a:ea typeface="Open Sans" panose="020B0606030504020204" pitchFamily="34" charset="0"/>
                <a:cs typeface="Open Sans" panose="020B0606030504020204" pitchFamily="34" charset="0"/>
              </a:rPr>
              <a:t>PHOTOS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6" name="Rectangle 25"/>
          <p:cNvSpPr/>
          <p:nvPr/>
        </p:nvSpPr>
        <p:spPr>
          <a:xfrm>
            <a:off x="4207833" y="5169055"/>
            <a:ext cx="7984166" cy="1003146"/>
          </a:xfrm>
          <a:prstGeom prst="rect">
            <a:avLst/>
          </a:prstGeom>
          <a:solidFill>
            <a:schemeClr val="tx1">
              <a:lumMod val="95000"/>
              <a:lumOff val="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extBox 3"/>
          <p:cNvSpPr txBox="1"/>
          <p:nvPr/>
        </p:nvSpPr>
        <p:spPr>
          <a:xfrm>
            <a:off x="4398535" y="5308990"/>
            <a:ext cx="6917165" cy="723275"/>
          </a:xfrm>
          <a:prstGeom prst="rect">
            <a:avLst/>
          </a:prstGeom>
          <a:noFill/>
        </p:spPr>
        <p:txBody>
          <a:bodyPr wrap="square" rtlCol="0">
            <a:spAutoFit/>
          </a:bodyPr>
          <a:lstStyle/>
          <a:p>
            <a:pPr algn="just"/>
            <a:r>
              <a:rPr lang="en-US" sz="2300" b="1">
                <a:solidFill>
                  <a:schemeClr val="bg1"/>
                </a:solidFill>
                <a:latin typeface="Open Sans" panose="020B0606030504020204" pitchFamily="34" charset="0"/>
                <a:ea typeface="Open Sans" panose="020B0606030504020204" pitchFamily="34" charset="0"/>
                <a:cs typeface="Open Sans" panose="020B0606030504020204" pitchFamily="34" charset="0"/>
              </a:rPr>
              <a:t>THE  </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a:t>
            </a:r>
          </a:p>
        </p:txBody>
      </p:sp>
    </p:spTree>
    <p:extLst>
      <p:ext uri="{BB962C8B-B14F-4D97-AF65-F5344CB8AC3E}">
        <p14:creationId xmlns:p14="http://schemas.microsoft.com/office/powerpoint/2010/main" val="1868379854"/>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7"/>
                                        </p:tgtEl>
                                        <p:attrNameLst>
                                          <p:attrName>style.visibility</p:attrName>
                                        </p:attrNameLst>
                                      </p:cBhvr>
                                      <p:to>
                                        <p:strVal val="visible"/>
                                      </p:to>
                                    </p:set>
                                    <p:animEffect transition="in" filter="fade">
                                      <p:cBhvr>
                                        <p:cTn id="11" dur="500"/>
                                        <p:tgtEl>
                                          <p:spTgt spid="27"/>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500"/>
                                        <p:tgtEl>
                                          <p:spTgt spid="19"/>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fade">
                                      <p:cBhvr>
                                        <p:cTn id="19"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5" grpId="0"/>
      <p:bldP spid="26" grpId="0" animBg="1"/>
      <p:bldP spid="27" grpId="0"/>
    </p:bldLst>
  </p:timing>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ECF0F1">
            <a:alpha val="20000"/>
          </a:srgbClr>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5" name="Rectangle 4"/>
          <p:cNvSpPr/>
          <p:nvPr/>
        </p:nvSpPr>
        <p:spPr>
          <a:xfrm>
            <a:off x="533400" y="0"/>
            <a:ext cx="2819400" cy="3429000"/>
          </a:xfrm>
          <a:prstGeom prst="rect">
            <a:avLst/>
          </a:prstGeom>
          <a:solidFill>
            <a:schemeClr val="accent6">
              <a:alpha val="9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extBox 3"/>
          <p:cNvSpPr txBox="1"/>
          <p:nvPr/>
        </p:nvSpPr>
        <p:spPr>
          <a:xfrm>
            <a:off x="704850" y="1714500"/>
            <a:ext cx="2476500" cy="1554272"/>
          </a:xfrm>
          <a:prstGeom prst="rect">
            <a:avLst/>
          </a:prstGeom>
          <a:noFill/>
        </p:spPr>
        <p:txBody>
          <a:bodyPr wrap="square" rtlCol="0">
            <a:spAutoFit/>
          </a:bodyPr>
          <a:lstStyle/>
          <a:p>
            <a:pPr algn="just"/>
            <a:r>
              <a:rPr lang="en-US" sz="2300" b="1">
                <a:solidFill>
                  <a:schemeClr val="bg1"/>
                </a:solidFill>
                <a:latin typeface="Open Sans" panose="020B0606030504020204" pitchFamily="34" charset="0"/>
                <a:ea typeface="Open Sans" panose="020B0606030504020204" pitchFamily="34" charset="0"/>
                <a:cs typeface="Open Sans" panose="020B0606030504020204" pitchFamily="34" charset="0"/>
              </a:rPr>
              <a:t>THE  </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a:t>
            </a:r>
          </a:p>
        </p:txBody>
      </p:sp>
      <p:sp>
        <p:nvSpPr>
          <p:cNvPr id="12" name="TextBox 11"/>
          <p:cNvSpPr txBox="1"/>
          <p:nvPr/>
        </p:nvSpPr>
        <p:spPr>
          <a:xfrm>
            <a:off x="704850" y="381000"/>
            <a:ext cx="1786899" cy="954107"/>
          </a:xfrm>
          <a:prstGeom prst="rect">
            <a:avLst/>
          </a:prstGeom>
          <a:noFill/>
        </p:spPr>
        <p:txBody>
          <a:bodyPr wrap="none" rtlCol="0">
            <a:spAutoFit/>
          </a:bodyPr>
          <a:lstStyle/>
          <a:p>
            <a:r>
              <a:rPr lang="en-US" sz="2800">
                <a:solidFill>
                  <a:schemeClr val="bg1"/>
                </a:solidFill>
                <a:latin typeface="Abel" panose="02000506030000020004" pitchFamily="2" charset="0"/>
              </a:rPr>
              <a:t>SAVE YOUR </a:t>
            </a:r>
          </a:p>
          <a:p>
            <a:r>
              <a:rPr lang="en-US" sz="2800">
                <a:solidFill>
                  <a:schemeClr val="bg1"/>
                </a:solidFill>
                <a:latin typeface="Abel" panose="02000506030000020004" pitchFamily="2" charset="0"/>
              </a:rPr>
              <a:t>ENERGY</a:t>
            </a:r>
          </a:p>
        </p:txBody>
      </p:sp>
    </p:spTree>
    <p:extLst>
      <p:ext uri="{BB962C8B-B14F-4D97-AF65-F5344CB8AC3E}">
        <p14:creationId xmlns:p14="http://schemas.microsoft.com/office/powerpoint/2010/main" val="41956250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12">
                                            <p:txEl>
                                              <p:pRg st="0" end="0"/>
                                            </p:txEl>
                                          </p:spTgt>
                                        </p:tgtEl>
                                        <p:attrNameLst>
                                          <p:attrName>style.visibility</p:attrName>
                                        </p:attrNameLst>
                                      </p:cBhvr>
                                      <p:to>
                                        <p:strVal val="visible"/>
                                      </p:to>
                                    </p:set>
                                    <p:animEffect transition="in" filter="wipe(up)">
                                      <p:cBhvr>
                                        <p:cTn id="11" dur="500"/>
                                        <p:tgtEl>
                                          <p:spTgt spid="12">
                                            <p:txEl>
                                              <p:pRg st="0" end="0"/>
                                            </p:txEl>
                                          </p:spTgt>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12">
                                            <p:txEl>
                                              <p:pRg st="1" end="1"/>
                                            </p:txEl>
                                          </p:spTgt>
                                        </p:tgtEl>
                                        <p:attrNameLst>
                                          <p:attrName>style.visibility</p:attrName>
                                        </p:attrNameLst>
                                      </p:cBhvr>
                                      <p:to>
                                        <p:strVal val="visible"/>
                                      </p:to>
                                    </p:set>
                                    <p:animEffect transition="in" filter="wipe(up)">
                                      <p:cBhvr>
                                        <p:cTn id="15" dur="500"/>
                                        <p:tgtEl>
                                          <p:spTgt spid="12">
                                            <p:txEl>
                                              <p:pRg st="1" end="1"/>
                                            </p:txEl>
                                          </p:spTgt>
                                        </p:tgtEl>
                                      </p:cBhvr>
                                    </p:animEffect>
                                  </p:childTnLst>
                                </p:cTn>
                              </p:par>
                            </p:childTnLst>
                          </p:cTn>
                        </p:par>
                        <p:par>
                          <p:cTn id="16" fill="hold">
                            <p:stCondLst>
                              <p:cond delay="1500"/>
                            </p:stCondLst>
                            <p:childTnLst>
                              <p:par>
                                <p:cTn id="17" presetID="22" presetClass="entr" presetSubtype="1" fill="hold" grpId="0" nodeType="afterEffect">
                                  <p:stCondLst>
                                    <p:cond delay="0"/>
                                  </p:stCondLst>
                                  <p:childTnLst>
                                    <p:set>
                                      <p:cBhvr>
                                        <p:cTn id="18" dur="1" fill="hold">
                                          <p:stCondLst>
                                            <p:cond delay="0"/>
                                          </p:stCondLst>
                                        </p:cTn>
                                        <p:tgtEl>
                                          <p:spTgt spid="11">
                                            <p:txEl>
                                              <p:pRg st="0" end="0"/>
                                            </p:txEl>
                                          </p:spTgt>
                                        </p:tgtEl>
                                        <p:attrNameLst>
                                          <p:attrName>style.visibility</p:attrName>
                                        </p:attrNameLst>
                                      </p:cBhvr>
                                      <p:to>
                                        <p:strVal val="visible"/>
                                      </p:to>
                                    </p:set>
                                    <p:animEffect transition="in" filter="wipe(up)">
                                      <p:cBhvr>
                                        <p:cTn id="19"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1" grpId="0" build="p"/>
      <p:bldP spid="12" grpId="0" build="p"/>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
        <p:nvSpPr>
          <p:cNvPr id="4" name="Picture Placeholder 3"/>
          <p:cNvSpPr>
            <a:spLocks noGrp="1"/>
          </p:cNvSpPr>
          <p:nvPr>
            <p:ph type="pic" sz="quarter" idx="12"/>
          </p:nvPr>
        </p:nvSpPr>
        <p:spPr/>
        <p:txBody>
          <a:bodyPr/>
          <a:lstStyle/>
          <a:p>
            <a:endParaRPr lang="en-MY"/>
          </a:p>
        </p:txBody>
      </p:sp>
      <p:sp>
        <p:nvSpPr>
          <p:cNvPr id="13" name="Rectangle 12"/>
          <p:cNvSpPr/>
          <p:nvPr/>
        </p:nvSpPr>
        <p:spPr>
          <a:xfrm>
            <a:off x="0" y="3429000"/>
            <a:ext cx="3381153" cy="3429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3381153" y="0"/>
            <a:ext cx="2714847" cy="3429000"/>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9750057" y="3429000"/>
            <a:ext cx="2441944" cy="3429000"/>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419100" y="3609754"/>
            <a:ext cx="2802565" cy="769441"/>
          </a:xfrm>
          <a:prstGeom prst="rect">
            <a:avLst/>
          </a:prstGeom>
          <a:noFill/>
        </p:spPr>
        <p:txBody>
          <a:bodyPr wrap="squar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BRANDING PROMOTION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7" name="Isosceles Triangle 6"/>
          <p:cNvSpPr/>
          <p:nvPr/>
        </p:nvSpPr>
        <p:spPr>
          <a:xfrm>
            <a:off x="1600199" y="3288292"/>
            <a:ext cx="180754" cy="180754"/>
          </a:xfrm>
          <a:prstGeom prst="triangle">
            <a:avLst/>
          </a:prstGeom>
          <a:solidFill>
            <a:srgbClr val="E74C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Isosceles Triangle 18"/>
          <p:cNvSpPr/>
          <p:nvPr/>
        </p:nvSpPr>
        <p:spPr>
          <a:xfrm rot="5400000">
            <a:off x="6095999" y="1624123"/>
            <a:ext cx="180754" cy="180754"/>
          </a:xfrm>
          <a:prstGeom prst="triangle">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Isosceles Triangle 19"/>
          <p:cNvSpPr/>
          <p:nvPr/>
        </p:nvSpPr>
        <p:spPr>
          <a:xfrm rot="16200000" flipH="1">
            <a:off x="9578161" y="5053123"/>
            <a:ext cx="180754" cy="180754"/>
          </a:xfrm>
          <a:prstGeom prst="triangle">
            <a:avLst/>
          </a:prstGeom>
          <a:solidFill>
            <a:srgbClr val="3449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419099" y="4512105"/>
            <a:ext cx="2802565" cy="769441"/>
          </a:xfrm>
          <a:prstGeom prst="rect">
            <a:avLst/>
          </a:prstGeom>
          <a:noFill/>
        </p:spPr>
        <p:txBody>
          <a:bodyPr wrap="squar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BRANDING PROMOTION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4" name="TextBox 23"/>
          <p:cNvSpPr txBox="1"/>
          <p:nvPr/>
        </p:nvSpPr>
        <p:spPr>
          <a:xfrm>
            <a:off x="419100" y="5414457"/>
            <a:ext cx="2802565" cy="769441"/>
          </a:xfrm>
          <a:prstGeom prst="rect">
            <a:avLst/>
          </a:prstGeom>
          <a:noFill/>
        </p:spPr>
        <p:txBody>
          <a:bodyPr wrap="squar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BRANDING PROMOTION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5" name="TextBox 24"/>
          <p:cNvSpPr txBox="1"/>
          <p:nvPr/>
        </p:nvSpPr>
        <p:spPr>
          <a:xfrm>
            <a:off x="3381152" y="438826"/>
            <a:ext cx="2714848" cy="707886"/>
          </a:xfrm>
          <a:prstGeom prst="rect">
            <a:avLst/>
          </a:prstGeom>
          <a:noFill/>
        </p:spPr>
        <p:txBody>
          <a:bodyPr wrap="square" rtlCol="0">
            <a:spAutoFit/>
          </a:bodyPr>
          <a:lstStyle/>
          <a:p>
            <a:pPr algn="ctr"/>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 research</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6" name="Oval 25"/>
          <p:cNvSpPr/>
          <p:nvPr/>
        </p:nvSpPr>
        <p:spPr>
          <a:xfrm>
            <a:off x="3824176" y="1402812"/>
            <a:ext cx="1828800" cy="1828800"/>
          </a:xfrm>
          <a:prstGeom prst="ellipse">
            <a:avLst/>
          </a:prstGeom>
          <a:no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0.25%</a:t>
            </a:r>
          </a:p>
        </p:txBody>
      </p:sp>
      <p:sp>
        <p:nvSpPr>
          <p:cNvPr id="27" name="Arc 26"/>
          <p:cNvSpPr/>
          <p:nvPr/>
        </p:nvSpPr>
        <p:spPr>
          <a:xfrm>
            <a:off x="4026194" y="1604830"/>
            <a:ext cx="1424763" cy="1424763"/>
          </a:xfrm>
          <a:prstGeom prst="arc">
            <a:avLst>
              <a:gd name="adj1" fmla="val 16200000"/>
              <a:gd name="adj2" fmla="val 20728475"/>
            </a:avLst>
          </a:prstGeom>
          <a:noFill/>
          <a:ln w="190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9908829" y="4512105"/>
            <a:ext cx="1749771" cy="1261884"/>
          </a:xfrm>
          <a:prstGeom prst="rect">
            <a:avLst/>
          </a:prstGeom>
          <a:noFill/>
        </p:spPr>
        <p:txBody>
          <a:bodyPr wrap="square" rtlCol="0">
            <a:spAutoFit/>
          </a:bodyPr>
          <a:lstStyle/>
          <a:p>
            <a:pPr algn="just"/>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Business consulting</a:t>
            </a:r>
          </a:p>
          <a:p>
            <a:pPr algn="just"/>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31" name="TextBox 30"/>
          <p:cNvSpPr txBox="1"/>
          <p:nvPr/>
        </p:nvSpPr>
        <p:spPr>
          <a:xfrm>
            <a:off x="8112307" y="2526701"/>
            <a:ext cx="2063385" cy="369332"/>
          </a:xfrm>
          <a:prstGeom prst="rect">
            <a:avLst/>
          </a:prstGeom>
          <a:noFill/>
          <a:ln>
            <a:solidFill>
              <a:schemeClr val="bg1">
                <a:lumMod val="95000"/>
              </a:schemeClr>
            </a:solidFill>
          </a:ln>
        </p:spPr>
        <p:txBody>
          <a:bodyPr wrap="none" rtlCol="0">
            <a:spAutoFit/>
          </a:bodyPr>
          <a:lstStyle/>
          <a:p>
            <a:r>
              <a:rPr lang="en-US">
                <a:solidFill>
                  <a:schemeClr val="bg1"/>
                </a:solidFill>
                <a:latin typeface="Abel" panose="02000506030000020004" pitchFamily="2" charset="0"/>
              </a:rPr>
              <a:t>EVERLAND BRANDING</a:t>
            </a:r>
          </a:p>
        </p:txBody>
      </p:sp>
    </p:spTree>
    <p:extLst>
      <p:ext uri="{BB962C8B-B14F-4D97-AF65-F5344CB8AC3E}">
        <p14:creationId xmlns:p14="http://schemas.microsoft.com/office/powerpoint/2010/main" val="63792308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500" fill="hold"/>
                                        <p:tgtEl>
                                          <p:spTgt spid="18"/>
                                        </p:tgtEl>
                                        <p:attrNameLst>
                                          <p:attrName>ppt_w</p:attrName>
                                        </p:attrNameLst>
                                      </p:cBhvr>
                                      <p:tavLst>
                                        <p:tav tm="0">
                                          <p:val>
                                            <p:fltVal val="0"/>
                                          </p:val>
                                        </p:tav>
                                        <p:tav tm="100000">
                                          <p:val>
                                            <p:strVal val="#ppt_w"/>
                                          </p:val>
                                        </p:tav>
                                      </p:tavLst>
                                    </p:anim>
                                    <p:anim calcmode="lin" valueType="num">
                                      <p:cBhvr>
                                        <p:cTn id="8" dur="500" fill="hold"/>
                                        <p:tgtEl>
                                          <p:spTgt spid="18"/>
                                        </p:tgtEl>
                                        <p:attrNameLst>
                                          <p:attrName>ppt_h</p:attrName>
                                        </p:attrNameLst>
                                      </p:cBhvr>
                                      <p:tavLst>
                                        <p:tav tm="0">
                                          <p:val>
                                            <p:fltVal val="0"/>
                                          </p:val>
                                        </p:tav>
                                        <p:tav tm="100000">
                                          <p:val>
                                            <p:strVal val="#ppt_h"/>
                                          </p:val>
                                        </p:tav>
                                      </p:tavLst>
                                    </p:anim>
                                  </p:childTnLst>
                                </p:cTn>
                              </p:par>
                              <p:par>
                                <p:cTn id="9" presetID="23" presetClass="entr" presetSubtype="16" fill="hold" grpId="0" nodeType="with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p:cTn id="11" dur="500" fill="hold"/>
                                        <p:tgtEl>
                                          <p:spTgt spid="23"/>
                                        </p:tgtEl>
                                        <p:attrNameLst>
                                          <p:attrName>ppt_w</p:attrName>
                                        </p:attrNameLst>
                                      </p:cBhvr>
                                      <p:tavLst>
                                        <p:tav tm="0">
                                          <p:val>
                                            <p:fltVal val="0"/>
                                          </p:val>
                                        </p:tav>
                                        <p:tav tm="100000">
                                          <p:val>
                                            <p:strVal val="#ppt_w"/>
                                          </p:val>
                                        </p:tav>
                                      </p:tavLst>
                                    </p:anim>
                                    <p:anim calcmode="lin" valueType="num">
                                      <p:cBhvr>
                                        <p:cTn id="12" dur="500" fill="hold"/>
                                        <p:tgtEl>
                                          <p:spTgt spid="23"/>
                                        </p:tgtEl>
                                        <p:attrNameLst>
                                          <p:attrName>ppt_h</p:attrName>
                                        </p:attrNameLst>
                                      </p:cBhvr>
                                      <p:tavLst>
                                        <p:tav tm="0">
                                          <p:val>
                                            <p:fltVal val="0"/>
                                          </p:val>
                                        </p:tav>
                                        <p:tav tm="100000">
                                          <p:val>
                                            <p:strVal val="#ppt_h"/>
                                          </p:val>
                                        </p:tav>
                                      </p:tavLst>
                                    </p:anim>
                                  </p:childTnLst>
                                </p:cTn>
                              </p:par>
                              <p:par>
                                <p:cTn id="13" presetID="23" presetClass="entr" presetSubtype="16" fill="hold" grpId="0" nodeType="withEffect">
                                  <p:stCondLst>
                                    <p:cond delay="0"/>
                                  </p:stCondLst>
                                  <p:childTnLst>
                                    <p:set>
                                      <p:cBhvr>
                                        <p:cTn id="14" dur="1" fill="hold">
                                          <p:stCondLst>
                                            <p:cond delay="0"/>
                                          </p:stCondLst>
                                        </p:cTn>
                                        <p:tgtEl>
                                          <p:spTgt spid="24"/>
                                        </p:tgtEl>
                                        <p:attrNameLst>
                                          <p:attrName>style.visibility</p:attrName>
                                        </p:attrNameLst>
                                      </p:cBhvr>
                                      <p:to>
                                        <p:strVal val="visible"/>
                                      </p:to>
                                    </p:set>
                                    <p:anim calcmode="lin" valueType="num">
                                      <p:cBhvr>
                                        <p:cTn id="15" dur="500" fill="hold"/>
                                        <p:tgtEl>
                                          <p:spTgt spid="24"/>
                                        </p:tgtEl>
                                        <p:attrNameLst>
                                          <p:attrName>ppt_w</p:attrName>
                                        </p:attrNameLst>
                                      </p:cBhvr>
                                      <p:tavLst>
                                        <p:tav tm="0">
                                          <p:val>
                                            <p:fltVal val="0"/>
                                          </p:val>
                                        </p:tav>
                                        <p:tav tm="100000">
                                          <p:val>
                                            <p:strVal val="#ppt_w"/>
                                          </p:val>
                                        </p:tav>
                                      </p:tavLst>
                                    </p:anim>
                                    <p:anim calcmode="lin" valueType="num">
                                      <p:cBhvr>
                                        <p:cTn id="16" dur="500" fill="hold"/>
                                        <p:tgtEl>
                                          <p:spTgt spid="24"/>
                                        </p:tgtEl>
                                        <p:attrNameLst>
                                          <p:attrName>ppt_h</p:attrName>
                                        </p:attrNameLst>
                                      </p:cBhvr>
                                      <p:tavLst>
                                        <p:tav tm="0">
                                          <p:val>
                                            <p:fltVal val="0"/>
                                          </p:val>
                                        </p:tav>
                                        <p:tav tm="100000">
                                          <p:val>
                                            <p:strVal val="#ppt_h"/>
                                          </p:val>
                                        </p:tav>
                                      </p:tavLst>
                                    </p:anim>
                                  </p:childTnLst>
                                </p:cTn>
                              </p:par>
                            </p:childTnLst>
                          </p:cTn>
                        </p:par>
                        <p:par>
                          <p:cTn id="17" fill="hold">
                            <p:stCondLst>
                              <p:cond delay="500"/>
                            </p:stCondLst>
                            <p:childTnLst>
                              <p:par>
                                <p:cTn id="18" presetID="10" presetClass="entr" presetSubtype="0" fill="hold" grpId="0" nodeType="afterEffect">
                                  <p:stCondLst>
                                    <p:cond delay="0"/>
                                  </p:stCondLst>
                                  <p:childTnLst>
                                    <p:set>
                                      <p:cBhvr>
                                        <p:cTn id="19" dur="1" fill="hold">
                                          <p:stCondLst>
                                            <p:cond delay="0"/>
                                          </p:stCondLst>
                                        </p:cTn>
                                        <p:tgtEl>
                                          <p:spTgt spid="29"/>
                                        </p:tgtEl>
                                        <p:attrNameLst>
                                          <p:attrName>style.visibility</p:attrName>
                                        </p:attrNameLst>
                                      </p:cBhvr>
                                      <p:to>
                                        <p:strVal val="visible"/>
                                      </p:to>
                                    </p:set>
                                    <p:animEffect transition="in" filter="fade">
                                      <p:cBhvr>
                                        <p:cTn id="20" dur="500"/>
                                        <p:tgtEl>
                                          <p:spTgt spid="29"/>
                                        </p:tgtEl>
                                      </p:cBhvr>
                                    </p:animEffect>
                                  </p:childTnLst>
                                </p:cTn>
                              </p:par>
                            </p:childTnLst>
                          </p:cTn>
                        </p:par>
                        <p:par>
                          <p:cTn id="21" fill="hold">
                            <p:stCondLst>
                              <p:cond delay="1000"/>
                            </p:stCondLst>
                            <p:childTnLst>
                              <p:par>
                                <p:cTn id="22" presetID="22" presetClass="entr" presetSubtype="8" fill="hold" grpId="0" nodeType="afterEffect">
                                  <p:stCondLst>
                                    <p:cond delay="0"/>
                                  </p:stCondLst>
                                  <p:childTnLst>
                                    <p:set>
                                      <p:cBhvr>
                                        <p:cTn id="23" dur="1" fill="hold">
                                          <p:stCondLst>
                                            <p:cond delay="0"/>
                                          </p:stCondLst>
                                        </p:cTn>
                                        <p:tgtEl>
                                          <p:spTgt spid="31"/>
                                        </p:tgtEl>
                                        <p:attrNameLst>
                                          <p:attrName>style.visibility</p:attrName>
                                        </p:attrNameLst>
                                      </p:cBhvr>
                                      <p:to>
                                        <p:strVal val="visible"/>
                                      </p:to>
                                    </p:set>
                                    <p:animEffect transition="in" filter="wipe(left)">
                                      <p:cBhvr>
                                        <p:cTn id="24"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23" grpId="0"/>
      <p:bldP spid="24" grpId="0"/>
      <p:bldP spid="29" grpId="0"/>
      <p:bldP spid="31"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21</a:t>
            </a:r>
          </a:p>
        </p:txBody>
      </p:sp>
      <p:sp>
        <p:nvSpPr>
          <p:cNvPr id="7" name="Rectangle 6"/>
          <p:cNvSpPr/>
          <p:nvPr/>
        </p:nvSpPr>
        <p:spPr>
          <a:xfrm>
            <a:off x="7931888" y="0"/>
            <a:ext cx="4260112" cy="4944139"/>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a:off x="0" y="4944139"/>
            <a:ext cx="12192000" cy="122806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extBox 3"/>
          <p:cNvSpPr txBox="1"/>
          <p:nvPr/>
        </p:nvSpPr>
        <p:spPr>
          <a:xfrm>
            <a:off x="419100" y="5127282"/>
            <a:ext cx="10896600" cy="861774"/>
          </a:xfrm>
          <a:prstGeom prst="rect">
            <a:avLst/>
          </a:prstGeom>
          <a:noFill/>
        </p:spPr>
        <p:txBody>
          <a:bodyPr wrap="square" rtlCol="0">
            <a:spAutoFit/>
          </a:bodyPr>
          <a:lstStyle/>
          <a:p>
            <a:pPr algn="just"/>
            <a:r>
              <a:rPr lang="en-US" sz="2300" b="1">
                <a:solidFill>
                  <a:schemeClr val="bg1"/>
                </a:solidFill>
                <a:latin typeface="Open Sans" panose="020B0606030504020204" pitchFamily="34" charset="0"/>
                <a:ea typeface="Open Sans" panose="020B0606030504020204" pitchFamily="34" charset="0"/>
                <a:cs typeface="Open Sans" panose="020B0606030504020204" pitchFamily="34" charset="0"/>
              </a:rPr>
              <a:t>SOLUTIONS ?</a:t>
            </a: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desi perkins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13" name="Rectangle 12"/>
          <p:cNvSpPr/>
          <p:nvPr/>
        </p:nvSpPr>
        <p:spPr>
          <a:xfrm>
            <a:off x="8184186" y="795919"/>
            <a:ext cx="612668" cy="646331"/>
          </a:xfrm>
          <a:prstGeom prst="rect">
            <a:avLst/>
          </a:prstGeom>
        </p:spPr>
        <p:txBody>
          <a:bodyPr wrap="none">
            <a:spAutoFit/>
          </a:bodyPr>
          <a:lstStyle/>
          <a:p>
            <a:r>
              <a:rPr lang="en-US" sz="3600">
                <a:solidFill>
                  <a:schemeClr val="bg1"/>
                </a:solidFill>
                <a:latin typeface="FontAwesome" pitchFamily="2" charset="0"/>
              </a:rPr>
              <a:t></a:t>
            </a:r>
            <a:endParaRPr lang="en-US" sz="3600">
              <a:solidFill>
                <a:schemeClr val="bg1"/>
              </a:solidFill>
            </a:endParaRPr>
          </a:p>
        </p:txBody>
      </p:sp>
      <p:sp>
        <p:nvSpPr>
          <p:cNvPr id="14" name="TextBox 13"/>
          <p:cNvSpPr txBox="1"/>
          <p:nvPr/>
        </p:nvSpPr>
        <p:spPr>
          <a:xfrm>
            <a:off x="8796854" y="795919"/>
            <a:ext cx="1314784" cy="292388"/>
          </a:xfrm>
          <a:prstGeom prst="rect">
            <a:avLst/>
          </a:prstGeom>
          <a:noFill/>
        </p:spPr>
        <p:txBody>
          <a:bodyPr wrap="none" rtlCol="0">
            <a:spAutoFit/>
          </a:bodyPr>
          <a:lstStyle/>
          <a:p>
            <a:r>
              <a:rPr lang="en-US" sz="1300">
                <a:solidFill>
                  <a:schemeClr val="bg1"/>
                </a:solidFill>
                <a:latin typeface="Roboto" panose="02000000000000000000" pitchFamily="2" charset="0"/>
                <a:ea typeface="Roboto" panose="02000000000000000000" pitchFamily="2" charset="0"/>
              </a:rPr>
              <a:t>Award Winners</a:t>
            </a:r>
          </a:p>
        </p:txBody>
      </p:sp>
      <p:sp>
        <p:nvSpPr>
          <p:cNvPr id="15" name="TextBox 14"/>
          <p:cNvSpPr txBox="1"/>
          <p:nvPr/>
        </p:nvSpPr>
        <p:spPr>
          <a:xfrm>
            <a:off x="8184186" y="1609310"/>
            <a:ext cx="3131514" cy="507831"/>
          </a:xfrm>
          <a:prstGeom prst="rect">
            <a:avLst/>
          </a:prstGeom>
          <a:noFill/>
        </p:spPr>
        <p:txBody>
          <a:bodyPr wrap="square" rtlCol="0">
            <a:spAutoFit/>
          </a:bodyPr>
          <a:lstStyle/>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16" name="TextBox 15"/>
          <p:cNvSpPr txBox="1"/>
          <p:nvPr/>
        </p:nvSpPr>
        <p:spPr>
          <a:xfrm>
            <a:off x="8796854" y="1088308"/>
            <a:ext cx="747320"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2009-2014</a:t>
            </a:r>
          </a:p>
        </p:txBody>
      </p:sp>
      <p:sp>
        <p:nvSpPr>
          <p:cNvPr id="17" name="Rectangle 16"/>
          <p:cNvSpPr/>
          <p:nvPr/>
        </p:nvSpPr>
        <p:spPr>
          <a:xfrm>
            <a:off x="8184186" y="2686416"/>
            <a:ext cx="646331" cy="646331"/>
          </a:xfrm>
          <a:prstGeom prst="rect">
            <a:avLst/>
          </a:prstGeom>
        </p:spPr>
        <p:txBody>
          <a:bodyPr wrap="none">
            <a:spAutoFit/>
          </a:bodyPr>
          <a:lstStyle/>
          <a:p>
            <a:r>
              <a:rPr lang="en-US" sz="3600">
                <a:solidFill>
                  <a:schemeClr val="bg1"/>
                </a:solidFill>
                <a:latin typeface="FontAwesome" pitchFamily="2" charset="0"/>
              </a:rPr>
              <a:t></a:t>
            </a:r>
            <a:endParaRPr lang="en-US" sz="3600">
              <a:solidFill>
                <a:schemeClr val="bg1"/>
              </a:solidFill>
            </a:endParaRPr>
          </a:p>
        </p:txBody>
      </p:sp>
      <p:sp>
        <p:nvSpPr>
          <p:cNvPr id="18" name="TextBox 17"/>
          <p:cNvSpPr txBox="1"/>
          <p:nvPr/>
        </p:nvSpPr>
        <p:spPr>
          <a:xfrm>
            <a:off x="8796854" y="2686416"/>
            <a:ext cx="1042273" cy="292388"/>
          </a:xfrm>
          <a:prstGeom prst="rect">
            <a:avLst/>
          </a:prstGeom>
          <a:noFill/>
        </p:spPr>
        <p:txBody>
          <a:bodyPr wrap="none" rtlCol="0">
            <a:spAutoFit/>
          </a:bodyPr>
          <a:lstStyle/>
          <a:p>
            <a:r>
              <a:rPr lang="en-US" sz="1300">
                <a:solidFill>
                  <a:schemeClr val="bg1"/>
                </a:solidFill>
                <a:latin typeface="Roboto" panose="02000000000000000000" pitchFamily="2" charset="0"/>
                <a:ea typeface="Roboto" panose="02000000000000000000" pitchFamily="2" charset="0"/>
              </a:rPr>
              <a:t>Great Ideas</a:t>
            </a:r>
          </a:p>
        </p:txBody>
      </p:sp>
      <p:sp>
        <p:nvSpPr>
          <p:cNvPr id="19" name="TextBox 18"/>
          <p:cNvSpPr txBox="1"/>
          <p:nvPr/>
        </p:nvSpPr>
        <p:spPr>
          <a:xfrm>
            <a:off x="8184186" y="3499807"/>
            <a:ext cx="3131514" cy="507831"/>
          </a:xfrm>
          <a:prstGeom prst="rect">
            <a:avLst/>
          </a:prstGeom>
          <a:noFill/>
        </p:spPr>
        <p:txBody>
          <a:bodyPr wrap="square" rtlCol="0">
            <a:spAutoFit/>
          </a:bodyPr>
          <a:lstStyle/>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20" name="TextBox 19"/>
          <p:cNvSpPr txBox="1"/>
          <p:nvPr/>
        </p:nvSpPr>
        <p:spPr>
          <a:xfrm>
            <a:off x="8796854" y="2978805"/>
            <a:ext cx="950901"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New Solutions</a:t>
            </a:r>
          </a:p>
        </p:txBody>
      </p:sp>
      <p:sp>
        <p:nvSpPr>
          <p:cNvPr id="3" name="Picture Placeholder 2"/>
          <p:cNvSpPr>
            <a:spLocks noGrp="1"/>
          </p:cNvSpPr>
          <p:nvPr>
            <p:ph type="pic" sz="quarter" idx="10"/>
          </p:nvPr>
        </p:nvSpPr>
        <p:spPr>
          <a:xfrm>
            <a:off x="0" y="0"/>
            <a:ext cx="7931888" cy="4944138"/>
          </a:xfrm>
        </p:spPr>
        <p:txBody>
          <a:bodyPr/>
          <a:lstStyle/>
          <a:p>
            <a:endParaRPr lang="en-MY"/>
          </a:p>
        </p:txBody>
      </p:sp>
    </p:spTree>
    <p:extLst>
      <p:ext uri="{BB962C8B-B14F-4D97-AF65-F5344CB8AC3E}">
        <p14:creationId xmlns:p14="http://schemas.microsoft.com/office/powerpoint/2010/main" val="1319464071"/>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3352873" y="1751235"/>
            <a:ext cx="3338381" cy="3509254"/>
          </a:xfrm>
        </p:spPr>
        <p:txBody>
          <a:bodyPr/>
          <a:lstStyle/>
          <a:p>
            <a:endParaRPr lang="en-MY"/>
          </a:p>
        </p:txBody>
      </p:sp>
      <p:sp>
        <p:nvSpPr>
          <p:cNvPr id="2" name="TextBox 1"/>
          <p:cNvSpPr txBox="1"/>
          <p:nvPr/>
        </p:nvSpPr>
        <p:spPr>
          <a:xfrm>
            <a:off x="419100" y="429414"/>
            <a:ext cx="4580293"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AGENCY BREAK NEWS</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22</a:t>
            </a:r>
          </a:p>
        </p:txBody>
      </p:sp>
      <p:sp>
        <p:nvSpPr>
          <p:cNvPr id="11" name="Rectangle 10"/>
          <p:cNvSpPr/>
          <p:nvPr/>
        </p:nvSpPr>
        <p:spPr>
          <a:xfrm>
            <a:off x="0" y="1752600"/>
            <a:ext cx="3345628" cy="3507889"/>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6691256" y="1752600"/>
            <a:ext cx="2796989" cy="51054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9488245" y="1752600"/>
            <a:ext cx="2703755" cy="3507889"/>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flipH="1" flipV="1">
            <a:off x="419100" y="1983432"/>
            <a:ext cx="304439" cy="211238"/>
          </a:xfrm>
          <a:custGeom>
            <a:avLst/>
            <a:gdLst/>
            <a:ahLst/>
            <a:cxnLst/>
            <a:rect l="l" t="t" r="r" b="b"/>
            <a:pathLst>
              <a:path w="205271" h="142429">
                <a:moveTo>
                  <a:pt x="151358" y="0"/>
                </a:moveTo>
                <a:cubicBezTo>
                  <a:pt x="168250" y="0"/>
                  <a:pt x="181422" y="5953"/>
                  <a:pt x="190872" y="17860"/>
                </a:cubicBezTo>
                <a:cubicBezTo>
                  <a:pt x="200472" y="30064"/>
                  <a:pt x="205271" y="44314"/>
                  <a:pt x="205271" y="60611"/>
                </a:cubicBezTo>
                <a:cubicBezTo>
                  <a:pt x="205271" y="85018"/>
                  <a:pt x="196677" y="104887"/>
                  <a:pt x="179487" y="120216"/>
                </a:cubicBezTo>
                <a:cubicBezTo>
                  <a:pt x="171822" y="127062"/>
                  <a:pt x="162427" y="132476"/>
                  <a:pt x="151303" y="136457"/>
                </a:cubicBezTo>
                <a:cubicBezTo>
                  <a:pt x="140178" y="140438"/>
                  <a:pt x="128141" y="142429"/>
                  <a:pt x="115193" y="142429"/>
                </a:cubicBezTo>
                <a:lnTo>
                  <a:pt x="115193" y="134615"/>
                </a:lnTo>
                <a:cubicBezTo>
                  <a:pt x="132422" y="131118"/>
                  <a:pt x="145344" y="125500"/>
                  <a:pt x="153959" y="117761"/>
                </a:cubicBezTo>
                <a:cubicBezTo>
                  <a:pt x="162718" y="109873"/>
                  <a:pt x="167097" y="97892"/>
                  <a:pt x="167097" y="81819"/>
                </a:cubicBezTo>
                <a:cubicBezTo>
                  <a:pt x="167097" y="72368"/>
                  <a:pt x="165608" y="65075"/>
                  <a:pt x="162630" y="59941"/>
                </a:cubicBezTo>
                <a:cubicBezTo>
                  <a:pt x="155295" y="65894"/>
                  <a:pt x="147014" y="68871"/>
                  <a:pt x="137789" y="68871"/>
                </a:cubicBezTo>
                <a:cubicBezTo>
                  <a:pt x="128056" y="68871"/>
                  <a:pt x="120648" y="65485"/>
                  <a:pt x="115565" y="58713"/>
                </a:cubicBezTo>
                <a:cubicBezTo>
                  <a:pt x="110480" y="52165"/>
                  <a:pt x="107938" y="45170"/>
                  <a:pt x="107938" y="37728"/>
                </a:cubicBezTo>
                <a:cubicBezTo>
                  <a:pt x="107938" y="25376"/>
                  <a:pt x="112291" y="15999"/>
                  <a:pt x="120997" y="9600"/>
                </a:cubicBezTo>
                <a:cubicBezTo>
                  <a:pt x="129778" y="3200"/>
                  <a:pt x="139899" y="0"/>
                  <a:pt x="151358" y="0"/>
                </a:cubicBezTo>
                <a:close/>
                <a:moveTo>
                  <a:pt x="43421" y="0"/>
                </a:moveTo>
                <a:cubicBezTo>
                  <a:pt x="60238" y="0"/>
                  <a:pt x="73707" y="5953"/>
                  <a:pt x="83828" y="17860"/>
                </a:cubicBezTo>
                <a:cubicBezTo>
                  <a:pt x="93874" y="30064"/>
                  <a:pt x="98896" y="44314"/>
                  <a:pt x="98896" y="60611"/>
                </a:cubicBezTo>
                <a:cubicBezTo>
                  <a:pt x="98896" y="84051"/>
                  <a:pt x="89781" y="103920"/>
                  <a:pt x="71549" y="120216"/>
                </a:cubicBezTo>
                <a:cubicBezTo>
                  <a:pt x="63959" y="126988"/>
                  <a:pt x="54564" y="132383"/>
                  <a:pt x="43365" y="136401"/>
                </a:cubicBezTo>
                <a:cubicBezTo>
                  <a:pt x="32166" y="140420"/>
                  <a:pt x="20204" y="142429"/>
                  <a:pt x="7479" y="142429"/>
                </a:cubicBezTo>
                <a:lnTo>
                  <a:pt x="7479" y="134615"/>
                </a:lnTo>
                <a:cubicBezTo>
                  <a:pt x="24966" y="131118"/>
                  <a:pt x="38249" y="125500"/>
                  <a:pt x="47328" y="117761"/>
                </a:cubicBezTo>
                <a:cubicBezTo>
                  <a:pt x="56257" y="109947"/>
                  <a:pt x="60722" y="97966"/>
                  <a:pt x="60722" y="81819"/>
                </a:cubicBezTo>
                <a:cubicBezTo>
                  <a:pt x="60722" y="71847"/>
                  <a:pt x="59197" y="64555"/>
                  <a:pt x="56146" y="59941"/>
                </a:cubicBezTo>
                <a:cubicBezTo>
                  <a:pt x="52127" y="62992"/>
                  <a:pt x="48183" y="65243"/>
                  <a:pt x="44314" y="66694"/>
                </a:cubicBezTo>
                <a:cubicBezTo>
                  <a:pt x="40444" y="68145"/>
                  <a:pt x="35868" y="68871"/>
                  <a:pt x="30584" y="68871"/>
                </a:cubicBezTo>
                <a:cubicBezTo>
                  <a:pt x="20538" y="68871"/>
                  <a:pt x="12911" y="65485"/>
                  <a:pt x="7702" y="58713"/>
                </a:cubicBezTo>
                <a:cubicBezTo>
                  <a:pt x="2567" y="52239"/>
                  <a:pt x="0" y="45244"/>
                  <a:pt x="0" y="37728"/>
                </a:cubicBezTo>
                <a:cubicBezTo>
                  <a:pt x="0" y="25301"/>
                  <a:pt x="4316" y="15925"/>
                  <a:pt x="12948" y="9600"/>
                </a:cubicBezTo>
                <a:cubicBezTo>
                  <a:pt x="21952" y="3200"/>
                  <a:pt x="32110" y="0"/>
                  <a:pt x="43421" y="0"/>
                </a:cubicBezTo>
                <a:close/>
              </a:path>
            </a:pathLst>
          </a:custGeom>
          <a:solidFill>
            <a:schemeClr val="bg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6" name="Rectangle 15"/>
          <p:cNvSpPr/>
          <p:nvPr/>
        </p:nvSpPr>
        <p:spPr>
          <a:xfrm>
            <a:off x="629321" y="3044879"/>
            <a:ext cx="2086985" cy="923330"/>
          </a:xfrm>
          <a:prstGeom prst="rect">
            <a:avLst/>
          </a:prstGeom>
        </p:spPr>
        <p:txBody>
          <a:bodyPr wrap="square">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There are few, if any, jobs in wich ability alone is sufficient. Needed, also,are loyalty, sincerity, enthusiasm and team play.</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Willima B GIVEN  JR</a:t>
            </a:r>
          </a:p>
        </p:txBody>
      </p:sp>
      <p:sp>
        <p:nvSpPr>
          <p:cNvPr id="17" name="Arc 16"/>
          <p:cNvSpPr/>
          <p:nvPr/>
        </p:nvSpPr>
        <p:spPr>
          <a:xfrm>
            <a:off x="7451577" y="2194670"/>
            <a:ext cx="1183113" cy="1183113"/>
          </a:xfrm>
          <a:prstGeom prst="arc">
            <a:avLst>
              <a:gd name="adj1" fmla="val 16200000"/>
              <a:gd name="adj2" fmla="val 12094390"/>
            </a:avLst>
          </a:prstGeom>
          <a:noFill/>
          <a:ln w="762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7688970" y="2432063"/>
            <a:ext cx="708327" cy="708327"/>
          </a:xfrm>
          <a:prstGeom prst="ellipse">
            <a:avLst/>
          </a:prstGeom>
          <a:no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Roboto" panose="02000000000000000000" pitchFamily="2" charset="0"/>
                <a:ea typeface="Roboto" panose="02000000000000000000" pitchFamily="2" charset="0"/>
              </a:rPr>
              <a:t>80%</a:t>
            </a:r>
          </a:p>
        </p:txBody>
      </p:sp>
      <p:sp>
        <p:nvSpPr>
          <p:cNvPr id="19" name="TextBox 18"/>
          <p:cNvSpPr txBox="1"/>
          <p:nvPr/>
        </p:nvSpPr>
        <p:spPr>
          <a:xfrm>
            <a:off x="6783166" y="3913796"/>
            <a:ext cx="2530179" cy="723275"/>
          </a:xfrm>
          <a:prstGeom prst="rect">
            <a:avLst/>
          </a:prstGeom>
          <a:noFill/>
        </p:spPr>
        <p:txBody>
          <a:bodyPr wrap="square" rtlCol="0">
            <a:spAutoFit/>
          </a:bodyPr>
          <a:lstStyle/>
          <a:p>
            <a:pPr algn="ct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Creative Agency</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0" name="TextBox 19"/>
          <p:cNvSpPr txBox="1"/>
          <p:nvPr/>
        </p:nvSpPr>
        <p:spPr>
          <a:xfrm>
            <a:off x="6824660" y="5247398"/>
            <a:ext cx="2530179" cy="1000274"/>
          </a:xfrm>
          <a:prstGeom prst="rect">
            <a:avLst/>
          </a:prstGeom>
          <a:noFill/>
        </p:spPr>
        <p:txBody>
          <a:bodyPr wrap="square" rtlCol="0">
            <a:spAutoFit/>
          </a:bodyPr>
          <a:lstStyle/>
          <a:p>
            <a:pPr algn="ct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Business consulting</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21" name="Rectangle 20"/>
          <p:cNvSpPr/>
          <p:nvPr/>
        </p:nvSpPr>
        <p:spPr>
          <a:xfrm>
            <a:off x="9725638" y="2194670"/>
            <a:ext cx="39946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2" name="TextBox 21"/>
          <p:cNvSpPr txBox="1"/>
          <p:nvPr/>
        </p:nvSpPr>
        <p:spPr>
          <a:xfrm>
            <a:off x="10125106" y="2217060"/>
            <a:ext cx="1647794" cy="923330"/>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2014.08.08 | Marketing event</a:t>
            </a:r>
          </a:p>
          <a:p>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3" name="Rectangle 22"/>
          <p:cNvSpPr/>
          <p:nvPr/>
        </p:nvSpPr>
        <p:spPr>
          <a:xfrm>
            <a:off x="9684660" y="3727579"/>
            <a:ext cx="39946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4" name="TextBox 23"/>
          <p:cNvSpPr txBox="1"/>
          <p:nvPr/>
        </p:nvSpPr>
        <p:spPr>
          <a:xfrm>
            <a:off x="10084128" y="3749969"/>
            <a:ext cx="1647794" cy="923330"/>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2014.10.08 | Business event</a:t>
            </a:r>
          </a:p>
          <a:p>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Tree>
    <p:extLst>
      <p:ext uri="{BB962C8B-B14F-4D97-AF65-F5344CB8AC3E}">
        <p14:creationId xmlns:p14="http://schemas.microsoft.com/office/powerpoint/2010/main" val="889447876"/>
      </p:ext>
    </p:extLst>
  </p:cSld>
  <p:clrMapOvr>
    <a:masterClrMapping/>
  </p:clrMapOvr>
  <p:transition spd="slow">
    <p:push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6096001" y="1719336"/>
            <a:ext cx="5219700" cy="4452863"/>
          </a:xfrm>
        </p:spPr>
        <p:txBody>
          <a:bodyPr/>
          <a:lstStyle/>
          <a:p>
            <a:endParaRPr lang="en-MY"/>
          </a:p>
        </p:txBody>
      </p:sp>
      <p:sp>
        <p:nvSpPr>
          <p:cNvPr id="2" name="TextBox 1"/>
          <p:cNvSpPr txBox="1"/>
          <p:nvPr/>
        </p:nvSpPr>
        <p:spPr>
          <a:xfrm>
            <a:off x="419100" y="429414"/>
            <a:ext cx="3182794"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APPLICATION SERVICE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23</a:t>
            </a:r>
          </a:p>
        </p:txBody>
      </p:sp>
      <p:sp>
        <p:nvSpPr>
          <p:cNvPr id="27" name="Folded Corner 26"/>
          <p:cNvSpPr/>
          <p:nvPr/>
        </p:nvSpPr>
        <p:spPr>
          <a:xfrm>
            <a:off x="5612219" y="1714500"/>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
        <p:nvSpPr>
          <p:cNvPr id="32" name="Freeform 31"/>
          <p:cNvSpPr/>
          <p:nvPr/>
        </p:nvSpPr>
        <p:spPr>
          <a:xfrm rot="16200000">
            <a:off x="695882" y="4382279"/>
            <a:ext cx="1952641" cy="1627201"/>
          </a:xfrm>
          <a:custGeom>
            <a:avLst/>
            <a:gdLst>
              <a:gd name="connsiteX0" fmla="*/ 0 w 2647156"/>
              <a:gd name="connsiteY0" fmla="*/ 132358 h 3176587"/>
              <a:gd name="connsiteX1" fmla="*/ 132358 w 2647156"/>
              <a:gd name="connsiteY1" fmla="*/ 0 h 3176587"/>
              <a:gd name="connsiteX2" fmla="*/ 2514798 w 2647156"/>
              <a:gd name="connsiteY2" fmla="*/ 0 h 3176587"/>
              <a:gd name="connsiteX3" fmla="*/ 2647156 w 2647156"/>
              <a:gd name="connsiteY3" fmla="*/ 132358 h 3176587"/>
              <a:gd name="connsiteX4" fmla="*/ 2647156 w 2647156"/>
              <a:gd name="connsiteY4" fmla="*/ 3044229 h 3176587"/>
              <a:gd name="connsiteX5" fmla="*/ 2514798 w 2647156"/>
              <a:gd name="connsiteY5" fmla="*/ 3176587 h 3176587"/>
              <a:gd name="connsiteX6" fmla="*/ 132358 w 2647156"/>
              <a:gd name="connsiteY6" fmla="*/ 3176587 h 3176587"/>
              <a:gd name="connsiteX7" fmla="*/ 0 w 2647156"/>
              <a:gd name="connsiteY7" fmla="*/ 3044229 h 3176587"/>
              <a:gd name="connsiteX8" fmla="*/ 0 w 2647156"/>
              <a:gd name="connsiteY8" fmla="*/ 132358 h 317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7156" h="3176587">
                <a:moveTo>
                  <a:pt x="2536857" y="1"/>
                </a:moveTo>
                <a:cubicBezTo>
                  <a:pt x="2597773" y="1"/>
                  <a:pt x="2647156" y="71111"/>
                  <a:pt x="2647156" y="158830"/>
                </a:cubicBezTo>
                <a:lnTo>
                  <a:pt x="2647156" y="3017757"/>
                </a:lnTo>
                <a:cubicBezTo>
                  <a:pt x="2647156" y="3105476"/>
                  <a:pt x="2597773" y="3176586"/>
                  <a:pt x="2536857" y="3176586"/>
                </a:cubicBezTo>
                <a:lnTo>
                  <a:pt x="110299" y="3176586"/>
                </a:lnTo>
                <a:cubicBezTo>
                  <a:pt x="49383" y="3176586"/>
                  <a:pt x="0" y="3105476"/>
                  <a:pt x="0" y="3017757"/>
                </a:cubicBezTo>
                <a:lnTo>
                  <a:pt x="0" y="158830"/>
                </a:lnTo>
                <a:cubicBezTo>
                  <a:pt x="0" y="71111"/>
                  <a:pt x="49383" y="1"/>
                  <a:pt x="110299" y="1"/>
                </a:cubicBezTo>
                <a:lnTo>
                  <a:pt x="2536857" y="1"/>
                </a:lnTo>
                <a:close/>
              </a:path>
            </a:pathLst>
          </a:custGeom>
          <a:solidFill>
            <a:schemeClr val="accent6"/>
          </a:solidFill>
          <a:ln>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785" tIns="102869" rIns="133351" bIns="2117726" numCol="1" spcCol="1270" anchor="t" anchorCtr="0">
            <a:noAutofit/>
          </a:bodyPr>
          <a:lstStyle/>
          <a:p>
            <a:pPr lvl="0" algn="r" defTabSz="1333500">
              <a:lnSpc>
                <a:spcPct val="90000"/>
              </a:lnSpc>
              <a:spcBef>
                <a:spcPct val="0"/>
              </a:spcBef>
              <a:spcAft>
                <a:spcPct val="35000"/>
              </a:spcAft>
            </a:pPr>
            <a:endParaRPr lang="en-US" sz="3000" kern="1200"/>
          </a:p>
        </p:txBody>
      </p:sp>
      <p:sp>
        <p:nvSpPr>
          <p:cNvPr id="33" name="Freeform 32"/>
          <p:cNvSpPr/>
          <p:nvPr/>
        </p:nvSpPr>
        <p:spPr>
          <a:xfrm>
            <a:off x="1184043" y="4219559"/>
            <a:ext cx="1212264" cy="1952640"/>
          </a:xfrm>
          <a:custGeom>
            <a:avLst/>
            <a:gdLst>
              <a:gd name="connsiteX0" fmla="*/ 0 w 1972131"/>
              <a:gd name="connsiteY0" fmla="*/ 0 h 3176587"/>
              <a:gd name="connsiteX1" fmla="*/ 1972131 w 1972131"/>
              <a:gd name="connsiteY1" fmla="*/ 0 h 3176587"/>
              <a:gd name="connsiteX2" fmla="*/ 1972131 w 1972131"/>
              <a:gd name="connsiteY2" fmla="*/ 3176587 h 3176587"/>
              <a:gd name="connsiteX3" fmla="*/ 0 w 1972131"/>
              <a:gd name="connsiteY3" fmla="*/ 3176587 h 3176587"/>
              <a:gd name="connsiteX4" fmla="*/ 0 w 1972131"/>
              <a:gd name="connsiteY4" fmla="*/ 0 h 3176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131" h="3176587">
                <a:moveTo>
                  <a:pt x="0" y="0"/>
                </a:moveTo>
                <a:lnTo>
                  <a:pt x="1972131" y="0"/>
                </a:lnTo>
                <a:lnTo>
                  <a:pt x="1972131" y="3176587"/>
                </a:lnTo>
                <a:lnTo>
                  <a:pt x="0" y="3176587"/>
                </a:lnTo>
                <a:lnTo>
                  <a:pt x="0" y="0"/>
                </a:lnTo>
                <a:close/>
              </a:path>
            </a:pathLst>
          </a:custGeom>
          <a:noFill/>
          <a:ln>
            <a:noFill/>
          </a:ln>
          <a:sp3d/>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0" tIns="222885" rIns="0" bIns="0" numCol="1" spcCol="1270" anchor="t" anchorCtr="0">
            <a:noAutofit/>
          </a:bodyPr>
          <a:lstStyle/>
          <a:p>
            <a:pPr lvl="0" algn="l" defTabSz="2889250">
              <a:lnSpc>
                <a:spcPct val="90000"/>
              </a:lnSpc>
              <a:spcBef>
                <a:spcPct val="0"/>
              </a:spcBef>
              <a:spcAft>
                <a:spcPct val="35000"/>
              </a:spcAft>
            </a:pPr>
            <a:endParaRPr lang="en-US" sz="6500" kern="1200"/>
          </a:p>
        </p:txBody>
      </p:sp>
      <p:sp>
        <p:nvSpPr>
          <p:cNvPr id="34" name="Freeform 33"/>
          <p:cNvSpPr/>
          <p:nvPr/>
        </p:nvSpPr>
        <p:spPr>
          <a:xfrm rot="16200000">
            <a:off x="2380035" y="4382279"/>
            <a:ext cx="1952641" cy="1627201"/>
          </a:xfrm>
          <a:custGeom>
            <a:avLst/>
            <a:gdLst>
              <a:gd name="connsiteX0" fmla="*/ 0 w 2647156"/>
              <a:gd name="connsiteY0" fmla="*/ 132358 h 3176587"/>
              <a:gd name="connsiteX1" fmla="*/ 132358 w 2647156"/>
              <a:gd name="connsiteY1" fmla="*/ 0 h 3176587"/>
              <a:gd name="connsiteX2" fmla="*/ 2514798 w 2647156"/>
              <a:gd name="connsiteY2" fmla="*/ 0 h 3176587"/>
              <a:gd name="connsiteX3" fmla="*/ 2647156 w 2647156"/>
              <a:gd name="connsiteY3" fmla="*/ 132358 h 3176587"/>
              <a:gd name="connsiteX4" fmla="*/ 2647156 w 2647156"/>
              <a:gd name="connsiteY4" fmla="*/ 3044229 h 3176587"/>
              <a:gd name="connsiteX5" fmla="*/ 2514798 w 2647156"/>
              <a:gd name="connsiteY5" fmla="*/ 3176587 h 3176587"/>
              <a:gd name="connsiteX6" fmla="*/ 132358 w 2647156"/>
              <a:gd name="connsiteY6" fmla="*/ 3176587 h 3176587"/>
              <a:gd name="connsiteX7" fmla="*/ 0 w 2647156"/>
              <a:gd name="connsiteY7" fmla="*/ 3044229 h 3176587"/>
              <a:gd name="connsiteX8" fmla="*/ 0 w 2647156"/>
              <a:gd name="connsiteY8" fmla="*/ 132358 h 317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7156" h="3176587">
                <a:moveTo>
                  <a:pt x="2536857" y="1"/>
                </a:moveTo>
                <a:cubicBezTo>
                  <a:pt x="2597773" y="1"/>
                  <a:pt x="2647156" y="71111"/>
                  <a:pt x="2647156" y="158830"/>
                </a:cubicBezTo>
                <a:lnTo>
                  <a:pt x="2647156" y="3017757"/>
                </a:lnTo>
                <a:cubicBezTo>
                  <a:pt x="2647156" y="3105476"/>
                  <a:pt x="2597773" y="3176586"/>
                  <a:pt x="2536857" y="3176586"/>
                </a:cubicBezTo>
                <a:lnTo>
                  <a:pt x="110299" y="3176586"/>
                </a:lnTo>
                <a:cubicBezTo>
                  <a:pt x="49383" y="3176586"/>
                  <a:pt x="0" y="3105476"/>
                  <a:pt x="0" y="3017757"/>
                </a:cubicBezTo>
                <a:lnTo>
                  <a:pt x="0" y="158830"/>
                </a:lnTo>
                <a:cubicBezTo>
                  <a:pt x="0" y="71111"/>
                  <a:pt x="49383" y="1"/>
                  <a:pt x="110299" y="1"/>
                </a:cubicBezTo>
                <a:lnTo>
                  <a:pt x="2536857" y="1"/>
                </a:lnTo>
                <a:close/>
              </a:path>
            </a:pathLst>
          </a:custGeom>
          <a:solidFill>
            <a:schemeClr val="tx1">
              <a:lumMod val="75000"/>
              <a:lumOff val="25000"/>
            </a:schemeClr>
          </a:solidFill>
          <a:ln>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785" tIns="102870" rIns="133351" bIns="2117726" numCol="1" spcCol="1270" anchor="t" anchorCtr="0">
            <a:noAutofit/>
          </a:bodyPr>
          <a:lstStyle/>
          <a:p>
            <a:pPr lvl="0" algn="r" defTabSz="1333500">
              <a:lnSpc>
                <a:spcPct val="90000"/>
              </a:lnSpc>
              <a:spcBef>
                <a:spcPct val="0"/>
              </a:spcBef>
              <a:spcAft>
                <a:spcPct val="35000"/>
              </a:spcAft>
            </a:pPr>
            <a:endParaRPr lang="en-US" sz="3000" kern="1200"/>
          </a:p>
        </p:txBody>
      </p:sp>
      <p:sp>
        <p:nvSpPr>
          <p:cNvPr id="35" name="Flowchart: Extract 34"/>
          <p:cNvSpPr/>
          <p:nvPr/>
        </p:nvSpPr>
        <p:spPr>
          <a:xfrm rot="5400000">
            <a:off x="2407447" y="5771038"/>
            <a:ext cx="286889" cy="244080"/>
          </a:xfrm>
          <a:prstGeom prst="flowChartExtract">
            <a:avLst/>
          </a:prstGeom>
          <a:ln>
            <a:solidFill>
              <a:schemeClr val="bg1"/>
            </a:solidFill>
          </a:ln>
        </p:spPr>
        <p:style>
          <a:lnRef idx="2">
            <a:schemeClr val="accent1">
              <a:hueOff val="0"/>
              <a:satOff val="0"/>
              <a:lumOff val="0"/>
              <a:alphaOff val="0"/>
            </a:schemeClr>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endParaRPr lang="en-MY"/>
          </a:p>
        </p:txBody>
      </p:sp>
      <p:sp>
        <p:nvSpPr>
          <p:cNvPr id="36" name="Freeform 35"/>
          <p:cNvSpPr/>
          <p:nvPr/>
        </p:nvSpPr>
        <p:spPr>
          <a:xfrm>
            <a:off x="2868196" y="4219559"/>
            <a:ext cx="1212264" cy="1952640"/>
          </a:xfrm>
          <a:custGeom>
            <a:avLst/>
            <a:gdLst>
              <a:gd name="connsiteX0" fmla="*/ 0 w 1972131"/>
              <a:gd name="connsiteY0" fmla="*/ 0 h 3176587"/>
              <a:gd name="connsiteX1" fmla="*/ 1972131 w 1972131"/>
              <a:gd name="connsiteY1" fmla="*/ 0 h 3176587"/>
              <a:gd name="connsiteX2" fmla="*/ 1972131 w 1972131"/>
              <a:gd name="connsiteY2" fmla="*/ 3176587 h 3176587"/>
              <a:gd name="connsiteX3" fmla="*/ 0 w 1972131"/>
              <a:gd name="connsiteY3" fmla="*/ 3176587 h 3176587"/>
              <a:gd name="connsiteX4" fmla="*/ 0 w 1972131"/>
              <a:gd name="connsiteY4" fmla="*/ 0 h 3176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131" h="3176587">
                <a:moveTo>
                  <a:pt x="0" y="0"/>
                </a:moveTo>
                <a:lnTo>
                  <a:pt x="1972131" y="0"/>
                </a:lnTo>
                <a:lnTo>
                  <a:pt x="1972131" y="3176587"/>
                </a:lnTo>
                <a:lnTo>
                  <a:pt x="0" y="3176587"/>
                </a:lnTo>
                <a:lnTo>
                  <a:pt x="0" y="0"/>
                </a:lnTo>
                <a:close/>
              </a:path>
            </a:pathLst>
          </a:custGeom>
          <a:noFill/>
          <a:ln>
            <a:noFill/>
          </a:ln>
          <a:sp3d/>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0" tIns="222885" rIns="0" bIns="0" numCol="1" spcCol="1270" anchor="t" anchorCtr="0">
            <a:noAutofit/>
          </a:bodyPr>
          <a:lstStyle/>
          <a:p>
            <a:pPr lvl="0" algn="l" defTabSz="2889250">
              <a:lnSpc>
                <a:spcPct val="90000"/>
              </a:lnSpc>
              <a:spcBef>
                <a:spcPct val="0"/>
              </a:spcBef>
              <a:spcAft>
                <a:spcPct val="35000"/>
              </a:spcAft>
            </a:pPr>
            <a:endParaRPr lang="en-US" sz="6500" kern="1200"/>
          </a:p>
        </p:txBody>
      </p:sp>
      <p:sp>
        <p:nvSpPr>
          <p:cNvPr id="37" name="Freeform 36"/>
          <p:cNvSpPr/>
          <p:nvPr/>
        </p:nvSpPr>
        <p:spPr>
          <a:xfrm rot="16200000">
            <a:off x="4064188" y="4382279"/>
            <a:ext cx="1952641" cy="1627201"/>
          </a:xfrm>
          <a:custGeom>
            <a:avLst/>
            <a:gdLst>
              <a:gd name="connsiteX0" fmla="*/ 0 w 2647156"/>
              <a:gd name="connsiteY0" fmla="*/ 132358 h 3176587"/>
              <a:gd name="connsiteX1" fmla="*/ 132358 w 2647156"/>
              <a:gd name="connsiteY1" fmla="*/ 0 h 3176587"/>
              <a:gd name="connsiteX2" fmla="*/ 2514798 w 2647156"/>
              <a:gd name="connsiteY2" fmla="*/ 0 h 3176587"/>
              <a:gd name="connsiteX3" fmla="*/ 2647156 w 2647156"/>
              <a:gd name="connsiteY3" fmla="*/ 132358 h 3176587"/>
              <a:gd name="connsiteX4" fmla="*/ 2647156 w 2647156"/>
              <a:gd name="connsiteY4" fmla="*/ 3044229 h 3176587"/>
              <a:gd name="connsiteX5" fmla="*/ 2514798 w 2647156"/>
              <a:gd name="connsiteY5" fmla="*/ 3176587 h 3176587"/>
              <a:gd name="connsiteX6" fmla="*/ 132358 w 2647156"/>
              <a:gd name="connsiteY6" fmla="*/ 3176587 h 3176587"/>
              <a:gd name="connsiteX7" fmla="*/ 0 w 2647156"/>
              <a:gd name="connsiteY7" fmla="*/ 3044229 h 3176587"/>
              <a:gd name="connsiteX8" fmla="*/ 0 w 2647156"/>
              <a:gd name="connsiteY8" fmla="*/ 132358 h 317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7156" h="3176587">
                <a:moveTo>
                  <a:pt x="2536857" y="1"/>
                </a:moveTo>
                <a:cubicBezTo>
                  <a:pt x="2597773" y="1"/>
                  <a:pt x="2647156" y="71111"/>
                  <a:pt x="2647156" y="158830"/>
                </a:cubicBezTo>
                <a:lnTo>
                  <a:pt x="2647156" y="3017757"/>
                </a:lnTo>
                <a:cubicBezTo>
                  <a:pt x="2647156" y="3105476"/>
                  <a:pt x="2597773" y="3176586"/>
                  <a:pt x="2536857" y="3176586"/>
                </a:cubicBezTo>
                <a:lnTo>
                  <a:pt x="110299" y="3176586"/>
                </a:lnTo>
                <a:cubicBezTo>
                  <a:pt x="49383" y="3176586"/>
                  <a:pt x="0" y="3105476"/>
                  <a:pt x="0" y="3017757"/>
                </a:cubicBezTo>
                <a:lnTo>
                  <a:pt x="0" y="158830"/>
                </a:lnTo>
                <a:cubicBezTo>
                  <a:pt x="0" y="71111"/>
                  <a:pt x="49383" y="1"/>
                  <a:pt x="110299" y="1"/>
                </a:cubicBezTo>
                <a:lnTo>
                  <a:pt x="2536857" y="1"/>
                </a:lnTo>
                <a:close/>
              </a:path>
            </a:pathLst>
          </a:custGeom>
          <a:solidFill>
            <a:schemeClr val="accent6"/>
          </a:solidFill>
          <a:ln>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785" tIns="102870" rIns="133351" bIns="2117725" numCol="1" spcCol="1270" anchor="t" anchorCtr="0">
            <a:noAutofit/>
          </a:bodyPr>
          <a:lstStyle/>
          <a:p>
            <a:pPr lvl="0" algn="r" defTabSz="1333500">
              <a:lnSpc>
                <a:spcPct val="90000"/>
              </a:lnSpc>
              <a:spcBef>
                <a:spcPct val="0"/>
              </a:spcBef>
              <a:spcAft>
                <a:spcPct val="35000"/>
              </a:spcAft>
            </a:pPr>
            <a:endParaRPr lang="en-US" sz="3000" kern="1200"/>
          </a:p>
        </p:txBody>
      </p:sp>
      <p:sp>
        <p:nvSpPr>
          <p:cNvPr id="38" name="Flowchart: Extract 37"/>
          <p:cNvSpPr/>
          <p:nvPr/>
        </p:nvSpPr>
        <p:spPr>
          <a:xfrm rot="5400000">
            <a:off x="4091600" y="5771038"/>
            <a:ext cx="286889" cy="244080"/>
          </a:xfrm>
          <a:prstGeom prst="flowChartExtract">
            <a:avLst/>
          </a:prstGeom>
          <a:ln>
            <a:solidFill>
              <a:schemeClr val="bg1"/>
            </a:solidFill>
          </a:ln>
        </p:spPr>
        <p:style>
          <a:lnRef idx="2">
            <a:schemeClr val="accent1">
              <a:hueOff val="0"/>
              <a:satOff val="0"/>
              <a:lumOff val="0"/>
              <a:alphaOff val="0"/>
            </a:schemeClr>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endParaRPr lang="en-MY"/>
          </a:p>
        </p:txBody>
      </p:sp>
      <p:sp>
        <p:nvSpPr>
          <p:cNvPr id="39" name="Freeform 38"/>
          <p:cNvSpPr/>
          <p:nvPr/>
        </p:nvSpPr>
        <p:spPr>
          <a:xfrm>
            <a:off x="4552348" y="4219559"/>
            <a:ext cx="1212264" cy="1952640"/>
          </a:xfrm>
          <a:custGeom>
            <a:avLst/>
            <a:gdLst>
              <a:gd name="connsiteX0" fmla="*/ 0 w 1972131"/>
              <a:gd name="connsiteY0" fmla="*/ 0 h 3176587"/>
              <a:gd name="connsiteX1" fmla="*/ 1972131 w 1972131"/>
              <a:gd name="connsiteY1" fmla="*/ 0 h 3176587"/>
              <a:gd name="connsiteX2" fmla="*/ 1972131 w 1972131"/>
              <a:gd name="connsiteY2" fmla="*/ 3176587 h 3176587"/>
              <a:gd name="connsiteX3" fmla="*/ 0 w 1972131"/>
              <a:gd name="connsiteY3" fmla="*/ 3176587 h 3176587"/>
              <a:gd name="connsiteX4" fmla="*/ 0 w 1972131"/>
              <a:gd name="connsiteY4" fmla="*/ 0 h 3176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131" h="3176587">
                <a:moveTo>
                  <a:pt x="0" y="0"/>
                </a:moveTo>
                <a:lnTo>
                  <a:pt x="1972131" y="0"/>
                </a:lnTo>
                <a:lnTo>
                  <a:pt x="1972131" y="3176587"/>
                </a:lnTo>
                <a:lnTo>
                  <a:pt x="0" y="3176587"/>
                </a:lnTo>
                <a:lnTo>
                  <a:pt x="0" y="0"/>
                </a:lnTo>
                <a:close/>
              </a:path>
            </a:pathLst>
          </a:custGeom>
          <a:noFill/>
          <a:ln>
            <a:noFill/>
          </a:ln>
          <a:sp3d/>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0" tIns="222885" rIns="0" bIns="0" numCol="1" spcCol="1270" anchor="t" anchorCtr="0">
            <a:noAutofit/>
          </a:bodyPr>
          <a:lstStyle/>
          <a:p>
            <a:pPr lvl="0" algn="l" defTabSz="2889250">
              <a:lnSpc>
                <a:spcPct val="90000"/>
              </a:lnSpc>
              <a:spcBef>
                <a:spcPct val="0"/>
              </a:spcBef>
              <a:spcAft>
                <a:spcPct val="35000"/>
              </a:spcAft>
            </a:pPr>
            <a:endParaRPr lang="en-US" sz="6500" kern="1200"/>
          </a:p>
        </p:txBody>
      </p:sp>
      <p:sp>
        <p:nvSpPr>
          <p:cNvPr id="40" name="TextBox 39"/>
          <p:cNvSpPr txBox="1"/>
          <p:nvPr/>
        </p:nvSpPr>
        <p:spPr>
          <a:xfrm>
            <a:off x="917506" y="4694872"/>
            <a:ext cx="1504303" cy="984885"/>
          </a:xfrm>
          <a:prstGeom prst="rect">
            <a:avLst/>
          </a:prstGeom>
          <a:noFill/>
        </p:spPr>
        <p:txBody>
          <a:bodyPr wrap="square" rtlCol="0">
            <a:spAutoFit/>
          </a:bodyPr>
          <a:lstStyle/>
          <a:p>
            <a:pPr algn="ctr"/>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1" name="TextBox 40"/>
          <p:cNvSpPr txBox="1"/>
          <p:nvPr/>
        </p:nvSpPr>
        <p:spPr>
          <a:xfrm>
            <a:off x="2598580" y="4703436"/>
            <a:ext cx="1504303" cy="984885"/>
          </a:xfrm>
          <a:prstGeom prst="rect">
            <a:avLst/>
          </a:prstGeom>
          <a:noFill/>
        </p:spPr>
        <p:txBody>
          <a:bodyPr wrap="square" rtlCol="0">
            <a:spAutoFit/>
          </a:bodyPr>
          <a:lstStyle/>
          <a:p>
            <a:pPr algn="ctr"/>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BRANDING</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2" name="TextBox 41"/>
          <p:cNvSpPr txBox="1"/>
          <p:nvPr/>
        </p:nvSpPr>
        <p:spPr>
          <a:xfrm>
            <a:off x="4288356" y="4703436"/>
            <a:ext cx="1504303" cy="984885"/>
          </a:xfrm>
          <a:prstGeom prst="rect">
            <a:avLst/>
          </a:prstGeom>
          <a:noFill/>
        </p:spPr>
        <p:txBody>
          <a:bodyPr wrap="square" rtlCol="0">
            <a:spAutoFit/>
          </a:bodyPr>
          <a:lstStyle/>
          <a:p>
            <a:pPr algn="ctr"/>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TRENDING</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3" name="extBox 3"/>
          <p:cNvSpPr txBox="1"/>
          <p:nvPr/>
        </p:nvSpPr>
        <p:spPr>
          <a:xfrm>
            <a:off x="858601" y="2211728"/>
            <a:ext cx="4343459" cy="1123384"/>
          </a:xfrm>
          <a:prstGeom prst="rect">
            <a:avLst/>
          </a:prstGeom>
          <a:noFill/>
        </p:spPr>
        <p:txBody>
          <a:bodyPr wrap="square" rtlCol="0">
            <a:spAutoFit/>
          </a:bodyPr>
          <a:lstStyle/>
          <a:p>
            <a:pPr algn="just"/>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WHATS APP</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2483288168"/>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wipe(left)">
                                      <p:cBhvr>
                                        <p:cTn id="7" dur="500"/>
                                        <p:tgtEl>
                                          <p:spTgt spid="32"/>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wipe(left)">
                                      <p:cBhvr>
                                        <p:cTn id="11" dur="500"/>
                                        <p:tgtEl>
                                          <p:spTgt spid="35"/>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4"/>
                                        </p:tgtEl>
                                        <p:attrNameLst>
                                          <p:attrName>style.visibility</p:attrName>
                                        </p:attrNameLst>
                                      </p:cBhvr>
                                      <p:to>
                                        <p:strVal val="visible"/>
                                      </p:to>
                                    </p:set>
                                    <p:animEffect transition="in" filter="wipe(left)">
                                      <p:cBhvr>
                                        <p:cTn id="15" dur="500"/>
                                        <p:tgtEl>
                                          <p:spTgt spid="34"/>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8"/>
                                        </p:tgtEl>
                                        <p:attrNameLst>
                                          <p:attrName>style.visibility</p:attrName>
                                        </p:attrNameLst>
                                      </p:cBhvr>
                                      <p:to>
                                        <p:strVal val="visible"/>
                                      </p:to>
                                    </p:set>
                                    <p:animEffect transition="in" filter="wipe(left)">
                                      <p:cBhvr>
                                        <p:cTn id="19" dur="500"/>
                                        <p:tgtEl>
                                          <p:spTgt spid="38"/>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37"/>
                                        </p:tgtEl>
                                        <p:attrNameLst>
                                          <p:attrName>style.visibility</p:attrName>
                                        </p:attrNameLst>
                                      </p:cBhvr>
                                      <p:to>
                                        <p:strVal val="visible"/>
                                      </p:to>
                                    </p:set>
                                    <p:animEffect transition="in" filter="wipe(left)">
                                      <p:cBhvr>
                                        <p:cTn id="23" dur="500"/>
                                        <p:tgtEl>
                                          <p:spTgt spid="37"/>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40"/>
                                        </p:tgtEl>
                                        <p:attrNameLst>
                                          <p:attrName>style.visibility</p:attrName>
                                        </p:attrNameLst>
                                      </p:cBhvr>
                                      <p:to>
                                        <p:strVal val="visible"/>
                                      </p:to>
                                    </p:set>
                                    <p:animEffect transition="in" filter="fade">
                                      <p:cBhvr>
                                        <p:cTn id="26" dur="500"/>
                                        <p:tgtEl>
                                          <p:spTgt spid="40"/>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41"/>
                                        </p:tgtEl>
                                        <p:attrNameLst>
                                          <p:attrName>style.visibility</p:attrName>
                                        </p:attrNameLst>
                                      </p:cBhvr>
                                      <p:to>
                                        <p:strVal val="visible"/>
                                      </p:to>
                                    </p:set>
                                    <p:animEffect transition="in" filter="fade">
                                      <p:cBhvr>
                                        <p:cTn id="29" dur="500"/>
                                        <p:tgtEl>
                                          <p:spTgt spid="41"/>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42"/>
                                        </p:tgtEl>
                                        <p:attrNameLst>
                                          <p:attrName>style.visibility</p:attrName>
                                        </p:attrNameLst>
                                      </p:cBhvr>
                                      <p:to>
                                        <p:strVal val="visible"/>
                                      </p:to>
                                    </p:set>
                                    <p:animEffect transition="in" filter="fade">
                                      <p:cBhvr>
                                        <p:cTn id="32"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4" grpId="0" animBg="1"/>
      <p:bldP spid="37" grpId="0" animBg="1"/>
      <p:bldP spid="40" grpId="0"/>
      <p:bldP spid="41" grpId="0"/>
      <p:bldP spid="42"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p:txBody>
          <a:bodyPr/>
          <a:lstStyle/>
          <a:p>
            <a:endParaRPr lang="en-MY"/>
          </a:p>
        </p:txBody>
      </p:sp>
      <p:sp>
        <p:nvSpPr>
          <p:cNvPr id="12" name="Picture Placeholder 11"/>
          <p:cNvSpPr>
            <a:spLocks noGrp="1"/>
          </p:cNvSpPr>
          <p:nvPr>
            <p:ph type="pic" sz="quarter" idx="11"/>
          </p:nvPr>
        </p:nvSpPr>
        <p:spPr/>
        <p:txBody>
          <a:bodyPr/>
          <a:lstStyle/>
          <a:p>
            <a:endParaRPr lang="en-MY"/>
          </a:p>
        </p:txBody>
      </p:sp>
      <p:sp>
        <p:nvSpPr>
          <p:cNvPr id="13" name="Picture Placeholder 12"/>
          <p:cNvSpPr>
            <a:spLocks noGrp="1"/>
          </p:cNvSpPr>
          <p:nvPr>
            <p:ph type="pic" sz="quarter" idx="12"/>
          </p:nvPr>
        </p:nvSpPr>
        <p:spPr/>
        <p:txBody>
          <a:bodyPr/>
          <a:lstStyle/>
          <a:p>
            <a:endParaRPr lang="en-MY"/>
          </a:p>
        </p:txBody>
      </p:sp>
      <p:sp>
        <p:nvSpPr>
          <p:cNvPr id="2" name="TextBox 1"/>
          <p:cNvSpPr txBox="1"/>
          <p:nvPr/>
        </p:nvSpPr>
        <p:spPr>
          <a:xfrm>
            <a:off x="419100" y="429414"/>
            <a:ext cx="3276859"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THREE COLUMN IMAGE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24</a:t>
            </a:r>
          </a:p>
        </p:txBody>
      </p:sp>
      <p:sp>
        <p:nvSpPr>
          <p:cNvPr id="5" name="Folded Corner 4"/>
          <p:cNvSpPr/>
          <p:nvPr/>
        </p:nvSpPr>
        <p:spPr>
          <a:xfrm>
            <a:off x="3460080" y="3556590"/>
            <a:ext cx="754911" cy="818707"/>
          </a:xfrm>
          <a:prstGeom prst="foldedCorner">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6" name="Folded Corner 15"/>
          <p:cNvSpPr/>
          <p:nvPr/>
        </p:nvSpPr>
        <p:spPr>
          <a:xfrm>
            <a:off x="6932496" y="3556590"/>
            <a:ext cx="754911" cy="818707"/>
          </a:xfrm>
          <a:prstGeom prst="foldedCorner">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7" name="Folded Corner 16"/>
          <p:cNvSpPr/>
          <p:nvPr/>
        </p:nvSpPr>
        <p:spPr>
          <a:xfrm>
            <a:off x="10404912" y="3545956"/>
            <a:ext cx="754911" cy="818707"/>
          </a:xfrm>
          <a:prstGeom prst="foldedCorner">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8" name="TextBox 17"/>
          <p:cNvSpPr txBox="1"/>
          <p:nvPr/>
        </p:nvSpPr>
        <p:spPr>
          <a:xfrm>
            <a:off x="876300" y="4580813"/>
            <a:ext cx="3338691" cy="1184940"/>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9" name="TextBox 18"/>
          <p:cNvSpPr txBox="1"/>
          <p:nvPr/>
        </p:nvSpPr>
        <p:spPr>
          <a:xfrm>
            <a:off x="4348716" y="4580812"/>
            <a:ext cx="3338691" cy="1184940"/>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TextBox 19"/>
          <p:cNvSpPr txBox="1"/>
          <p:nvPr/>
        </p:nvSpPr>
        <p:spPr>
          <a:xfrm>
            <a:off x="7821132" y="4580811"/>
            <a:ext cx="3338691" cy="1184940"/>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566782438"/>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anim calcmode="lin" valueType="num">
                                      <p:cBhvr>
                                        <p:cTn id="8" dur="500" fill="hold"/>
                                        <p:tgtEl>
                                          <p:spTgt spid="5"/>
                                        </p:tgtEl>
                                        <p:attrNameLst>
                                          <p:attrName>ppt_x</p:attrName>
                                        </p:attrNameLst>
                                      </p:cBhvr>
                                      <p:tavLst>
                                        <p:tav tm="0">
                                          <p:val>
                                            <p:strVal val="#ppt_x"/>
                                          </p:val>
                                        </p:tav>
                                        <p:tav tm="100000">
                                          <p:val>
                                            <p:strVal val="#ppt_x"/>
                                          </p:val>
                                        </p:tav>
                                      </p:tavLst>
                                    </p:anim>
                                    <p:anim calcmode="lin" valueType="num">
                                      <p:cBhvr>
                                        <p:cTn id="9" dur="500" fill="hold"/>
                                        <p:tgtEl>
                                          <p:spTgt spid="5"/>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anim calcmode="lin" valueType="num">
                                      <p:cBhvr>
                                        <p:cTn id="14" dur="500" fill="hold"/>
                                        <p:tgtEl>
                                          <p:spTgt spid="16"/>
                                        </p:tgtEl>
                                        <p:attrNameLst>
                                          <p:attrName>ppt_x</p:attrName>
                                        </p:attrNameLst>
                                      </p:cBhvr>
                                      <p:tavLst>
                                        <p:tav tm="0">
                                          <p:val>
                                            <p:strVal val="#ppt_x"/>
                                          </p:val>
                                        </p:tav>
                                        <p:tav tm="100000">
                                          <p:val>
                                            <p:strVal val="#ppt_x"/>
                                          </p:val>
                                        </p:tav>
                                      </p:tavLst>
                                    </p:anim>
                                    <p:anim calcmode="lin" valueType="num">
                                      <p:cBhvr>
                                        <p:cTn id="15" dur="500" fill="hold"/>
                                        <p:tgtEl>
                                          <p:spTgt spid="16"/>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grpId="0" nodeType="after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fade">
                                      <p:cBhvr>
                                        <p:cTn id="19" dur="500"/>
                                        <p:tgtEl>
                                          <p:spTgt spid="17"/>
                                        </p:tgtEl>
                                      </p:cBhvr>
                                    </p:animEffect>
                                    <p:anim calcmode="lin" valueType="num">
                                      <p:cBhvr>
                                        <p:cTn id="20" dur="500" fill="hold"/>
                                        <p:tgtEl>
                                          <p:spTgt spid="17"/>
                                        </p:tgtEl>
                                        <p:attrNameLst>
                                          <p:attrName>ppt_x</p:attrName>
                                        </p:attrNameLst>
                                      </p:cBhvr>
                                      <p:tavLst>
                                        <p:tav tm="0">
                                          <p:val>
                                            <p:strVal val="#ppt_x"/>
                                          </p:val>
                                        </p:tav>
                                        <p:tav tm="100000">
                                          <p:val>
                                            <p:strVal val="#ppt_x"/>
                                          </p:val>
                                        </p:tav>
                                      </p:tavLst>
                                    </p:anim>
                                    <p:anim calcmode="lin" valueType="num">
                                      <p:cBhvr>
                                        <p:cTn id="21" dur="5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6" grpId="0" animBg="1"/>
      <p:bldP spid="17"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p:txBody>
          <a:bodyPr/>
          <a:lstStyle/>
          <a:p>
            <a:endParaRPr lang="en-MY"/>
          </a:p>
        </p:txBody>
      </p:sp>
      <p:sp>
        <p:nvSpPr>
          <p:cNvPr id="22" name="Picture Placeholder 21"/>
          <p:cNvSpPr>
            <a:spLocks noGrp="1"/>
          </p:cNvSpPr>
          <p:nvPr>
            <p:ph type="pic" sz="quarter" idx="11"/>
          </p:nvPr>
        </p:nvSpPr>
        <p:spPr/>
        <p:txBody>
          <a:bodyPr/>
          <a:lstStyle/>
          <a:p>
            <a:endParaRPr lang="en-MY"/>
          </a:p>
        </p:txBody>
      </p:sp>
      <p:sp>
        <p:nvSpPr>
          <p:cNvPr id="23" name="Picture Placeholder 22"/>
          <p:cNvSpPr>
            <a:spLocks noGrp="1"/>
          </p:cNvSpPr>
          <p:nvPr>
            <p:ph type="pic" sz="quarter" idx="12"/>
          </p:nvPr>
        </p:nvSpPr>
        <p:spPr/>
        <p:txBody>
          <a:bodyPr/>
          <a:lstStyle/>
          <a:p>
            <a:endParaRPr lang="en-MY"/>
          </a:p>
        </p:txBody>
      </p:sp>
      <p:sp>
        <p:nvSpPr>
          <p:cNvPr id="24" name="Picture Placeholder 23"/>
          <p:cNvSpPr>
            <a:spLocks noGrp="1"/>
          </p:cNvSpPr>
          <p:nvPr>
            <p:ph type="pic" sz="quarter" idx="13"/>
          </p:nvPr>
        </p:nvSpPr>
        <p:spPr/>
        <p:txBody>
          <a:bodyPr/>
          <a:lstStyle/>
          <a:p>
            <a:endParaRPr lang="en-MY"/>
          </a:p>
        </p:txBody>
      </p:sp>
      <p:sp>
        <p:nvSpPr>
          <p:cNvPr id="2" name="TextBox 1"/>
          <p:cNvSpPr txBox="1"/>
          <p:nvPr/>
        </p:nvSpPr>
        <p:spPr>
          <a:xfrm>
            <a:off x="419100" y="429414"/>
            <a:ext cx="3847528"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FOUR COLUMN IMAGE INFO</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25</a:t>
            </a:r>
          </a:p>
        </p:txBody>
      </p:sp>
      <p:sp>
        <p:nvSpPr>
          <p:cNvPr id="11" name="Folded Corner 10"/>
          <p:cNvSpPr/>
          <p:nvPr/>
        </p:nvSpPr>
        <p:spPr>
          <a:xfrm>
            <a:off x="2216888" y="1845186"/>
            <a:ext cx="754911" cy="818707"/>
          </a:xfrm>
          <a:prstGeom prst="foldedCorner">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2" name="TextBox 11"/>
          <p:cNvSpPr txBox="1"/>
          <p:nvPr/>
        </p:nvSpPr>
        <p:spPr>
          <a:xfrm>
            <a:off x="3346597" y="1842552"/>
            <a:ext cx="2749403" cy="14619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4" name="Folded Corner 13"/>
          <p:cNvSpPr/>
          <p:nvPr/>
        </p:nvSpPr>
        <p:spPr>
          <a:xfrm>
            <a:off x="7436588" y="1845186"/>
            <a:ext cx="754911" cy="818707"/>
          </a:xfrm>
          <a:prstGeom prst="foldedCorner">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5" name="TextBox 14"/>
          <p:cNvSpPr txBox="1"/>
          <p:nvPr/>
        </p:nvSpPr>
        <p:spPr>
          <a:xfrm>
            <a:off x="8566297" y="1842552"/>
            <a:ext cx="2749403" cy="14619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7" name="Folded Corner 16"/>
          <p:cNvSpPr/>
          <p:nvPr/>
        </p:nvSpPr>
        <p:spPr>
          <a:xfrm>
            <a:off x="2216888" y="4083816"/>
            <a:ext cx="754911" cy="818707"/>
          </a:xfrm>
          <a:prstGeom prst="foldedCorner">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8" name="TextBox 17"/>
          <p:cNvSpPr txBox="1"/>
          <p:nvPr/>
        </p:nvSpPr>
        <p:spPr>
          <a:xfrm>
            <a:off x="3346597" y="4081182"/>
            <a:ext cx="2749403" cy="14619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Folded Corner 19"/>
          <p:cNvSpPr/>
          <p:nvPr/>
        </p:nvSpPr>
        <p:spPr>
          <a:xfrm>
            <a:off x="7436588" y="4083816"/>
            <a:ext cx="754911" cy="818707"/>
          </a:xfrm>
          <a:prstGeom prst="foldedCorner">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21" name="TextBox 20"/>
          <p:cNvSpPr txBox="1"/>
          <p:nvPr/>
        </p:nvSpPr>
        <p:spPr>
          <a:xfrm>
            <a:off x="8566297" y="4081182"/>
            <a:ext cx="2749403" cy="14619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71178872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fade">
                                      <p:cBhvr>
                                        <p:cTn id="10" dur="500"/>
                                        <p:tgtEl>
                                          <p:spTgt spid="1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500"/>
                                        <p:tgtEl>
                                          <p:spTgt spid="18"/>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1"/>
                                        </p:tgtEl>
                                        <p:attrNameLst>
                                          <p:attrName>style.visibility</p:attrName>
                                        </p:attrNameLst>
                                      </p:cBhvr>
                                      <p:to>
                                        <p:strVal val="visible"/>
                                      </p:to>
                                    </p:set>
                                    <p:animEffect transition="in" filter="fade">
                                      <p:cBhvr>
                                        <p:cTn id="16"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5" grpId="0"/>
      <p:bldP spid="18" grpId="0"/>
      <p:bldP spid="21"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Picture Placeholder 11"/>
          <p:cNvSpPr>
            <a:spLocks noGrp="1"/>
          </p:cNvSpPr>
          <p:nvPr>
            <p:ph type="pic" sz="quarter" idx="10"/>
          </p:nvPr>
        </p:nvSpPr>
        <p:spPr>
          <a:xfrm>
            <a:off x="6096000" y="0"/>
            <a:ext cx="6096000" cy="6858000"/>
          </a:xfrm>
        </p:spPr>
        <p:txBody>
          <a:bodyPr/>
          <a:lstStyle/>
          <a:p>
            <a:endParaRPr lang="en-MY"/>
          </a:p>
        </p:txBody>
      </p:sp>
      <p:sp>
        <p:nvSpPr>
          <p:cNvPr id="2" name="TextBox 1"/>
          <p:cNvSpPr txBox="1"/>
          <p:nvPr/>
        </p:nvSpPr>
        <p:spPr>
          <a:xfrm>
            <a:off x="419100" y="429414"/>
            <a:ext cx="2574744"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MEET OUR EVENT</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26</a:t>
            </a:r>
          </a:p>
        </p:txBody>
      </p:sp>
      <p:sp>
        <p:nvSpPr>
          <p:cNvPr id="11" name="TextBox 10"/>
          <p:cNvSpPr txBox="1"/>
          <p:nvPr/>
        </p:nvSpPr>
        <p:spPr>
          <a:xfrm>
            <a:off x="882677" y="1871467"/>
            <a:ext cx="5213323" cy="11849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EVENT</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5" name="Rectangle 4"/>
          <p:cNvSpPr/>
          <p:nvPr/>
        </p:nvSpPr>
        <p:spPr>
          <a:xfrm>
            <a:off x="882677" y="3429000"/>
            <a:ext cx="518091" cy="523220"/>
          </a:xfrm>
          <a:prstGeom prst="rect">
            <a:avLst/>
          </a:prstGeom>
        </p:spPr>
        <p:txBody>
          <a:bodyPr wrap="none">
            <a:spAutoFit/>
          </a:bodyPr>
          <a:lstStyle/>
          <a:p>
            <a:r>
              <a:rPr lang="en-US" sz="2800">
                <a:solidFill>
                  <a:schemeClr val="accent6"/>
                </a:solidFill>
                <a:latin typeface="FontAwesome" pitchFamily="2" charset="0"/>
              </a:rPr>
              <a:t></a:t>
            </a:r>
            <a:endParaRPr lang="en-US" sz="2800">
              <a:solidFill>
                <a:schemeClr val="accent6"/>
              </a:solidFill>
            </a:endParaRPr>
          </a:p>
        </p:txBody>
      </p:sp>
      <p:sp>
        <p:nvSpPr>
          <p:cNvPr id="20" name="TextBox 19"/>
          <p:cNvSpPr txBox="1"/>
          <p:nvPr/>
        </p:nvSpPr>
        <p:spPr>
          <a:xfrm>
            <a:off x="1400747" y="3541155"/>
            <a:ext cx="770852"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FRIDAY</a:t>
            </a:r>
          </a:p>
        </p:txBody>
      </p:sp>
      <p:sp>
        <p:nvSpPr>
          <p:cNvPr id="21" name="Rectangle 20"/>
          <p:cNvSpPr/>
          <p:nvPr/>
        </p:nvSpPr>
        <p:spPr>
          <a:xfrm>
            <a:off x="2470484" y="3429000"/>
            <a:ext cx="492443" cy="523220"/>
          </a:xfrm>
          <a:prstGeom prst="rect">
            <a:avLst/>
          </a:prstGeom>
        </p:spPr>
        <p:txBody>
          <a:bodyPr wrap="none">
            <a:spAutoFit/>
          </a:bodyPr>
          <a:lstStyle/>
          <a:p>
            <a:r>
              <a:rPr lang="en-US" sz="2800">
                <a:solidFill>
                  <a:schemeClr val="accent6"/>
                </a:solidFill>
                <a:latin typeface="FontAwesome" pitchFamily="2" charset="0"/>
              </a:rPr>
              <a:t></a:t>
            </a:r>
            <a:endParaRPr lang="en-US" sz="2800">
              <a:solidFill>
                <a:schemeClr val="accent6"/>
              </a:solidFill>
            </a:endParaRPr>
          </a:p>
        </p:txBody>
      </p:sp>
      <p:sp>
        <p:nvSpPr>
          <p:cNvPr id="22" name="TextBox 21"/>
          <p:cNvSpPr txBox="1"/>
          <p:nvPr/>
        </p:nvSpPr>
        <p:spPr>
          <a:xfrm>
            <a:off x="2962927" y="3541155"/>
            <a:ext cx="678391"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18 PM</a:t>
            </a:r>
          </a:p>
        </p:txBody>
      </p:sp>
      <p:sp>
        <p:nvSpPr>
          <p:cNvPr id="23" name="Rectangle 22"/>
          <p:cNvSpPr/>
          <p:nvPr/>
        </p:nvSpPr>
        <p:spPr>
          <a:xfrm>
            <a:off x="3938836" y="3425739"/>
            <a:ext cx="389850" cy="523220"/>
          </a:xfrm>
          <a:prstGeom prst="rect">
            <a:avLst/>
          </a:prstGeom>
        </p:spPr>
        <p:txBody>
          <a:bodyPr wrap="none">
            <a:spAutoFit/>
          </a:bodyPr>
          <a:lstStyle/>
          <a:p>
            <a:r>
              <a:rPr lang="en-US" sz="2800">
                <a:solidFill>
                  <a:schemeClr val="accent6"/>
                </a:solidFill>
                <a:latin typeface="FontAwesome" pitchFamily="2" charset="0"/>
              </a:rPr>
              <a:t></a:t>
            </a:r>
            <a:endParaRPr lang="en-US" sz="2800">
              <a:solidFill>
                <a:schemeClr val="accent6"/>
              </a:solidFill>
            </a:endParaRPr>
          </a:p>
        </p:txBody>
      </p:sp>
      <p:sp>
        <p:nvSpPr>
          <p:cNvPr id="24" name="TextBox 23"/>
          <p:cNvSpPr txBox="1"/>
          <p:nvPr/>
        </p:nvSpPr>
        <p:spPr>
          <a:xfrm>
            <a:off x="4331455" y="3540233"/>
            <a:ext cx="1548822"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CENTRAL OFFICE</a:t>
            </a:r>
          </a:p>
        </p:txBody>
      </p:sp>
      <p:sp>
        <p:nvSpPr>
          <p:cNvPr id="25" name="TextBox 24"/>
          <p:cNvSpPr txBox="1"/>
          <p:nvPr/>
        </p:nvSpPr>
        <p:spPr>
          <a:xfrm>
            <a:off x="876300" y="4432785"/>
            <a:ext cx="4614356" cy="1738938"/>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FAQ</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TOPIC</a:t>
            </a:r>
          </a:p>
          <a:p>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marL="171450" indent="-171450">
              <a:buFont typeface="Arial" panose="020B0604020202020204" pitchFamily="34" charset="0"/>
              <a:buChar char="•"/>
            </a:pP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marL="171450" indent="-171450">
              <a:buFont typeface="Arial" panose="020B0604020202020204" pitchFamily="34" charset="0"/>
              <a:buChar char="•"/>
            </a:pP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marL="171450" indent="-171450">
              <a:buFont typeface="Arial" panose="020B0604020202020204" pitchFamily="34" charset="0"/>
              <a:buChar char="•"/>
            </a:pP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186271707"/>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ECF0F1">
            <a:alpha val="20000"/>
          </a:srgbClr>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a:xfrm>
            <a:off x="6096001" y="1714500"/>
            <a:ext cx="4579088" cy="3559249"/>
          </a:xfrm>
        </p:spPr>
        <p:txBody>
          <a:bodyPr/>
          <a:lstStyle/>
          <a:p>
            <a:endParaRPr lang="en-MY"/>
          </a:p>
        </p:txBody>
      </p:sp>
      <p:sp>
        <p:nvSpPr>
          <p:cNvPr id="19" name="Rectangle 18"/>
          <p:cNvSpPr/>
          <p:nvPr/>
        </p:nvSpPr>
        <p:spPr>
          <a:xfrm>
            <a:off x="0" y="1714500"/>
            <a:ext cx="6096000" cy="355924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10675088" y="1714500"/>
            <a:ext cx="1516911" cy="355924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extBox 3"/>
          <p:cNvSpPr txBox="1"/>
          <p:nvPr/>
        </p:nvSpPr>
        <p:spPr>
          <a:xfrm>
            <a:off x="876300" y="2832405"/>
            <a:ext cx="4897209" cy="1323439"/>
          </a:xfrm>
          <a:prstGeom prst="rect">
            <a:avLst/>
          </a:prstGeom>
          <a:noFill/>
        </p:spPr>
        <p:txBody>
          <a:bodyPr wrap="square" rtlCol="0">
            <a:spAutoFit/>
          </a:bodyPr>
          <a:lstStyle/>
          <a:p>
            <a:pPr algn="just"/>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UNIQUE</a:t>
            </a:r>
          </a:p>
          <a:p>
            <a:pPr algn="just"/>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25" name="Folded Corner 24"/>
          <p:cNvSpPr/>
          <p:nvPr/>
        </p:nvSpPr>
        <p:spPr>
          <a:xfrm>
            <a:off x="9436027" y="4695566"/>
            <a:ext cx="967562" cy="1156291"/>
          </a:xfrm>
          <a:prstGeom prst="foldedCorner">
            <a:avLst/>
          </a:prstGeom>
          <a:solidFill>
            <a:schemeClr val="tx1">
              <a:lumMod val="75000"/>
              <a:lumOff val="2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Tree>
    <p:extLst>
      <p:ext uri="{BB962C8B-B14F-4D97-AF65-F5344CB8AC3E}">
        <p14:creationId xmlns:p14="http://schemas.microsoft.com/office/powerpoint/2010/main" val="962822324"/>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fade">
                                      <p:cBhvr>
                                        <p:cTn id="10" dur="500"/>
                                        <p:tgtEl>
                                          <p:spTgt spid="20"/>
                                        </p:tgtEl>
                                      </p:cBhvr>
                                    </p:animEffect>
                                  </p:childTnLst>
                                </p:cTn>
                              </p:par>
                            </p:childTnLst>
                          </p:cTn>
                        </p:par>
                        <p:par>
                          <p:cTn id="11" fill="hold">
                            <p:stCondLst>
                              <p:cond delay="500"/>
                            </p:stCondLst>
                            <p:childTnLst>
                              <p:par>
                                <p:cTn id="12" presetID="2" presetClass="entr" presetSubtype="4" fill="hold" grpId="0" nodeType="afterEffect">
                                  <p:stCondLst>
                                    <p:cond delay="0"/>
                                  </p:stCondLst>
                                  <p:childTnLst>
                                    <p:set>
                                      <p:cBhvr>
                                        <p:cTn id="13" dur="1" fill="hold">
                                          <p:stCondLst>
                                            <p:cond delay="0"/>
                                          </p:stCondLst>
                                        </p:cTn>
                                        <p:tgtEl>
                                          <p:spTgt spid="25"/>
                                        </p:tgtEl>
                                        <p:attrNameLst>
                                          <p:attrName>style.visibility</p:attrName>
                                        </p:attrNameLst>
                                      </p:cBhvr>
                                      <p:to>
                                        <p:strVal val="visible"/>
                                      </p:to>
                                    </p:set>
                                    <p:anim calcmode="lin" valueType="num">
                                      <p:cBhvr additive="base">
                                        <p:cTn id="14" dur="500" fill="hold"/>
                                        <p:tgtEl>
                                          <p:spTgt spid="25"/>
                                        </p:tgtEl>
                                        <p:attrNameLst>
                                          <p:attrName>ppt_x</p:attrName>
                                        </p:attrNameLst>
                                      </p:cBhvr>
                                      <p:tavLst>
                                        <p:tav tm="0">
                                          <p:val>
                                            <p:strVal val="#ppt_x"/>
                                          </p:val>
                                        </p:tav>
                                        <p:tav tm="100000">
                                          <p:val>
                                            <p:strVal val="#ppt_x"/>
                                          </p:val>
                                        </p:tav>
                                      </p:tavLst>
                                    </p:anim>
                                    <p:anim calcmode="lin" valueType="num">
                                      <p:cBhvr additive="base">
                                        <p:cTn id="15"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5"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28</a:t>
            </a:r>
          </a:p>
        </p:txBody>
      </p:sp>
      <p:sp>
        <p:nvSpPr>
          <p:cNvPr id="11" name="TextBox 10"/>
          <p:cNvSpPr txBox="1"/>
          <p:nvPr/>
        </p:nvSpPr>
        <p:spPr>
          <a:xfrm>
            <a:off x="4299679" y="429414"/>
            <a:ext cx="3592650"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SERVICE MAIN FUNCTION</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762000" y="1763233"/>
            <a:ext cx="647252" cy="647252"/>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accent6"/>
                </a:solidFill>
                <a:latin typeface="FontAwesome" pitchFamily="2" charset="0"/>
              </a:rPr>
              <a:t></a:t>
            </a:r>
            <a:endParaRPr lang="en-US">
              <a:solidFill>
                <a:schemeClr val="accent6"/>
              </a:solidFill>
            </a:endParaRPr>
          </a:p>
        </p:txBody>
      </p:sp>
      <p:cxnSp>
        <p:nvCxnSpPr>
          <p:cNvPr id="15" name="Straight Connector 14"/>
          <p:cNvCxnSpPr/>
          <p:nvPr/>
        </p:nvCxnSpPr>
        <p:spPr>
          <a:xfrm>
            <a:off x="1591593" y="2086859"/>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2139695" y="1940665"/>
            <a:ext cx="1580882" cy="292388"/>
          </a:xfrm>
          <a:prstGeom prst="rect">
            <a:avLst/>
          </a:prstGeom>
          <a:noFill/>
        </p:spPr>
        <p:txBody>
          <a:bodyPr wrap="none" rtlCol="0">
            <a:spAutoFit/>
          </a:bodyPr>
          <a:lstStyle/>
          <a:p>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Beautifully Design</a:t>
            </a:r>
          </a:p>
        </p:txBody>
      </p:sp>
      <p:sp>
        <p:nvSpPr>
          <p:cNvPr id="17" name="TextBox 16"/>
          <p:cNvSpPr txBox="1"/>
          <p:nvPr/>
        </p:nvSpPr>
        <p:spPr>
          <a:xfrm>
            <a:off x="2139695" y="2408772"/>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18" name="Oval 17"/>
          <p:cNvSpPr/>
          <p:nvPr/>
        </p:nvSpPr>
        <p:spPr>
          <a:xfrm>
            <a:off x="762000" y="3311080"/>
            <a:ext cx="647252" cy="647252"/>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19" name="Straight Connector 18"/>
          <p:cNvCxnSpPr/>
          <p:nvPr/>
        </p:nvCxnSpPr>
        <p:spPr>
          <a:xfrm>
            <a:off x="1591593" y="3634706"/>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2139695" y="3488512"/>
            <a:ext cx="1443024" cy="292388"/>
          </a:xfrm>
          <a:prstGeom prst="rect">
            <a:avLst/>
          </a:prstGeom>
          <a:noFill/>
        </p:spPr>
        <p:txBody>
          <a:bodyPr wrap="none" rtlCol="0">
            <a:spAutoFit/>
          </a:bodyPr>
          <a:lstStyle/>
          <a:p>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Essential Design</a:t>
            </a:r>
          </a:p>
        </p:txBody>
      </p:sp>
      <p:sp>
        <p:nvSpPr>
          <p:cNvPr id="21" name="TextBox 20"/>
          <p:cNvSpPr txBox="1"/>
          <p:nvPr/>
        </p:nvSpPr>
        <p:spPr>
          <a:xfrm>
            <a:off x="2139695" y="3956619"/>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22" name="Oval 21"/>
          <p:cNvSpPr/>
          <p:nvPr/>
        </p:nvSpPr>
        <p:spPr>
          <a:xfrm>
            <a:off x="762000" y="4857213"/>
            <a:ext cx="647252" cy="647252"/>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accent6"/>
                </a:solidFill>
                <a:latin typeface="FontAwesome" pitchFamily="2" charset="0"/>
              </a:rPr>
              <a:t></a:t>
            </a:r>
            <a:endParaRPr lang="en-US">
              <a:solidFill>
                <a:schemeClr val="accent6"/>
              </a:solidFill>
            </a:endParaRPr>
          </a:p>
        </p:txBody>
      </p:sp>
      <p:cxnSp>
        <p:nvCxnSpPr>
          <p:cNvPr id="23" name="Straight Connector 22"/>
          <p:cNvCxnSpPr/>
          <p:nvPr/>
        </p:nvCxnSpPr>
        <p:spPr>
          <a:xfrm>
            <a:off x="1591593" y="5180839"/>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2139695" y="5034645"/>
            <a:ext cx="1289135" cy="292388"/>
          </a:xfrm>
          <a:prstGeom prst="rect">
            <a:avLst/>
          </a:prstGeom>
          <a:noFill/>
        </p:spPr>
        <p:txBody>
          <a:bodyPr wrap="none" rtlCol="0">
            <a:spAutoFit/>
          </a:bodyPr>
          <a:lstStyle/>
          <a:p>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Best Solutions</a:t>
            </a:r>
          </a:p>
        </p:txBody>
      </p:sp>
      <p:sp>
        <p:nvSpPr>
          <p:cNvPr id="25" name="TextBox 24"/>
          <p:cNvSpPr txBox="1"/>
          <p:nvPr/>
        </p:nvSpPr>
        <p:spPr>
          <a:xfrm>
            <a:off x="2139695" y="5502752"/>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26" name="Oval 25"/>
          <p:cNvSpPr/>
          <p:nvPr/>
        </p:nvSpPr>
        <p:spPr>
          <a:xfrm>
            <a:off x="6515100" y="1763233"/>
            <a:ext cx="647252" cy="647252"/>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27" name="Straight Connector 26"/>
          <p:cNvCxnSpPr/>
          <p:nvPr/>
        </p:nvCxnSpPr>
        <p:spPr>
          <a:xfrm>
            <a:off x="7344693" y="2086859"/>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7892795" y="1940665"/>
            <a:ext cx="1502334" cy="292388"/>
          </a:xfrm>
          <a:prstGeom prst="rect">
            <a:avLst/>
          </a:prstGeom>
          <a:noFill/>
        </p:spPr>
        <p:txBody>
          <a:bodyPr wrap="none" rtlCol="0">
            <a:spAutoFit/>
          </a:bodyPr>
          <a:lstStyle/>
          <a:p>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Smart and Smart</a:t>
            </a:r>
          </a:p>
        </p:txBody>
      </p:sp>
      <p:sp>
        <p:nvSpPr>
          <p:cNvPr id="29" name="TextBox 28"/>
          <p:cNvSpPr txBox="1"/>
          <p:nvPr/>
        </p:nvSpPr>
        <p:spPr>
          <a:xfrm>
            <a:off x="7892795" y="2408772"/>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30" name="Oval 29"/>
          <p:cNvSpPr/>
          <p:nvPr/>
        </p:nvSpPr>
        <p:spPr>
          <a:xfrm>
            <a:off x="6515100" y="3311080"/>
            <a:ext cx="647252" cy="647252"/>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accent6"/>
                </a:solidFill>
                <a:latin typeface="FontAwesome" pitchFamily="2" charset="0"/>
              </a:rPr>
              <a:t></a:t>
            </a:r>
            <a:endParaRPr lang="en-US">
              <a:solidFill>
                <a:schemeClr val="accent6"/>
              </a:solidFill>
            </a:endParaRPr>
          </a:p>
        </p:txBody>
      </p:sp>
      <p:cxnSp>
        <p:nvCxnSpPr>
          <p:cNvPr id="31" name="Straight Connector 30"/>
          <p:cNvCxnSpPr/>
          <p:nvPr/>
        </p:nvCxnSpPr>
        <p:spPr>
          <a:xfrm>
            <a:off x="7344693" y="3634706"/>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7892795" y="3488512"/>
            <a:ext cx="1322798" cy="292388"/>
          </a:xfrm>
          <a:prstGeom prst="rect">
            <a:avLst/>
          </a:prstGeom>
          <a:noFill/>
        </p:spPr>
        <p:txBody>
          <a:bodyPr wrap="none" rtlCol="0">
            <a:spAutoFit/>
          </a:bodyPr>
          <a:lstStyle/>
          <a:p>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Unique Design</a:t>
            </a:r>
          </a:p>
        </p:txBody>
      </p:sp>
      <p:sp>
        <p:nvSpPr>
          <p:cNvPr id="33" name="TextBox 32"/>
          <p:cNvSpPr txBox="1"/>
          <p:nvPr/>
        </p:nvSpPr>
        <p:spPr>
          <a:xfrm>
            <a:off x="7892795" y="3956619"/>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34" name="Oval 33"/>
          <p:cNvSpPr/>
          <p:nvPr/>
        </p:nvSpPr>
        <p:spPr>
          <a:xfrm>
            <a:off x="6515100" y="4857213"/>
            <a:ext cx="647252" cy="647252"/>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35" name="Straight Connector 34"/>
          <p:cNvCxnSpPr/>
          <p:nvPr/>
        </p:nvCxnSpPr>
        <p:spPr>
          <a:xfrm>
            <a:off x="7344693" y="5180839"/>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7892795" y="5034645"/>
            <a:ext cx="1622560" cy="292388"/>
          </a:xfrm>
          <a:prstGeom prst="rect">
            <a:avLst/>
          </a:prstGeom>
          <a:noFill/>
        </p:spPr>
        <p:txBody>
          <a:bodyPr wrap="none" rtlCol="0">
            <a:spAutoFit/>
          </a:bodyPr>
          <a:lstStyle/>
          <a:p>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Modern and Clean</a:t>
            </a:r>
          </a:p>
        </p:txBody>
      </p:sp>
      <p:sp>
        <p:nvSpPr>
          <p:cNvPr id="37" name="TextBox 36"/>
          <p:cNvSpPr txBox="1"/>
          <p:nvPr/>
        </p:nvSpPr>
        <p:spPr>
          <a:xfrm>
            <a:off x="7892795" y="5502752"/>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Tree>
    <p:extLst>
      <p:ext uri="{BB962C8B-B14F-4D97-AF65-F5344CB8AC3E}">
        <p14:creationId xmlns:p14="http://schemas.microsoft.com/office/powerpoint/2010/main" val="161587238"/>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580019"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vers.1</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29</a:t>
            </a:r>
          </a:p>
        </p:txBody>
      </p:sp>
      <p:pic>
        <p:nvPicPr>
          <p:cNvPr id="19" name="Picture 18"/>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793428" y="1714500"/>
            <a:ext cx="2069004" cy="4541466"/>
          </a:xfrm>
          <a:prstGeom prst="rect">
            <a:avLst/>
          </a:prstGeom>
        </p:spPr>
      </p:pic>
      <p:sp>
        <p:nvSpPr>
          <p:cNvPr id="20" name="extBox 3"/>
          <p:cNvSpPr txBox="1"/>
          <p:nvPr/>
        </p:nvSpPr>
        <p:spPr>
          <a:xfrm>
            <a:off x="7862433" y="2728808"/>
            <a:ext cx="3453267" cy="1400383"/>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MOBILE APPLICATION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21" name="Folded Corner 20"/>
          <p:cNvSpPr/>
          <p:nvPr/>
        </p:nvSpPr>
        <p:spPr>
          <a:xfrm>
            <a:off x="7959939" y="4805284"/>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cxnSp>
        <p:nvCxnSpPr>
          <p:cNvPr id="23" name="Straight Connector 22"/>
          <p:cNvCxnSpPr/>
          <p:nvPr/>
        </p:nvCxnSpPr>
        <p:spPr>
          <a:xfrm flipH="1">
            <a:off x="3837536" y="2879271"/>
            <a:ext cx="2530549"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H="1">
            <a:off x="3565450" y="3815442"/>
            <a:ext cx="3200400"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flipH="1">
            <a:off x="3780519" y="4824523"/>
            <a:ext cx="2530549"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sp>
        <p:nvSpPr>
          <p:cNvPr id="26" name="Oval 25"/>
          <p:cNvSpPr/>
          <p:nvPr/>
        </p:nvSpPr>
        <p:spPr>
          <a:xfrm>
            <a:off x="6248342" y="2759528"/>
            <a:ext cx="239486" cy="239486"/>
          </a:xfrm>
          <a:prstGeom prst="ellipse">
            <a:avLst/>
          </a:prstGeom>
          <a:solidFill>
            <a:srgbClr val="E74C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6694656" y="3695699"/>
            <a:ext cx="239486" cy="239486"/>
          </a:xfrm>
          <a:prstGeom prst="ellipse">
            <a:avLst/>
          </a:prstGeom>
          <a:solidFill>
            <a:srgbClr val="F39C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p:cNvSpPr/>
          <p:nvPr/>
        </p:nvSpPr>
        <p:spPr>
          <a:xfrm>
            <a:off x="6191325" y="4704780"/>
            <a:ext cx="239486" cy="239486"/>
          </a:xfrm>
          <a:prstGeom prst="ellipse">
            <a:avLst/>
          </a:prstGeom>
          <a:solidFill>
            <a:srgbClr val="3449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3780519" y="2821421"/>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p:cNvSpPr/>
          <p:nvPr/>
        </p:nvSpPr>
        <p:spPr>
          <a:xfrm>
            <a:off x="3449751" y="375631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p:cNvSpPr/>
          <p:nvPr/>
        </p:nvSpPr>
        <p:spPr>
          <a:xfrm>
            <a:off x="3721837" y="4766673"/>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876300" y="2415994"/>
            <a:ext cx="2841493"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3" name="TextBox 32"/>
          <p:cNvSpPr txBox="1"/>
          <p:nvPr/>
        </p:nvSpPr>
        <p:spPr>
          <a:xfrm>
            <a:off x="870517" y="3429444"/>
            <a:ext cx="2515602"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34" name="TextBox 33"/>
          <p:cNvSpPr txBox="1"/>
          <p:nvPr/>
        </p:nvSpPr>
        <p:spPr>
          <a:xfrm>
            <a:off x="1145174" y="4439801"/>
            <a:ext cx="2515602"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Tree>
    <p:extLst>
      <p:ext uri="{BB962C8B-B14F-4D97-AF65-F5344CB8AC3E}">
        <p14:creationId xmlns:p14="http://schemas.microsoft.com/office/powerpoint/2010/main" val="166752771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airplan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wipe(right)">
                                      <p:cBhvr>
                                        <p:cTn id="7" dur="500"/>
                                        <p:tgtEl>
                                          <p:spTgt spid="23"/>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wipe(right)">
                                      <p:cBhvr>
                                        <p:cTn id="11" dur="500"/>
                                        <p:tgtEl>
                                          <p:spTgt spid="24"/>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wipe(right)">
                                      <p:cBhvr>
                                        <p:cTn id="15" dur="500"/>
                                        <p:tgtEl>
                                          <p:spTgt spid="25"/>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fade">
                                      <p:cBhvr>
                                        <p:cTn id="19" dur="500"/>
                                        <p:tgtEl>
                                          <p:spTgt spid="32"/>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fade">
                                      <p:cBhvr>
                                        <p:cTn id="23" dur="500"/>
                                        <p:tgtEl>
                                          <p:spTgt spid="33"/>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34"/>
                                        </p:tgtEl>
                                        <p:attrNameLst>
                                          <p:attrName>style.visibility</p:attrName>
                                        </p:attrNameLst>
                                      </p:cBhvr>
                                      <p:to>
                                        <p:strVal val="visible"/>
                                      </p:to>
                                    </p:set>
                                    <p:animEffect transition="in" filter="fade">
                                      <p:cBhvr>
                                        <p:cTn id="2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3" grpId="0"/>
      <p:bldP spid="34"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vers.2</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30</a:t>
            </a:r>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218146" y="2368702"/>
            <a:ext cx="4269857" cy="3560404"/>
          </a:xfrm>
          <a:prstGeom prst="rect">
            <a:avLst/>
          </a:prstGeom>
        </p:spPr>
      </p:pic>
      <p:sp>
        <p:nvSpPr>
          <p:cNvPr id="18" name="Circular Arrow 17"/>
          <p:cNvSpPr/>
          <p:nvPr/>
        </p:nvSpPr>
        <p:spPr>
          <a:xfrm>
            <a:off x="6567112" y="1557453"/>
            <a:ext cx="2221202" cy="2221540"/>
          </a:xfrm>
          <a:prstGeom prst="circularArrow">
            <a:avLst>
              <a:gd name="adj1" fmla="val 10980"/>
              <a:gd name="adj2" fmla="val 1142322"/>
              <a:gd name="adj3" fmla="val 4500000"/>
              <a:gd name="adj4" fmla="val 10800000"/>
              <a:gd name="adj5" fmla="val 12500"/>
            </a:avLst>
          </a:prstGeom>
          <a:solidFill>
            <a:schemeClr val="accent6"/>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MY"/>
          </a:p>
        </p:txBody>
      </p:sp>
      <p:sp>
        <p:nvSpPr>
          <p:cNvPr id="20" name="Shape 19"/>
          <p:cNvSpPr/>
          <p:nvPr/>
        </p:nvSpPr>
        <p:spPr>
          <a:xfrm>
            <a:off x="5950181" y="2833892"/>
            <a:ext cx="2221202" cy="2221540"/>
          </a:xfrm>
          <a:prstGeom prst="leftCircularArrow">
            <a:avLst>
              <a:gd name="adj1" fmla="val 10980"/>
              <a:gd name="adj2" fmla="val 1142322"/>
              <a:gd name="adj3" fmla="val 6300000"/>
              <a:gd name="adj4" fmla="val 18900000"/>
              <a:gd name="adj5" fmla="val 12500"/>
            </a:avLst>
          </a:prstGeom>
          <a:solidFill>
            <a:schemeClr val="tx1">
              <a:lumMod val="75000"/>
              <a:lumOff val="2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MY"/>
          </a:p>
        </p:txBody>
      </p:sp>
      <p:sp>
        <p:nvSpPr>
          <p:cNvPr id="22" name="Block Arc 21"/>
          <p:cNvSpPr/>
          <p:nvPr/>
        </p:nvSpPr>
        <p:spPr>
          <a:xfrm>
            <a:off x="6725203" y="4263080"/>
            <a:ext cx="1908357" cy="1909121"/>
          </a:xfrm>
          <a:prstGeom prst="blockArc">
            <a:avLst>
              <a:gd name="adj1" fmla="val 13500000"/>
              <a:gd name="adj2" fmla="val 10800000"/>
              <a:gd name="adj3" fmla="val 12740"/>
            </a:avLst>
          </a:prstGeom>
          <a:solidFill>
            <a:schemeClr val="accent6"/>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MY"/>
          </a:p>
        </p:txBody>
      </p:sp>
      <p:sp>
        <p:nvSpPr>
          <p:cNvPr id="24" name="Oval 23"/>
          <p:cNvSpPr/>
          <p:nvPr/>
        </p:nvSpPr>
        <p:spPr>
          <a:xfrm>
            <a:off x="7268359" y="2258869"/>
            <a:ext cx="818707" cy="818707"/>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5" name="Oval 24"/>
          <p:cNvSpPr/>
          <p:nvPr/>
        </p:nvSpPr>
        <p:spPr>
          <a:xfrm>
            <a:off x="6651428" y="3535308"/>
            <a:ext cx="818707" cy="818707"/>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6" name="Oval 25"/>
          <p:cNvSpPr/>
          <p:nvPr/>
        </p:nvSpPr>
        <p:spPr>
          <a:xfrm>
            <a:off x="7268359" y="4811747"/>
            <a:ext cx="818707" cy="818707"/>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7" name="TextBox 26"/>
          <p:cNvSpPr txBox="1"/>
          <p:nvPr/>
        </p:nvSpPr>
        <p:spPr>
          <a:xfrm>
            <a:off x="9024652" y="2214251"/>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8" name="TextBox 27"/>
          <p:cNvSpPr txBox="1"/>
          <p:nvPr/>
        </p:nvSpPr>
        <p:spPr>
          <a:xfrm>
            <a:off x="9024652" y="4763669"/>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9" name="TextBox 28"/>
          <p:cNvSpPr txBox="1"/>
          <p:nvPr/>
        </p:nvSpPr>
        <p:spPr>
          <a:xfrm>
            <a:off x="8386993" y="3490690"/>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0" name="Folded Corner 29"/>
          <p:cNvSpPr/>
          <p:nvPr/>
        </p:nvSpPr>
        <p:spPr>
          <a:xfrm>
            <a:off x="857873" y="1790557"/>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Tree>
    <p:extLst>
      <p:ext uri="{BB962C8B-B14F-4D97-AF65-F5344CB8AC3E}">
        <p14:creationId xmlns:p14="http://schemas.microsoft.com/office/powerpoint/2010/main" val="2474464259"/>
      </p:ext>
    </p:extLst>
  </p:cSld>
  <p:clrMapOvr>
    <a:masterClrMapping/>
  </p:clrMapOvr>
  <p:transition spd="slow">
    <p:comb dir="vert"/>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vers.3</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31</a:t>
            </a: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112409" y="2076007"/>
            <a:ext cx="1795909" cy="3942020"/>
          </a:xfrm>
          <a:prstGeom prst="rect">
            <a:avLst/>
          </a:prstGeom>
        </p:spPr>
      </p:pic>
      <p:cxnSp>
        <p:nvCxnSpPr>
          <p:cNvPr id="7" name="Straight Connector 6"/>
          <p:cNvCxnSpPr/>
          <p:nvPr/>
        </p:nvCxnSpPr>
        <p:spPr>
          <a:xfrm flipV="1">
            <a:off x="6422072" y="1850065"/>
            <a:ext cx="1371600" cy="425302"/>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7793672" y="1850064"/>
            <a:ext cx="0" cy="393192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6" name="Oval 15"/>
          <p:cNvSpPr/>
          <p:nvPr/>
        </p:nvSpPr>
        <p:spPr>
          <a:xfrm>
            <a:off x="7735822" y="2687767"/>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8" name="Straight Connector 17"/>
          <p:cNvCxnSpPr/>
          <p:nvPr/>
        </p:nvCxnSpPr>
        <p:spPr>
          <a:xfrm>
            <a:off x="7798356" y="3564565"/>
            <a:ext cx="731931"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19" name="Oval 18"/>
          <p:cNvSpPr/>
          <p:nvPr/>
        </p:nvSpPr>
        <p:spPr>
          <a:xfrm>
            <a:off x="8472437" y="3506715"/>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0" name="Straight Connector 19"/>
          <p:cNvCxnSpPr/>
          <p:nvPr/>
        </p:nvCxnSpPr>
        <p:spPr>
          <a:xfrm>
            <a:off x="7804248" y="4615425"/>
            <a:ext cx="457200"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1" name="Oval 20"/>
          <p:cNvSpPr/>
          <p:nvPr/>
        </p:nvSpPr>
        <p:spPr>
          <a:xfrm>
            <a:off x="8249730" y="4557575"/>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2" name="Straight Connector 21"/>
          <p:cNvCxnSpPr/>
          <p:nvPr/>
        </p:nvCxnSpPr>
        <p:spPr>
          <a:xfrm>
            <a:off x="7804248" y="5381615"/>
            <a:ext cx="182880"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3" name="Oval 22"/>
          <p:cNvSpPr/>
          <p:nvPr/>
        </p:nvSpPr>
        <p:spPr>
          <a:xfrm>
            <a:off x="7920119" y="5323765"/>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p:cNvSpPr txBox="1"/>
          <p:nvPr/>
        </p:nvSpPr>
        <p:spPr>
          <a:xfrm>
            <a:off x="8042383" y="2289427"/>
            <a:ext cx="3273317"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5" name="TextBox 24"/>
          <p:cNvSpPr txBox="1"/>
          <p:nvPr/>
        </p:nvSpPr>
        <p:spPr>
          <a:xfrm>
            <a:off x="8733501" y="3179843"/>
            <a:ext cx="2582200"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6" name="TextBox 25"/>
          <p:cNvSpPr txBox="1"/>
          <p:nvPr/>
        </p:nvSpPr>
        <p:spPr>
          <a:xfrm>
            <a:off x="8530286" y="4230703"/>
            <a:ext cx="2785414"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7" name="TextBox 26"/>
          <p:cNvSpPr txBox="1"/>
          <p:nvPr/>
        </p:nvSpPr>
        <p:spPr>
          <a:xfrm>
            <a:off x="8164320" y="4992494"/>
            <a:ext cx="315137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8" name="TextBox 27"/>
          <p:cNvSpPr txBox="1"/>
          <p:nvPr/>
        </p:nvSpPr>
        <p:spPr>
          <a:xfrm>
            <a:off x="1630236" y="2115425"/>
            <a:ext cx="3509808"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EASY EDITABLE</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facilisLid est laborum dolo rumes fugats untras. </a:t>
            </a:r>
          </a:p>
        </p:txBody>
      </p:sp>
      <p:sp>
        <p:nvSpPr>
          <p:cNvPr id="29" name="Rounded Rectangle 28"/>
          <p:cNvSpPr/>
          <p:nvPr/>
        </p:nvSpPr>
        <p:spPr>
          <a:xfrm>
            <a:off x="897653" y="2076007"/>
            <a:ext cx="581353" cy="581353"/>
          </a:xfrm>
          <a:prstGeom prst="roundRect">
            <a:avLst>
              <a:gd name="adj" fmla="val 31735"/>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Simple-Line-Icons" panose="02000503000000000000" pitchFamily="2" charset="2"/>
              </a:rPr>
              <a:t></a:t>
            </a:r>
            <a:endParaRPr lang="en-US">
              <a:solidFill>
                <a:schemeClr val="bg1"/>
              </a:solidFill>
            </a:endParaRPr>
          </a:p>
        </p:txBody>
      </p:sp>
      <p:sp>
        <p:nvSpPr>
          <p:cNvPr id="30" name="TextBox 29"/>
          <p:cNvSpPr txBox="1"/>
          <p:nvPr/>
        </p:nvSpPr>
        <p:spPr>
          <a:xfrm>
            <a:off x="1630236" y="3585253"/>
            <a:ext cx="3509808"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CHART ANALYSIS</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facilisLid est laborum dolo rumes fugats untras. </a:t>
            </a:r>
          </a:p>
        </p:txBody>
      </p:sp>
      <p:sp>
        <p:nvSpPr>
          <p:cNvPr id="31" name="Rounded Rectangle 30"/>
          <p:cNvSpPr/>
          <p:nvPr/>
        </p:nvSpPr>
        <p:spPr>
          <a:xfrm>
            <a:off x="897653" y="3548493"/>
            <a:ext cx="581353" cy="581353"/>
          </a:xfrm>
          <a:prstGeom prst="roundRect">
            <a:avLst>
              <a:gd name="adj" fmla="val 31735"/>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Simple-Line-Icons" panose="02000503000000000000" pitchFamily="2" charset="2"/>
              </a:rPr>
              <a:t></a:t>
            </a:r>
            <a:endParaRPr lang="en-US">
              <a:solidFill>
                <a:schemeClr val="bg1"/>
              </a:solidFill>
            </a:endParaRPr>
          </a:p>
        </p:txBody>
      </p:sp>
      <p:sp>
        <p:nvSpPr>
          <p:cNvPr id="32" name="TextBox 31"/>
          <p:cNvSpPr txBox="1"/>
          <p:nvPr/>
        </p:nvSpPr>
        <p:spPr>
          <a:xfrm>
            <a:off x="1630236" y="5057739"/>
            <a:ext cx="3509808"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MAIN OPTIONS</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facilisLid est laborum dolo rumes fugats untras. </a:t>
            </a:r>
          </a:p>
        </p:txBody>
      </p:sp>
      <p:sp>
        <p:nvSpPr>
          <p:cNvPr id="33" name="Rounded Rectangle 32"/>
          <p:cNvSpPr/>
          <p:nvPr/>
        </p:nvSpPr>
        <p:spPr>
          <a:xfrm>
            <a:off x="897653" y="5020979"/>
            <a:ext cx="581353" cy="581353"/>
          </a:xfrm>
          <a:prstGeom prst="roundRect">
            <a:avLst>
              <a:gd name="adj" fmla="val 31735"/>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Simple-Line-Icons" panose="02000503000000000000" pitchFamily="2" charset="2"/>
              </a:rPr>
              <a:t></a:t>
            </a:r>
            <a:endParaRPr lang="en-US">
              <a:solidFill>
                <a:schemeClr val="bg1"/>
              </a:solidFill>
            </a:endParaRPr>
          </a:p>
        </p:txBody>
      </p:sp>
    </p:spTree>
    <p:extLst>
      <p:ext uri="{BB962C8B-B14F-4D97-AF65-F5344CB8AC3E}">
        <p14:creationId xmlns:p14="http://schemas.microsoft.com/office/powerpoint/2010/main" val="297917298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500"/>
                                        <p:tgtEl>
                                          <p:spTgt spid="29"/>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fade">
                                      <p:cBhvr>
                                        <p:cTn id="11" dur="500"/>
                                        <p:tgtEl>
                                          <p:spTgt spid="2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30"/>
                                        </p:tgtEl>
                                        <p:attrNameLst>
                                          <p:attrName>style.visibility</p:attrName>
                                        </p:attrNameLst>
                                      </p:cBhvr>
                                      <p:to>
                                        <p:strVal val="visible"/>
                                      </p:to>
                                    </p:set>
                                    <p:animEffect transition="in" filter="fade">
                                      <p:cBhvr>
                                        <p:cTn id="19" dur="500"/>
                                        <p:tgtEl>
                                          <p:spTgt spid="30"/>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fade">
                                      <p:cBhvr>
                                        <p:cTn id="23" dur="500"/>
                                        <p:tgtEl>
                                          <p:spTgt spid="33"/>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32"/>
                                        </p:tgtEl>
                                        <p:attrNameLst>
                                          <p:attrName>style.visibility</p:attrName>
                                        </p:attrNameLst>
                                      </p:cBhvr>
                                      <p:to>
                                        <p:strVal val="visible"/>
                                      </p:to>
                                    </p:set>
                                    <p:animEffect transition="in" filter="fade">
                                      <p:cBhvr>
                                        <p:cTn id="27"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29" grpId="0" animBg="1"/>
      <p:bldP spid="30" grpId="0"/>
      <p:bldP spid="31" grpId="0" animBg="1"/>
      <p:bldP spid="32" grpId="0"/>
      <p:bldP spid="33"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vers.4</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32</a:t>
            </a:r>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95888" y="3035745"/>
            <a:ext cx="5244188" cy="3016987"/>
          </a:xfrm>
          <a:prstGeom prst="rect">
            <a:avLst/>
          </a:prstGeom>
        </p:spPr>
      </p:pic>
      <p:sp>
        <p:nvSpPr>
          <p:cNvPr id="11" name="Folded Corner 10"/>
          <p:cNvSpPr/>
          <p:nvPr/>
        </p:nvSpPr>
        <p:spPr>
          <a:xfrm>
            <a:off x="1644537" y="2531058"/>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
        <p:nvSpPr>
          <p:cNvPr id="12" name="TextBox 11"/>
          <p:cNvSpPr txBox="1"/>
          <p:nvPr/>
        </p:nvSpPr>
        <p:spPr>
          <a:xfrm>
            <a:off x="1644536" y="1770883"/>
            <a:ext cx="3980087"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EASY EDITABLE</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facilisLid est laborum dolo rumes fugats untras. </a:t>
            </a:r>
          </a:p>
        </p:txBody>
      </p:sp>
      <p:sp>
        <p:nvSpPr>
          <p:cNvPr id="37" name="Oval 36"/>
          <p:cNvSpPr/>
          <p:nvPr/>
        </p:nvSpPr>
        <p:spPr>
          <a:xfrm>
            <a:off x="6408770" y="1816398"/>
            <a:ext cx="647252" cy="647252"/>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38" name="Straight Connector 37"/>
          <p:cNvCxnSpPr/>
          <p:nvPr/>
        </p:nvCxnSpPr>
        <p:spPr>
          <a:xfrm>
            <a:off x="7238363" y="2140024"/>
            <a:ext cx="365760" cy="0"/>
          </a:xfrm>
          <a:prstGeom prst="line">
            <a:avLst/>
          </a:prstGeom>
          <a:ln w="28575" cap="rnd">
            <a:solidFill>
              <a:srgbClr val="95A5A6"/>
            </a:solidFill>
            <a:prstDash val="sysDot"/>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7786465" y="1993830"/>
            <a:ext cx="15937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Smart and Smart</a:t>
            </a:r>
          </a:p>
        </p:txBody>
      </p:sp>
      <p:sp>
        <p:nvSpPr>
          <p:cNvPr id="40" name="TextBox 39"/>
          <p:cNvSpPr txBox="1"/>
          <p:nvPr/>
        </p:nvSpPr>
        <p:spPr>
          <a:xfrm>
            <a:off x="7786465" y="2461937"/>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41" name="Oval 40"/>
          <p:cNvSpPr/>
          <p:nvPr/>
        </p:nvSpPr>
        <p:spPr>
          <a:xfrm>
            <a:off x="6408770" y="3364245"/>
            <a:ext cx="647252" cy="647252"/>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42" name="Straight Connector 41"/>
          <p:cNvCxnSpPr/>
          <p:nvPr/>
        </p:nvCxnSpPr>
        <p:spPr>
          <a:xfrm>
            <a:off x="7238363" y="3687871"/>
            <a:ext cx="365760" cy="0"/>
          </a:xfrm>
          <a:prstGeom prst="line">
            <a:avLst/>
          </a:prstGeom>
          <a:ln w="28575" cap="rnd">
            <a:solidFill>
              <a:srgbClr val="95A5A6"/>
            </a:solidFill>
            <a:prstDash val="sysDot"/>
          </a:ln>
        </p:spPr>
        <p:style>
          <a:lnRef idx="1">
            <a:schemeClr val="accent1"/>
          </a:lnRef>
          <a:fillRef idx="0">
            <a:schemeClr val="accent1"/>
          </a:fillRef>
          <a:effectRef idx="0">
            <a:schemeClr val="accent1"/>
          </a:effectRef>
          <a:fontRef idx="minor">
            <a:schemeClr val="tx1"/>
          </a:fontRef>
        </p:style>
      </p:cxnSp>
      <p:sp>
        <p:nvSpPr>
          <p:cNvPr id="43" name="TextBox 42"/>
          <p:cNvSpPr txBox="1"/>
          <p:nvPr/>
        </p:nvSpPr>
        <p:spPr>
          <a:xfrm>
            <a:off x="7786465" y="3541677"/>
            <a:ext cx="1386918"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Unique Design</a:t>
            </a:r>
          </a:p>
        </p:txBody>
      </p:sp>
      <p:sp>
        <p:nvSpPr>
          <p:cNvPr id="44" name="TextBox 43"/>
          <p:cNvSpPr txBox="1"/>
          <p:nvPr/>
        </p:nvSpPr>
        <p:spPr>
          <a:xfrm>
            <a:off x="7786465" y="4009784"/>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45" name="Oval 44"/>
          <p:cNvSpPr/>
          <p:nvPr/>
        </p:nvSpPr>
        <p:spPr>
          <a:xfrm>
            <a:off x="6408770" y="4910378"/>
            <a:ext cx="647252" cy="647252"/>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46" name="Straight Connector 45"/>
          <p:cNvCxnSpPr/>
          <p:nvPr/>
        </p:nvCxnSpPr>
        <p:spPr>
          <a:xfrm>
            <a:off x="7238363" y="5234004"/>
            <a:ext cx="365760" cy="0"/>
          </a:xfrm>
          <a:prstGeom prst="line">
            <a:avLst/>
          </a:prstGeom>
          <a:ln w="28575" cap="rnd">
            <a:solidFill>
              <a:srgbClr val="95A5A6"/>
            </a:solidFill>
            <a:prstDash val="sysDot"/>
          </a:ln>
        </p:spPr>
        <p:style>
          <a:lnRef idx="1">
            <a:schemeClr val="accent1"/>
          </a:lnRef>
          <a:fillRef idx="0">
            <a:schemeClr val="accent1"/>
          </a:fillRef>
          <a:effectRef idx="0">
            <a:schemeClr val="accent1"/>
          </a:effectRef>
          <a:fontRef idx="minor">
            <a:schemeClr val="tx1"/>
          </a:fontRef>
        </p:style>
      </p:cxnSp>
      <p:sp>
        <p:nvSpPr>
          <p:cNvPr id="47" name="TextBox 46"/>
          <p:cNvSpPr txBox="1"/>
          <p:nvPr/>
        </p:nvSpPr>
        <p:spPr>
          <a:xfrm>
            <a:off x="7786465" y="5087810"/>
            <a:ext cx="1699504"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Modern and Clean</a:t>
            </a:r>
          </a:p>
        </p:txBody>
      </p:sp>
      <p:sp>
        <p:nvSpPr>
          <p:cNvPr id="48" name="TextBox 47"/>
          <p:cNvSpPr txBox="1"/>
          <p:nvPr/>
        </p:nvSpPr>
        <p:spPr>
          <a:xfrm>
            <a:off x="7786465" y="5555917"/>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Tree>
    <p:extLst>
      <p:ext uri="{BB962C8B-B14F-4D97-AF65-F5344CB8AC3E}">
        <p14:creationId xmlns:p14="http://schemas.microsoft.com/office/powerpoint/2010/main" val="2348242190"/>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000"/>
                                        <p:tgtEl>
                                          <p:spTgt spid="11"/>
                                        </p:tgtEl>
                                      </p:cBhvr>
                                    </p:animEffect>
                                    <p:anim calcmode="lin" valueType="num">
                                      <p:cBhvr>
                                        <p:cTn id="8" dur="1000" fill="hold"/>
                                        <p:tgtEl>
                                          <p:spTgt spid="11"/>
                                        </p:tgtEl>
                                        <p:attrNameLst>
                                          <p:attrName>ppt_x</p:attrName>
                                        </p:attrNameLst>
                                      </p:cBhvr>
                                      <p:tavLst>
                                        <p:tav tm="0">
                                          <p:val>
                                            <p:strVal val="#ppt_x"/>
                                          </p:val>
                                        </p:tav>
                                        <p:tav tm="100000">
                                          <p:val>
                                            <p:strVal val="#ppt_x"/>
                                          </p:val>
                                        </p:tav>
                                      </p:tavLst>
                                    </p:anim>
                                    <p:anim calcmode="lin" valueType="num">
                                      <p:cBhvr>
                                        <p:cTn id="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757999"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SECTION</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33</a:t>
            </a:r>
          </a:p>
        </p:txBody>
      </p:sp>
      <p:sp>
        <p:nvSpPr>
          <p:cNvPr id="17" name="Freeform 16"/>
          <p:cNvSpPr/>
          <p:nvPr/>
        </p:nvSpPr>
        <p:spPr>
          <a:xfrm rot="19200000">
            <a:off x="3117993" y="2880052"/>
            <a:ext cx="1824390" cy="1185854"/>
          </a:xfrm>
          <a:custGeom>
            <a:avLst/>
            <a:gdLst>
              <a:gd name="connsiteX0" fmla="*/ 269583 w 2488406"/>
              <a:gd name="connsiteY0" fmla="*/ 0 h 1617464"/>
              <a:gd name="connsiteX1" fmla="*/ 2218823 w 2488406"/>
              <a:gd name="connsiteY1" fmla="*/ 0 h 1617464"/>
              <a:gd name="connsiteX2" fmla="*/ 2488406 w 2488406"/>
              <a:gd name="connsiteY2" fmla="*/ 269583 h 1617464"/>
              <a:gd name="connsiteX3" fmla="*/ 2488406 w 2488406"/>
              <a:gd name="connsiteY3" fmla="*/ 1617464 h 1617464"/>
              <a:gd name="connsiteX4" fmla="*/ 2488406 w 2488406"/>
              <a:gd name="connsiteY4" fmla="*/ 1617464 h 1617464"/>
              <a:gd name="connsiteX5" fmla="*/ 0 w 2488406"/>
              <a:gd name="connsiteY5" fmla="*/ 1617464 h 1617464"/>
              <a:gd name="connsiteX6" fmla="*/ 0 w 2488406"/>
              <a:gd name="connsiteY6" fmla="*/ 1617464 h 1617464"/>
              <a:gd name="connsiteX7" fmla="*/ 0 w 2488406"/>
              <a:gd name="connsiteY7" fmla="*/ 269583 h 1617464"/>
              <a:gd name="connsiteX8" fmla="*/ 269583 w 2488406"/>
              <a:gd name="connsiteY8" fmla="*/ 0 h 161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88406" h="1617464">
                <a:moveTo>
                  <a:pt x="269583" y="0"/>
                </a:moveTo>
                <a:lnTo>
                  <a:pt x="2218823" y="0"/>
                </a:lnTo>
                <a:cubicBezTo>
                  <a:pt x="2367710" y="0"/>
                  <a:pt x="2488406" y="120696"/>
                  <a:pt x="2488406" y="269583"/>
                </a:cubicBezTo>
                <a:lnTo>
                  <a:pt x="2488406" y="1617464"/>
                </a:lnTo>
                <a:lnTo>
                  <a:pt x="2488406" y="1617464"/>
                </a:lnTo>
                <a:lnTo>
                  <a:pt x="0" y="1617464"/>
                </a:lnTo>
                <a:lnTo>
                  <a:pt x="0" y="1617464"/>
                </a:lnTo>
                <a:lnTo>
                  <a:pt x="0" y="269583"/>
                </a:lnTo>
                <a:cubicBezTo>
                  <a:pt x="0" y="120696"/>
                  <a:pt x="120696" y="0"/>
                  <a:pt x="269583" y="0"/>
                </a:cubicBezTo>
                <a:close/>
              </a:path>
            </a:pathLst>
          </a:custGeom>
          <a:solidFill>
            <a:schemeClr val="accent6"/>
          </a:solidFill>
          <a:effectLst>
            <a:reflection blurRad="6350" stA="50000" endA="300" endPos="38500" dist="50800" dir="5400000" sy="-100000" algn="bl" rotWithShape="0"/>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2798" tIns="160238" rIns="322797" bIns="81279" numCol="1" spcCol="1270" anchor="ctr" anchorCtr="0">
            <a:noAutofit/>
          </a:bodyPr>
          <a:lstStyle/>
          <a:p>
            <a:pPr lvl="0" algn="ctr" defTabSz="2844800">
              <a:lnSpc>
                <a:spcPct val="90000"/>
              </a:lnSpc>
              <a:spcBef>
                <a:spcPct val="0"/>
              </a:spcBef>
              <a:spcAft>
                <a:spcPct val="35000"/>
              </a:spcAft>
            </a:pPr>
            <a:r>
              <a:rPr lang="en-US" sz="2800">
                <a:solidFill>
                  <a:schemeClr val="bg1"/>
                </a:solidFill>
                <a:latin typeface="FontAwesome" pitchFamily="2" charset="0"/>
              </a:rPr>
              <a:t></a:t>
            </a:r>
            <a:endParaRPr lang="en-US" sz="2800" kern="1200">
              <a:solidFill>
                <a:schemeClr val="bg1"/>
              </a:solidFill>
            </a:endParaRPr>
          </a:p>
        </p:txBody>
      </p:sp>
      <p:sp>
        <p:nvSpPr>
          <p:cNvPr id="18" name="Freeform 17"/>
          <p:cNvSpPr/>
          <p:nvPr/>
        </p:nvSpPr>
        <p:spPr>
          <a:xfrm>
            <a:off x="5183804" y="2128158"/>
            <a:ext cx="1824390" cy="1185854"/>
          </a:xfrm>
          <a:custGeom>
            <a:avLst/>
            <a:gdLst>
              <a:gd name="connsiteX0" fmla="*/ 269583 w 2488406"/>
              <a:gd name="connsiteY0" fmla="*/ 0 h 1617464"/>
              <a:gd name="connsiteX1" fmla="*/ 2218823 w 2488406"/>
              <a:gd name="connsiteY1" fmla="*/ 0 h 1617464"/>
              <a:gd name="connsiteX2" fmla="*/ 2488406 w 2488406"/>
              <a:gd name="connsiteY2" fmla="*/ 269583 h 1617464"/>
              <a:gd name="connsiteX3" fmla="*/ 2488406 w 2488406"/>
              <a:gd name="connsiteY3" fmla="*/ 1617464 h 1617464"/>
              <a:gd name="connsiteX4" fmla="*/ 2488406 w 2488406"/>
              <a:gd name="connsiteY4" fmla="*/ 1617464 h 1617464"/>
              <a:gd name="connsiteX5" fmla="*/ 0 w 2488406"/>
              <a:gd name="connsiteY5" fmla="*/ 1617464 h 1617464"/>
              <a:gd name="connsiteX6" fmla="*/ 0 w 2488406"/>
              <a:gd name="connsiteY6" fmla="*/ 1617464 h 1617464"/>
              <a:gd name="connsiteX7" fmla="*/ 0 w 2488406"/>
              <a:gd name="connsiteY7" fmla="*/ 269583 h 1617464"/>
              <a:gd name="connsiteX8" fmla="*/ 269583 w 2488406"/>
              <a:gd name="connsiteY8" fmla="*/ 0 h 161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88406" h="1617464">
                <a:moveTo>
                  <a:pt x="269583" y="0"/>
                </a:moveTo>
                <a:lnTo>
                  <a:pt x="2218823" y="0"/>
                </a:lnTo>
                <a:cubicBezTo>
                  <a:pt x="2367710" y="0"/>
                  <a:pt x="2488406" y="120696"/>
                  <a:pt x="2488406" y="269583"/>
                </a:cubicBezTo>
                <a:lnTo>
                  <a:pt x="2488406" y="1617464"/>
                </a:lnTo>
                <a:lnTo>
                  <a:pt x="2488406" y="1617464"/>
                </a:lnTo>
                <a:lnTo>
                  <a:pt x="0" y="1617464"/>
                </a:lnTo>
                <a:lnTo>
                  <a:pt x="0" y="1617464"/>
                </a:lnTo>
                <a:lnTo>
                  <a:pt x="0" y="269583"/>
                </a:lnTo>
                <a:cubicBezTo>
                  <a:pt x="0" y="120696"/>
                  <a:pt x="120696" y="0"/>
                  <a:pt x="269583" y="0"/>
                </a:cubicBezTo>
                <a:close/>
              </a:path>
            </a:pathLst>
          </a:custGeom>
          <a:solidFill>
            <a:schemeClr val="tx1">
              <a:lumMod val="75000"/>
              <a:lumOff val="25000"/>
            </a:schemeClr>
          </a:solidFill>
          <a:effectLst>
            <a:reflection blurRad="6350" stA="50000" endA="300" endPos="38500" dist="50800" dir="5400000" sy="-100000" algn="bl" rotWithShape="0"/>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2798" tIns="160238" rIns="322798" bIns="81280" numCol="1" spcCol="1270" anchor="ctr" anchorCtr="0">
            <a:noAutofit/>
          </a:bodyPr>
          <a:lstStyle/>
          <a:p>
            <a:pPr lvl="0" algn="ctr" defTabSz="2844800">
              <a:lnSpc>
                <a:spcPct val="90000"/>
              </a:lnSpc>
              <a:spcBef>
                <a:spcPct val="0"/>
              </a:spcBef>
              <a:spcAft>
                <a:spcPct val="35000"/>
              </a:spcAft>
            </a:pPr>
            <a:r>
              <a:rPr lang="en-US" sz="2800">
                <a:solidFill>
                  <a:schemeClr val="bg1"/>
                </a:solidFill>
                <a:latin typeface="FontAwesome" pitchFamily="2" charset="0"/>
              </a:rPr>
              <a:t></a:t>
            </a:r>
            <a:endParaRPr lang="en-US" sz="2800" kern="1200">
              <a:solidFill>
                <a:schemeClr val="bg1"/>
              </a:solidFill>
            </a:endParaRPr>
          </a:p>
        </p:txBody>
      </p:sp>
      <p:sp>
        <p:nvSpPr>
          <p:cNvPr id="19" name="Freeform 18"/>
          <p:cNvSpPr/>
          <p:nvPr/>
        </p:nvSpPr>
        <p:spPr>
          <a:xfrm rot="2400000">
            <a:off x="7249617" y="2880052"/>
            <a:ext cx="1824390" cy="1185854"/>
          </a:xfrm>
          <a:custGeom>
            <a:avLst/>
            <a:gdLst>
              <a:gd name="connsiteX0" fmla="*/ 269583 w 2488406"/>
              <a:gd name="connsiteY0" fmla="*/ 0 h 1617464"/>
              <a:gd name="connsiteX1" fmla="*/ 2218823 w 2488406"/>
              <a:gd name="connsiteY1" fmla="*/ 0 h 1617464"/>
              <a:gd name="connsiteX2" fmla="*/ 2488406 w 2488406"/>
              <a:gd name="connsiteY2" fmla="*/ 269583 h 1617464"/>
              <a:gd name="connsiteX3" fmla="*/ 2488406 w 2488406"/>
              <a:gd name="connsiteY3" fmla="*/ 1617464 h 1617464"/>
              <a:gd name="connsiteX4" fmla="*/ 2488406 w 2488406"/>
              <a:gd name="connsiteY4" fmla="*/ 1617464 h 1617464"/>
              <a:gd name="connsiteX5" fmla="*/ 0 w 2488406"/>
              <a:gd name="connsiteY5" fmla="*/ 1617464 h 1617464"/>
              <a:gd name="connsiteX6" fmla="*/ 0 w 2488406"/>
              <a:gd name="connsiteY6" fmla="*/ 1617464 h 1617464"/>
              <a:gd name="connsiteX7" fmla="*/ 0 w 2488406"/>
              <a:gd name="connsiteY7" fmla="*/ 269583 h 1617464"/>
              <a:gd name="connsiteX8" fmla="*/ 269583 w 2488406"/>
              <a:gd name="connsiteY8" fmla="*/ 0 h 161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88406" h="1617464">
                <a:moveTo>
                  <a:pt x="269583" y="0"/>
                </a:moveTo>
                <a:lnTo>
                  <a:pt x="2218823" y="0"/>
                </a:lnTo>
                <a:cubicBezTo>
                  <a:pt x="2367710" y="0"/>
                  <a:pt x="2488406" y="120696"/>
                  <a:pt x="2488406" y="269583"/>
                </a:cubicBezTo>
                <a:lnTo>
                  <a:pt x="2488406" y="1617464"/>
                </a:lnTo>
                <a:lnTo>
                  <a:pt x="2488406" y="1617464"/>
                </a:lnTo>
                <a:lnTo>
                  <a:pt x="0" y="1617464"/>
                </a:lnTo>
                <a:lnTo>
                  <a:pt x="0" y="1617464"/>
                </a:lnTo>
                <a:lnTo>
                  <a:pt x="0" y="269583"/>
                </a:lnTo>
                <a:cubicBezTo>
                  <a:pt x="0" y="120696"/>
                  <a:pt x="120696" y="0"/>
                  <a:pt x="269583" y="0"/>
                </a:cubicBezTo>
                <a:close/>
              </a:path>
            </a:pathLst>
          </a:custGeom>
          <a:solidFill>
            <a:schemeClr val="accent6"/>
          </a:solidFill>
          <a:effectLst>
            <a:reflection blurRad="6350" stA="50000" endA="300" endPos="38500" dist="50800" dir="5400000" sy="-100000" algn="bl" rotWithShape="0"/>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2797" tIns="160238" rIns="322798" bIns="81279" numCol="1" spcCol="1270" anchor="ctr" anchorCtr="0">
            <a:noAutofit/>
          </a:bodyPr>
          <a:lstStyle/>
          <a:p>
            <a:pPr lvl="0" algn="ctr" defTabSz="2844800">
              <a:lnSpc>
                <a:spcPct val="90000"/>
              </a:lnSpc>
              <a:spcBef>
                <a:spcPct val="0"/>
              </a:spcBef>
              <a:spcAft>
                <a:spcPct val="35000"/>
              </a:spcAft>
            </a:pPr>
            <a:r>
              <a:rPr lang="en-US" sz="2800">
                <a:solidFill>
                  <a:schemeClr val="bg1"/>
                </a:solidFill>
                <a:latin typeface="FontAwesome" pitchFamily="2" charset="0"/>
              </a:rPr>
              <a:t></a:t>
            </a:r>
            <a:endParaRPr lang="en-US" sz="2800" kern="1200">
              <a:solidFill>
                <a:schemeClr val="bg1"/>
              </a:solidFill>
            </a:endParaRPr>
          </a:p>
        </p:txBody>
      </p:sp>
      <p:sp>
        <p:nvSpPr>
          <p:cNvPr id="22" name="TextBox 21"/>
          <p:cNvSpPr txBox="1"/>
          <p:nvPr/>
        </p:nvSpPr>
        <p:spPr>
          <a:xfrm>
            <a:off x="4809461" y="4025394"/>
            <a:ext cx="2573079" cy="1184940"/>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 ESSENTIAL </a:t>
            </a:r>
          </a:p>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ELEMENTS</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24" name="TextBox 23"/>
          <p:cNvSpPr txBox="1"/>
          <p:nvPr/>
        </p:nvSpPr>
        <p:spPr>
          <a:xfrm>
            <a:off x="9241721" y="2267114"/>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5" name="TextBox 24"/>
          <p:cNvSpPr txBox="1"/>
          <p:nvPr/>
        </p:nvSpPr>
        <p:spPr>
          <a:xfrm>
            <a:off x="9241721" y="4163893"/>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6" name="TextBox 25"/>
          <p:cNvSpPr txBox="1"/>
          <p:nvPr/>
        </p:nvSpPr>
        <p:spPr>
          <a:xfrm>
            <a:off x="792918" y="2267114"/>
            <a:ext cx="2157359" cy="1046440"/>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7" name="TextBox 26"/>
          <p:cNvSpPr txBox="1"/>
          <p:nvPr/>
        </p:nvSpPr>
        <p:spPr>
          <a:xfrm>
            <a:off x="792918" y="4163894"/>
            <a:ext cx="2157359" cy="1046440"/>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3946650314"/>
      </p:ext>
    </p:extLst>
  </p:cSld>
  <p:clrMapOvr>
    <a:masterClrMapping/>
  </p:clrMapOvr>
  <mc:AlternateContent xmlns:mc="http://schemas.openxmlformats.org/markup-compatibility/2006" xmlns:p14="http://schemas.microsoft.com/office/powerpoint/2010/main">
    <mc:Choice Requires="p14">
      <p:transition spd="slow" p14:dur="1600">
        <p14:gallery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500"/>
                                        <p:tgtEl>
                                          <p:spTgt spid="1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500"/>
                                        <p:tgtEl>
                                          <p:spTgt spid="19"/>
                                        </p:tgtEl>
                                      </p:cBhvr>
                                    </p:animEffect>
                                  </p:childTnLst>
                                </p:cTn>
                              </p:par>
                              <p:par>
                                <p:cTn id="16" presetID="42" presetClass="entr" presetSubtype="0" fill="hold" grpId="0" nodeType="withEffect">
                                  <p:stCondLst>
                                    <p:cond delay="0"/>
                                  </p:stCondLst>
                                  <p:childTnLst>
                                    <p:set>
                                      <p:cBhvr>
                                        <p:cTn id="17" dur="1" fill="hold">
                                          <p:stCondLst>
                                            <p:cond delay="0"/>
                                          </p:stCondLst>
                                        </p:cTn>
                                        <p:tgtEl>
                                          <p:spTgt spid="26">
                                            <p:txEl>
                                              <p:pRg st="0" end="0"/>
                                            </p:txEl>
                                          </p:spTgt>
                                        </p:tgtEl>
                                        <p:attrNameLst>
                                          <p:attrName>style.visibility</p:attrName>
                                        </p:attrNameLst>
                                      </p:cBhvr>
                                      <p:to>
                                        <p:strVal val="visible"/>
                                      </p:to>
                                    </p:set>
                                    <p:animEffect transition="in" filter="fade">
                                      <p:cBhvr>
                                        <p:cTn id="18" dur="500"/>
                                        <p:tgtEl>
                                          <p:spTgt spid="26">
                                            <p:txEl>
                                              <p:pRg st="0" end="0"/>
                                            </p:txEl>
                                          </p:spTgt>
                                        </p:tgtEl>
                                      </p:cBhvr>
                                    </p:animEffect>
                                    <p:anim calcmode="lin" valueType="num">
                                      <p:cBhvr>
                                        <p:cTn id="19"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20" dur="500" fill="hold"/>
                                        <p:tgtEl>
                                          <p:spTgt spid="26">
                                            <p:txEl>
                                              <p:pRg st="0" end="0"/>
                                            </p:txEl>
                                          </p:spTgt>
                                        </p:tgtEl>
                                        <p:attrNameLst>
                                          <p:attrName>ppt_y</p:attrName>
                                        </p:attrNameLst>
                                      </p:cBhvr>
                                      <p:tavLst>
                                        <p:tav tm="0">
                                          <p:val>
                                            <p:strVal val="#ppt_y+.1"/>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26">
                                            <p:txEl>
                                              <p:pRg st="1" end="1"/>
                                            </p:txEl>
                                          </p:spTgt>
                                        </p:tgtEl>
                                        <p:attrNameLst>
                                          <p:attrName>style.visibility</p:attrName>
                                        </p:attrNameLst>
                                      </p:cBhvr>
                                      <p:to>
                                        <p:strVal val="visible"/>
                                      </p:to>
                                    </p:set>
                                    <p:animEffect transition="in" filter="fade">
                                      <p:cBhvr>
                                        <p:cTn id="23" dur="500"/>
                                        <p:tgtEl>
                                          <p:spTgt spid="26">
                                            <p:txEl>
                                              <p:pRg st="1" end="1"/>
                                            </p:txEl>
                                          </p:spTgt>
                                        </p:tgtEl>
                                      </p:cBhvr>
                                    </p:animEffect>
                                    <p:anim calcmode="lin" valueType="num">
                                      <p:cBhvr>
                                        <p:cTn id="24" dur="500" fill="hold"/>
                                        <p:tgtEl>
                                          <p:spTgt spid="26">
                                            <p:txEl>
                                              <p:pRg st="1" end="1"/>
                                            </p:txEl>
                                          </p:spTgt>
                                        </p:tgtEl>
                                        <p:attrNameLst>
                                          <p:attrName>ppt_x</p:attrName>
                                        </p:attrNameLst>
                                      </p:cBhvr>
                                      <p:tavLst>
                                        <p:tav tm="0">
                                          <p:val>
                                            <p:strVal val="#ppt_x"/>
                                          </p:val>
                                        </p:tav>
                                        <p:tav tm="100000">
                                          <p:val>
                                            <p:strVal val="#ppt_x"/>
                                          </p:val>
                                        </p:tav>
                                      </p:tavLst>
                                    </p:anim>
                                    <p:anim calcmode="lin" valueType="num">
                                      <p:cBhvr>
                                        <p:cTn id="25" dur="500" fill="hold"/>
                                        <p:tgtEl>
                                          <p:spTgt spid="26">
                                            <p:txEl>
                                              <p:pRg st="1" end="1"/>
                                            </p:txEl>
                                          </p:spTgt>
                                        </p:tgtEl>
                                        <p:attrNameLst>
                                          <p:attrName>ppt_y</p:attrName>
                                        </p:attrNameLst>
                                      </p:cBhvr>
                                      <p:tavLst>
                                        <p:tav tm="0">
                                          <p:val>
                                            <p:strVal val="#ppt_y+.1"/>
                                          </p:val>
                                        </p:tav>
                                        <p:tav tm="100000">
                                          <p:val>
                                            <p:strVal val="#ppt_y"/>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24">
                                            <p:txEl>
                                              <p:pRg st="0" end="0"/>
                                            </p:txEl>
                                          </p:spTgt>
                                        </p:tgtEl>
                                        <p:attrNameLst>
                                          <p:attrName>style.visibility</p:attrName>
                                        </p:attrNameLst>
                                      </p:cBhvr>
                                      <p:to>
                                        <p:strVal val="visible"/>
                                      </p:to>
                                    </p:set>
                                    <p:animEffect transition="in" filter="fade">
                                      <p:cBhvr>
                                        <p:cTn id="28" dur="500"/>
                                        <p:tgtEl>
                                          <p:spTgt spid="24">
                                            <p:txEl>
                                              <p:pRg st="0" end="0"/>
                                            </p:txEl>
                                          </p:spTgt>
                                        </p:tgtEl>
                                      </p:cBhvr>
                                    </p:animEffect>
                                    <p:anim calcmode="lin" valueType="num">
                                      <p:cBhvr>
                                        <p:cTn id="29"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30" dur="500" fill="hold"/>
                                        <p:tgtEl>
                                          <p:spTgt spid="24">
                                            <p:txEl>
                                              <p:pRg st="0" end="0"/>
                                            </p:txEl>
                                          </p:spTgt>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24">
                                            <p:txEl>
                                              <p:pRg st="1" end="1"/>
                                            </p:txEl>
                                          </p:spTgt>
                                        </p:tgtEl>
                                        <p:attrNameLst>
                                          <p:attrName>style.visibility</p:attrName>
                                        </p:attrNameLst>
                                      </p:cBhvr>
                                      <p:to>
                                        <p:strVal val="visible"/>
                                      </p:to>
                                    </p:set>
                                    <p:animEffect transition="in" filter="fade">
                                      <p:cBhvr>
                                        <p:cTn id="33" dur="500"/>
                                        <p:tgtEl>
                                          <p:spTgt spid="24">
                                            <p:txEl>
                                              <p:pRg st="1" end="1"/>
                                            </p:txEl>
                                          </p:spTgt>
                                        </p:tgtEl>
                                      </p:cBhvr>
                                    </p:animEffect>
                                    <p:anim calcmode="lin" valueType="num">
                                      <p:cBhvr>
                                        <p:cTn id="34" dur="500" fill="hold"/>
                                        <p:tgtEl>
                                          <p:spTgt spid="24">
                                            <p:txEl>
                                              <p:pRg st="1" end="1"/>
                                            </p:txEl>
                                          </p:spTgt>
                                        </p:tgtEl>
                                        <p:attrNameLst>
                                          <p:attrName>ppt_x</p:attrName>
                                        </p:attrNameLst>
                                      </p:cBhvr>
                                      <p:tavLst>
                                        <p:tav tm="0">
                                          <p:val>
                                            <p:strVal val="#ppt_x"/>
                                          </p:val>
                                        </p:tav>
                                        <p:tav tm="100000">
                                          <p:val>
                                            <p:strVal val="#ppt_x"/>
                                          </p:val>
                                        </p:tav>
                                      </p:tavLst>
                                    </p:anim>
                                    <p:anim calcmode="lin" valueType="num">
                                      <p:cBhvr>
                                        <p:cTn id="35" dur="500" fill="hold"/>
                                        <p:tgtEl>
                                          <p:spTgt spid="24">
                                            <p:txEl>
                                              <p:pRg st="1" end="1"/>
                                            </p:txEl>
                                          </p:spTgt>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27">
                                            <p:txEl>
                                              <p:pRg st="0" end="0"/>
                                            </p:txEl>
                                          </p:spTgt>
                                        </p:tgtEl>
                                        <p:attrNameLst>
                                          <p:attrName>style.visibility</p:attrName>
                                        </p:attrNameLst>
                                      </p:cBhvr>
                                      <p:to>
                                        <p:strVal val="visible"/>
                                      </p:to>
                                    </p:set>
                                    <p:animEffect transition="in" filter="fade">
                                      <p:cBhvr>
                                        <p:cTn id="38" dur="500"/>
                                        <p:tgtEl>
                                          <p:spTgt spid="27">
                                            <p:txEl>
                                              <p:pRg st="0" end="0"/>
                                            </p:txEl>
                                          </p:spTgt>
                                        </p:tgtEl>
                                      </p:cBhvr>
                                    </p:animEffect>
                                    <p:anim calcmode="lin" valueType="num">
                                      <p:cBhvr>
                                        <p:cTn id="39"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p:cTn id="40" dur="500" fill="hold"/>
                                        <p:tgtEl>
                                          <p:spTgt spid="27">
                                            <p:txEl>
                                              <p:pRg st="0" end="0"/>
                                            </p:txEl>
                                          </p:spTgt>
                                        </p:tgtEl>
                                        <p:attrNameLst>
                                          <p:attrName>ppt_y</p:attrName>
                                        </p:attrNameLst>
                                      </p:cBhvr>
                                      <p:tavLst>
                                        <p:tav tm="0">
                                          <p:val>
                                            <p:strVal val="#ppt_y+.1"/>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27">
                                            <p:txEl>
                                              <p:pRg st="1" end="1"/>
                                            </p:txEl>
                                          </p:spTgt>
                                        </p:tgtEl>
                                        <p:attrNameLst>
                                          <p:attrName>style.visibility</p:attrName>
                                        </p:attrNameLst>
                                      </p:cBhvr>
                                      <p:to>
                                        <p:strVal val="visible"/>
                                      </p:to>
                                    </p:set>
                                    <p:animEffect transition="in" filter="fade">
                                      <p:cBhvr>
                                        <p:cTn id="43" dur="500"/>
                                        <p:tgtEl>
                                          <p:spTgt spid="27">
                                            <p:txEl>
                                              <p:pRg st="1" end="1"/>
                                            </p:txEl>
                                          </p:spTgt>
                                        </p:tgtEl>
                                      </p:cBhvr>
                                    </p:animEffect>
                                    <p:anim calcmode="lin" valueType="num">
                                      <p:cBhvr>
                                        <p:cTn id="44" dur="500" fill="hold"/>
                                        <p:tgtEl>
                                          <p:spTgt spid="27">
                                            <p:txEl>
                                              <p:pRg st="1" end="1"/>
                                            </p:txEl>
                                          </p:spTgt>
                                        </p:tgtEl>
                                        <p:attrNameLst>
                                          <p:attrName>ppt_x</p:attrName>
                                        </p:attrNameLst>
                                      </p:cBhvr>
                                      <p:tavLst>
                                        <p:tav tm="0">
                                          <p:val>
                                            <p:strVal val="#ppt_x"/>
                                          </p:val>
                                        </p:tav>
                                        <p:tav tm="100000">
                                          <p:val>
                                            <p:strVal val="#ppt_x"/>
                                          </p:val>
                                        </p:tav>
                                      </p:tavLst>
                                    </p:anim>
                                    <p:anim calcmode="lin" valueType="num">
                                      <p:cBhvr>
                                        <p:cTn id="45" dur="500" fill="hold"/>
                                        <p:tgtEl>
                                          <p:spTgt spid="27">
                                            <p:txEl>
                                              <p:pRg st="1" end="1"/>
                                            </p:txEl>
                                          </p:spTgt>
                                        </p:tgtEl>
                                        <p:attrNameLst>
                                          <p:attrName>ppt_y</p:attrName>
                                        </p:attrNameLst>
                                      </p:cBhvr>
                                      <p:tavLst>
                                        <p:tav tm="0">
                                          <p:val>
                                            <p:strVal val="#ppt_y+.1"/>
                                          </p:val>
                                        </p:tav>
                                        <p:tav tm="100000">
                                          <p:val>
                                            <p:strVal val="#ppt_y"/>
                                          </p:val>
                                        </p:tav>
                                      </p:tavLst>
                                    </p:anim>
                                  </p:childTnLst>
                                </p:cTn>
                              </p:par>
                              <p:par>
                                <p:cTn id="46" presetID="42" presetClass="entr" presetSubtype="0" fill="hold" grpId="0" nodeType="withEffect">
                                  <p:stCondLst>
                                    <p:cond delay="0"/>
                                  </p:stCondLst>
                                  <p:childTnLst>
                                    <p:set>
                                      <p:cBhvr>
                                        <p:cTn id="47" dur="1" fill="hold">
                                          <p:stCondLst>
                                            <p:cond delay="0"/>
                                          </p:stCondLst>
                                        </p:cTn>
                                        <p:tgtEl>
                                          <p:spTgt spid="25">
                                            <p:txEl>
                                              <p:pRg st="0" end="0"/>
                                            </p:txEl>
                                          </p:spTgt>
                                        </p:tgtEl>
                                        <p:attrNameLst>
                                          <p:attrName>style.visibility</p:attrName>
                                        </p:attrNameLst>
                                      </p:cBhvr>
                                      <p:to>
                                        <p:strVal val="visible"/>
                                      </p:to>
                                    </p:set>
                                    <p:animEffect transition="in" filter="fade">
                                      <p:cBhvr>
                                        <p:cTn id="48" dur="500"/>
                                        <p:tgtEl>
                                          <p:spTgt spid="25">
                                            <p:txEl>
                                              <p:pRg st="0" end="0"/>
                                            </p:txEl>
                                          </p:spTgt>
                                        </p:tgtEl>
                                      </p:cBhvr>
                                    </p:animEffect>
                                    <p:anim calcmode="lin" valueType="num">
                                      <p:cBhvr>
                                        <p:cTn id="49" dur="50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50" dur="500" fill="hold"/>
                                        <p:tgtEl>
                                          <p:spTgt spid="25">
                                            <p:txEl>
                                              <p:pRg st="0" end="0"/>
                                            </p:txEl>
                                          </p:spTgt>
                                        </p:tgtEl>
                                        <p:attrNameLst>
                                          <p:attrName>ppt_y</p:attrName>
                                        </p:attrNameLst>
                                      </p:cBhvr>
                                      <p:tavLst>
                                        <p:tav tm="0">
                                          <p:val>
                                            <p:strVal val="#ppt_y+.1"/>
                                          </p:val>
                                        </p:tav>
                                        <p:tav tm="100000">
                                          <p:val>
                                            <p:strVal val="#ppt_y"/>
                                          </p:val>
                                        </p:tav>
                                      </p:tavLst>
                                    </p:anim>
                                  </p:childTnLst>
                                </p:cTn>
                              </p:par>
                              <p:par>
                                <p:cTn id="51" presetID="42" presetClass="entr" presetSubtype="0" fill="hold" grpId="0" nodeType="withEffect">
                                  <p:stCondLst>
                                    <p:cond delay="0"/>
                                  </p:stCondLst>
                                  <p:childTnLst>
                                    <p:set>
                                      <p:cBhvr>
                                        <p:cTn id="52" dur="1" fill="hold">
                                          <p:stCondLst>
                                            <p:cond delay="0"/>
                                          </p:stCondLst>
                                        </p:cTn>
                                        <p:tgtEl>
                                          <p:spTgt spid="25">
                                            <p:txEl>
                                              <p:pRg st="1" end="1"/>
                                            </p:txEl>
                                          </p:spTgt>
                                        </p:tgtEl>
                                        <p:attrNameLst>
                                          <p:attrName>style.visibility</p:attrName>
                                        </p:attrNameLst>
                                      </p:cBhvr>
                                      <p:to>
                                        <p:strVal val="visible"/>
                                      </p:to>
                                    </p:set>
                                    <p:animEffect transition="in" filter="fade">
                                      <p:cBhvr>
                                        <p:cTn id="53" dur="500"/>
                                        <p:tgtEl>
                                          <p:spTgt spid="25">
                                            <p:txEl>
                                              <p:pRg st="1" end="1"/>
                                            </p:txEl>
                                          </p:spTgt>
                                        </p:tgtEl>
                                      </p:cBhvr>
                                    </p:animEffect>
                                    <p:anim calcmode="lin" valueType="num">
                                      <p:cBhvr>
                                        <p:cTn id="54" dur="500" fill="hold"/>
                                        <p:tgtEl>
                                          <p:spTgt spid="25">
                                            <p:txEl>
                                              <p:pRg st="1" end="1"/>
                                            </p:txEl>
                                          </p:spTgt>
                                        </p:tgtEl>
                                        <p:attrNameLst>
                                          <p:attrName>ppt_x</p:attrName>
                                        </p:attrNameLst>
                                      </p:cBhvr>
                                      <p:tavLst>
                                        <p:tav tm="0">
                                          <p:val>
                                            <p:strVal val="#ppt_x"/>
                                          </p:val>
                                        </p:tav>
                                        <p:tav tm="100000">
                                          <p:val>
                                            <p:strVal val="#ppt_x"/>
                                          </p:val>
                                        </p:tav>
                                      </p:tavLst>
                                    </p:anim>
                                    <p:anim calcmode="lin" valueType="num">
                                      <p:cBhvr>
                                        <p:cTn id="55" dur="500" fill="hold"/>
                                        <p:tgtEl>
                                          <p:spTgt spid="25">
                                            <p:txEl>
                                              <p:pRg st="1" end="1"/>
                                            </p:txEl>
                                          </p:spTgt>
                                        </p:tgtEl>
                                        <p:attrNameLst>
                                          <p:attrName>ppt_y</p:attrName>
                                        </p:attrNameLst>
                                      </p:cBhvr>
                                      <p:tavLst>
                                        <p:tav tm="0">
                                          <p:val>
                                            <p:strVal val="#ppt_y+.1"/>
                                          </p:val>
                                        </p:tav>
                                        <p:tav tm="100000">
                                          <p:val>
                                            <p:strVal val="#ppt_y"/>
                                          </p:val>
                                        </p:tav>
                                      </p:tavLst>
                                    </p:anim>
                                  </p:childTnLst>
                                </p:cTn>
                              </p:par>
                            </p:childTnLst>
                          </p:cTn>
                        </p:par>
                        <p:par>
                          <p:cTn id="56" fill="hold">
                            <p:stCondLst>
                              <p:cond delay="1500"/>
                            </p:stCondLst>
                            <p:childTnLst>
                              <p:par>
                                <p:cTn id="57" presetID="10" presetClass="entr" presetSubtype="0" fill="hold" grpId="0" nodeType="afterEffect">
                                  <p:stCondLst>
                                    <p:cond delay="0"/>
                                  </p:stCondLst>
                                  <p:childTnLst>
                                    <p:set>
                                      <p:cBhvr>
                                        <p:cTn id="58" dur="1" fill="hold">
                                          <p:stCondLst>
                                            <p:cond delay="0"/>
                                          </p:stCondLst>
                                        </p:cTn>
                                        <p:tgtEl>
                                          <p:spTgt spid="22"/>
                                        </p:tgtEl>
                                        <p:attrNameLst>
                                          <p:attrName>style.visibility</p:attrName>
                                        </p:attrNameLst>
                                      </p:cBhvr>
                                      <p:to>
                                        <p:strVal val="visible"/>
                                      </p:to>
                                    </p:set>
                                    <p:animEffect transition="in" filter="fade">
                                      <p:cBhvr>
                                        <p:cTn id="59"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2" grpId="0"/>
      <p:bldP spid="24" grpId="0" build="p"/>
      <p:bldP spid="25" grpId="0" build="p"/>
      <p:bldP spid="26" grpId="0" build="p"/>
      <p:bldP spid="27" grpId="0" build="p"/>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34</a:t>
            </a:r>
          </a:p>
        </p:txBody>
      </p:sp>
      <p:sp>
        <p:nvSpPr>
          <p:cNvPr id="7" name="Rectangle 6"/>
          <p:cNvSpPr/>
          <p:nvPr/>
        </p:nvSpPr>
        <p:spPr>
          <a:xfrm>
            <a:off x="0" y="-1"/>
            <a:ext cx="12192000" cy="4455589"/>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2" name="Picture 1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670964" y="1633513"/>
            <a:ext cx="4850071" cy="3033160"/>
          </a:xfrm>
          <a:prstGeom prst="rect">
            <a:avLst/>
          </a:prstGeom>
        </p:spPr>
      </p:pic>
      <p:grpSp>
        <p:nvGrpSpPr>
          <p:cNvPr id="5" name="Group 4"/>
          <p:cNvGrpSpPr/>
          <p:nvPr/>
        </p:nvGrpSpPr>
        <p:grpSpPr>
          <a:xfrm>
            <a:off x="4259845" y="441018"/>
            <a:ext cx="3735553" cy="940966"/>
            <a:chOff x="420163" y="381000"/>
            <a:chExt cx="3735553" cy="940966"/>
          </a:xfrm>
        </p:grpSpPr>
        <p:sp>
          <p:nvSpPr>
            <p:cNvPr id="2" name="TextBox 1"/>
            <p:cNvSpPr txBox="1"/>
            <p:nvPr/>
          </p:nvSpPr>
          <p:spPr>
            <a:xfrm>
              <a:off x="547099" y="429414"/>
              <a:ext cx="3608617" cy="523220"/>
            </a:xfrm>
            <a:prstGeom prst="rect">
              <a:avLst/>
            </a:prstGeom>
            <a:noFill/>
          </p:spPr>
          <p:txBody>
            <a:bodyPr wrap="none" rtlCol="0">
              <a:spAutoFit/>
            </a:bodyPr>
            <a:lstStyle/>
            <a:p>
              <a:pPr algn="ctr"/>
              <a:r>
                <a:rPr lang="en-US" sz="2800">
                  <a:solidFill>
                    <a:schemeClr val="bg1"/>
                  </a:solidFill>
                  <a:latin typeface="Abel" panose="02000506030000020004" pitchFamily="2" charset="0"/>
                </a:rPr>
                <a:t>MOCK UP &amp; CONTENT </a:t>
              </a:r>
              <a:r>
                <a:rPr lang="en-US" sz="1400">
                  <a:solidFill>
                    <a:schemeClr val="bg1"/>
                  </a:solidFill>
                  <a:latin typeface="Abel" panose="02000506030000020004" pitchFamily="2" charset="0"/>
                </a:rPr>
                <a:t>vers.1</a:t>
              </a:r>
            </a:p>
          </p:txBody>
        </p:sp>
        <p:sp>
          <p:nvSpPr>
            <p:cNvPr id="3" name="TextBox 2"/>
            <p:cNvSpPr txBox="1"/>
            <p:nvPr/>
          </p:nvSpPr>
          <p:spPr>
            <a:xfrm>
              <a:off x="420163" y="952634"/>
              <a:ext cx="3672309" cy="369332"/>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2027717"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grpSp>
      <p:sp>
        <p:nvSpPr>
          <p:cNvPr id="36" name="Folded Corner 35"/>
          <p:cNvSpPr/>
          <p:nvPr/>
        </p:nvSpPr>
        <p:spPr>
          <a:xfrm>
            <a:off x="876300" y="4070094"/>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NICE</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
        <p:nvSpPr>
          <p:cNvPr id="37" name="TextBox 36"/>
          <p:cNvSpPr txBox="1"/>
          <p:nvPr/>
        </p:nvSpPr>
        <p:spPr>
          <a:xfrm>
            <a:off x="876300" y="1773822"/>
            <a:ext cx="2291048" cy="907941"/>
          </a:xfrm>
          <a:prstGeom prst="rect">
            <a:avLst/>
          </a:prstGeom>
          <a:noFill/>
        </p:spPr>
        <p:txBody>
          <a:bodyPr wrap="squar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8" name="TextBox 37"/>
          <p:cNvSpPr txBox="1"/>
          <p:nvPr/>
        </p:nvSpPr>
        <p:spPr>
          <a:xfrm>
            <a:off x="876300" y="2897731"/>
            <a:ext cx="2291048" cy="907941"/>
          </a:xfrm>
          <a:prstGeom prst="rect">
            <a:avLst/>
          </a:prstGeom>
          <a:noFill/>
        </p:spPr>
        <p:txBody>
          <a:bodyPr wrap="squar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9" name="TextBox 38"/>
          <p:cNvSpPr txBox="1"/>
          <p:nvPr/>
        </p:nvSpPr>
        <p:spPr>
          <a:xfrm>
            <a:off x="8878186" y="1773821"/>
            <a:ext cx="2303823" cy="90794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0" name="TextBox 39"/>
          <p:cNvSpPr txBox="1"/>
          <p:nvPr/>
        </p:nvSpPr>
        <p:spPr>
          <a:xfrm>
            <a:off x="8878186" y="2892774"/>
            <a:ext cx="2303822" cy="90794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04</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1" name="extBox 3"/>
          <p:cNvSpPr txBox="1"/>
          <p:nvPr/>
        </p:nvSpPr>
        <p:spPr>
          <a:xfrm>
            <a:off x="1953903" y="5156302"/>
            <a:ext cx="8741392" cy="846386"/>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NEWS FEED</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1832252037"/>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42" presetClass="entr" presetSubtype="0"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1000"/>
                                        <p:tgtEl>
                                          <p:spTgt spid="12"/>
                                        </p:tgtEl>
                                      </p:cBhvr>
                                    </p:animEffect>
                                    <p:anim calcmode="lin" valueType="num">
                                      <p:cBhvr>
                                        <p:cTn id="11" dur="1000" fill="hold"/>
                                        <p:tgtEl>
                                          <p:spTgt spid="12"/>
                                        </p:tgtEl>
                                        <p:attrNameLst>
                                          <p:attrName>ppt_x</p:attrName>
                                        </p:attrNameLst>
                                      </p:cBhvr>
                                      <p:tavLst>
                                        <p:tav tm="0">
                                          <p:val>
                                            <p:strVal val="#ppt_x"/>
                                          </p:val>
                                        </p:tav>
                                        <p:tav tm="100000">
                                          <p:val>
                                            <p:strVal val="#ppt_x"/>
                                          </p:val>
                                        </p:tav>
                                      </p:tavLst>
                                    </p:anim>
                                    <p:anim calcmode="lin" valueType="num">
                                      <p:cBhvr>
                                        <p:cTn id="12" dur="1000" fill="hold"/>
                                        <p:tgtEl>
                                          <p:spTgt spid="12"/>
                                        </p:tgtEl>
                                        <p:attrNameLst>
                                          <p:attrName>ppt_y</p:attrName>
                                        </p:attrNameLst>
                                      </p:cBhvr>
                                      <p:tavLst>
                                        <p:tav tm="0">
                                          <p:val>
                                            <p:strVal val="#ppt_y+.1"/>
                                          </p:val>
                                        </p:tav>
                                        <p:tav tm="100000">
                                          <p:val>
                                            <p:strVal val="#ppt_y"/>
                                          </p:val>
                                        </p:tav>
                                      </p:tavLst>
                                    </p:anim>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37"/>
                                        </p:tgtEl>
                                        <p:attrNameLst>
                                          <p:attrName>style.visibility</p:attrName>
                                        </p:attrNameLst>
                                      </p:cBhvr>
                                      <p:to>
                                        <p:strVal val="visible"/>
                                      </p:to>
                                    </p:set>
                                    <p:animEffect transition="in" filter="fade">
                                      <p:cBhvr>
                                        <p:cTn id="16" dur="500"/>
                                        <p:tgtEl>
                                          <p:spTgt spid="37"/>
                                        </p:tgtEl>
                                      </p:cBhvr>
                                    </p:animEffect>
                                  </p:childTnLst>
                                </p:cTn>
                              </p:par>
                            </p:childTnLst>
                          </p:cTn>
                        </p:par>
                        <p:par>
                          <p:cTn id="17" fill="hold">
                            <p:stCondLst>
                              <p:cond delay="1500"/>
                            </p:stCondLst>
                            <p:childTnLst>
                              <p:par>
                                <p:cTn id="18" presetID="10" presetClass="entr" presetSubtype="0" fill="hold" grpId="0" nodeType="afterEffect">
                                  <p:stCondLst>
                                    <p:cond delay="0"/>
                                  </p:stCondLst>
                                  <p:childTnLst>
                                    <p:set>
                                      <p:cBhvr>
                                        <p:cTn id="19" dur="1" fill="hold">
                                          <p:stCondLst>
                                            <p:cond delay="0"/>
                                          </p:stCondLst>
                                        </p:cTn>
                                        <p:tgtEl>
                                          <p:spTgt spid="38"/>
                                        </p:tgtEl>
                                        <p:attrNameLst>
                                          <p:attrName>style.visibility</p:attrName>
                                        </p:attrNameLst>
                                      </p:cBhvr>
                                      <p:to>
                                        <p:strVal val="visible"/>
                                      </p:to>
                                    </p:set>
                                    <p:animEffect transition="in" filter="fade">
                                      <p:cBhvr>
                                        <p:cTn id="20" dur="500"/>
                                        <p:tgtEl>
                                          <p:spTgt spid="38"/>
                                        </p:tgtEl>
                                      </p:cBhvr>
                                    </p:animEffect>
                                  </p:childTnLst>
                                </p:cTn>
                              </p:par>
                            </p:childTnLst>
                          </p:cTn>
                        </p:par>
                        <p:par>
                          <p:cTn id="21" fill="hold">
                            <p:stCondLst>
                              <p:cond delay="2000"/>
                            </p:stCondLst>
                            <p:childTnLst>
                              <p:par>
                                <p:cTn id="22" presetID="10" presetClass="entr" presetSubtype="0" fill="hold" grpId="0" nodeType="afterEffect">
                                  <p:stCondLst>
                                    <p:cond delay="0"/>
                                  </p:stCondLst>
                                  <p:childTnLst>
                                    <p:set>
                                      <p:cBhvr>
                                        <p:cTn id="23" dur="1" fill="hold">
                                          <p:stCondLst>
                                            <p:cond delay="0"/>
                                          </p:stCondLst>
                                        </p:cTn>
                                        <p:tgtEl>
                                          <p:spTgt spid="39"/>
                                        </p:tgtEl>
                                        <p:attrNameLst>
                                          <p:attrName>style.visibility</p:attrName>
                                        </p:attrNameLst>
                                      </p:cBhvr>
                                      <p:to>
                                        <p:strVal val="visible"/>
                                      </p:to>
                                    </p:set>
                                    <p:animEffect transition="in" filter="fade">
                                      <p:cBhvr>
                                        <p:cTn id="24" dur="500"/>
                                        <p:tgtEl>
                                          <p:spTgt spid="39"/>
                                        </p:tgtEl>
                                      </p:cBhvr>
                                    </p:animEffect>
                                  </p:childTnLst>
                                </p:cTn>
                              </p:par>
                            </p:childTnLst>
                          </p:cTn>
                        </p:par>
                        <p:par>
                          <p:cTn id="25" fill="hold">
                            <p:stCondLst>
                              <p:cond delay="2500"/>
                            </p:stCondLst>
                            <p:childTnLst>
                              <p:par>
                                <p:cTn id="26" presetID="10" presetClass="entr" presetSubtype="0" fill="hold" grpId="0" nodeType="afterEffect">
                                  <p:stCondLst>
                                    <p:cond delay="0"/>
                                  </p:stCondLst>
                                  <p:childTnLst>
                                    <p:set>
                                      <p:cBhvr>
                                        <p:cTn id="27" dur="1" fill="hold">
                                          <p:stCondLst>
                                            <p:cond delay="0"/>
                                          </p:stCondLst>
                                        </p:cTn>
                                        <p:tgtEl>
                                          <p:spTgt spid="40"/>
                                        </p:tgtEl>
                                        <p:attrNameLst>
                                          <p:attrName>style.visibility</p:attrName>
                                        </p:attrNameLst>
                                      </p:cBhvr>
                                      <p:to>
                                        <p:strVal val="visible"/>
                                      </p:to>
                                    </p:set>
                                    <p:animEffect transition="in" filter="fade">
                                      <p:cBhvr>
                                        <p:cTn id="28" dur="500"/>
                                        <p:tgtEl>
                                          <p:spTgt spid="40"/>
                                        </p:tgtEl>
                                      </p:cBhvr>
                                    </p:animEffect>
                                  </p:childTnLst>
                                </p:cTn>
                              </p:par>
                            </p:childTnLst>
                          </p:cTn>
                        </p:par>
                        <p:par>
                          <p:cTn id="29" fill="hold">
                            <p:stCondLst>
                              <p:cond delay="3000"/>
                            </p:stCondLst>
                            <p:childTnLst>
                              <p:par>
                                <p:cTn id="30" presetID="42" presetClass="entr" presetSubtype="0" fill="hold" grpId="0" nodeType="afterEffect">
                                  <p:stCondLst>
                                    <p:cond delay="0"/>
                                  </p:stCondLst>
                                  <p:childTnLst>
                                    <p:set>
                                      <p:cBhvr>
                                        <p:cTn id="31" dur="1" fill="hold">
                                          <p:stCondLst>
                                            <p:cond delay="0"/>
                                          </p:stCondLst>
                                        </p:cTn>
                                        <p:tgtEl>
                                          <p:spTgt spid="36"/>
                                        </p:tgtEl>
                                        <p:attrNameLst>
                                          <p:attrName>style.visibility</p:attrName>
                                        </p:attrNameLst>
                                      </p:cBhvr>
                                      <p:to>
                                        <p:strVal val="visible"/>
                                      </p:to>
                                    </p:set>
                                    <p:animEffect transition="in" filter="fade">
                                      <p:cBhvr>
                                        <p:cTn id="32" dur="1000"/>
                                        <p:tgtEl>
                                          <p:spTgt spid="36"/>
                                        </p:tgtEl>
                                      </p:cBhvr>
                                    </p:animEffect>
                                    <p:anim calcmode="lin" valueType="num">
                                      <p:cBhvr>
                                        <p:cTn id="33" dur="1000" fill="hold"/>
                                        <p:tgtEl>
                                          <p:spTgt spid="36"/>
                                        </p:tgtEl>
                                        <p:attrNameLst>
                                          <p:attrName>ppt_x</p:attrName>
                                        </p:attrNameLst>
                                      </p:cBhvr>
                                      <p:tavLst>
                                        <p:tav tm="0">
                                          <p:val>
                                            <p:strVal val="#ppt_x"/>
                                          </p:val>
                                        </p:tav>
                                        <p:tav tm="100000">
                                          <p:val>
                                            <p:strVal val="#ppt_x"/>
                                          </p:val>
                                        </p:tav>
                                      </p:tavLst>
                                    </p:anim>
                                    <p:anim calcmode="lin" valueType="num">
                                      <p:cBhvr>
                                        <p:cTn id="34" dur="1000" fill="hold"/>
                                        <p:tgtEl>
                                          <p:spTgt spid="36"/>
                                        </p:tgtEl>
                                        <p:attrNameLst>
                                          <p:attrName>ppt_y</p:attrName>
                                        </p:attrNameLst>
                                      </p:cBhvr>
                                      <p:tavLst>
                                        <p:tav tm="0">
                                          <p:val>
                                            <p:strVal val="#ppt_y+.1"/>
                                          </p:val>
                                        </p:tav>
                                        <p:tav tm="100000">
                                          <p:val>
                                            <p:strVal val="#ppt_y"/>
                                          </p:val>
                                        </p:tav>
                                      </p:tavLst>
                                    </p:anim>
                                  </p:childTnLst>
                                </p:cTn>
                              </p:par>
                              <p:par>
                                <p:cTn id="35" presetID="10" presetClass="entr" presetSubtype="0" fill="hold" grpId="0" nodeType="withEffect">
                                  <p:stCondLst>
                                    <p:cond delay="0"/>
                                  </p:stCondLst>
                                  <p:childTnLst>
                                    <p:set>
                                      <p:cBhvr>
                                        <p:cTn id="36" dur="1" fill="hold">
                                          <p:stCondLst>
                                            <p:cond delay="0"/>
                                          </p:stCondLst>
                                        </p:cTn>
                                        <p:tgtEl>
                                          <p:spTgt spid="41"/>
                                        </p:tgtEl>
                                        <p:attrNameLst>
                                          <p:attrName>style.visibility</p:attrName>
                                        </p:attrNameLst>
                                      </p:cBhvr>
                                      <p:to>
                                        <p:strVal val="visible"/>
                                      </p:to>
                                    </p:set>
                                    <p:animEffect transition="in" filter="fade">
                                      <p:cBhvr>
                                        <p:cTn id="37"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36" grpId="0" animBg="1"/>
      <p:bldP spid="37" grpId="0"/>
      <p:bldP spid="38" grpId="0"/>
      <p:bldP spid="39" grpId="0"/>
      <p:bldP spid="40" grpId="0"/>
      <p:bldP spid="41"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vers.6</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35</a:t>
            </a:r>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76300" y="1915580"/>
            <a:ext cx="1917406" cy="3912869"/>
          </a:xfrm>
          <a:prstGeom prst="rect">
            <a:avLst/>
          </a:prstGeom>
        </p:spPr>
      </p:pic>
      <p:sp>
        <p:nvSpPr>
          <p:cNvPr id="11" name="extBox 3"/>
          <p:cNvSpPr txBox="1"/>
          <p:nvPr/>
        </p:nvSpPr>
        <p:spPr>
          <a:xfrm>
            <a:off x="3031508" y="1714500"/>
            <a:ext cx="3064492" cy="1538883"/>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MOBILE APPLICATION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7" name="Rectangle 6"/>
          <p:cNvSpPr/>
          <p:nvPr/>
        </p:nvSpPr>
        <p:spPr>
          <a:xfrm>
            <a:off x="3125972" y="4136074"/>
            <a:ext cx="2970028" cy="45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3031508" y="3866018"/>
            <a:ext cx="798617"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COSTUMER</a:t>
            </a:r>
          </a:p>
        </p:txBody>
      </p:sp>
      <p:sp>
        <p:nvSpPr>
          <p:cNvPr id="13" name="Rectangle 12"/>
          <p:cNvSpPr/>
          <p:nvPr/>
        </p:nvSpPr>
        <p:spPr>
          <a:xfrm>
            <a:off x="3125972" y="4136074"/>
            <a:ext cx="2286000" cy="457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Box 13"/>
          <p:cNvSpPr txBox="1"/>
          <p:nvPr/>
        </p:nvSpPr>
        <p:spPr>
          <a:xfrm>
            <a:off x="5098036" y="3769251"/>
            <a:ext cx="575157"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80%</a:t>
            </a:r>
          </a:p>
        </p:txBody>
      </p:sp>
      <p:sp>
        <p:nvSpPr>
          <p:cNvPr id="15" name="Rectangle 14"/>
          <p:cNvSpPr/>
          <p:nvPr/>
        </p:nvSpPr>
        <p:spPr>
          <a:xfrm>
            <a:off x="3125972" y="4646615"/>
            <a:ext cx="2970028" cy="45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3031508" y="4376559"/>
            <a:ext cx="906017"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CONSULTING</a:t>
            </a:r>
          </a:p>
        </p:txBody>
      </p:sp>
      <p:sp>
        <p:nvSpPr>
          <p:cNvPr id="17" name="Rectangle 16"/>
          <p:cNvSpPr/>
          <p:nvPr/>
        </p:nvSpPr>
        <p:spPr>
          <a:xfrm>
            <a:off x="3125972" y="4646615"/>
            <a:ext cx="1554480" cy="457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4353748" y="4279792"/>
            <a:ext cx="577402"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65%</a:t>
            </a:r>
          </a:p>
        </p:txBody>
      </p:sp>
      <p:sp>
        <p:nvSpPr>
          <p:cNvPr id="19" name="Rectangle 18"/>
          <p:cNvSpPr/>
          <p:nvPr/>
        </p:nvSpPr>
        <p:spPr>
          <a:xfrm>
            <a:off x="3125972" y="5157156"/>
            <a:ext cx="2970028" cy="45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3031508" y="4887100"/>
            <a:ext cx="83548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21" name="Rectangle 20"/>
          <p:cNvSpPr/>
          <p:nvPr/>
        </p:nvSpPr>
        <p:spPr>
          <a:xfrm>
            <a:off x="3125972" y="5157156"/>
            <a:ext cx="2834640" cy="457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5650931" y="4790333"/>
            <a:ext cx="577402"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98%</a:t>
            </a:r>
          </a:p>
        </p:txBody>
      </p:sp>
      <p:sp>
        <p:nvSpPr>
          <p:cNvPr id="23" name="Rectangle 22"/>
          <p:cNvSpPr/>
          <p:nvPr/>
        </p:nvSpPr>
        <p:spPr>
          <a:xfrm>
            <a:off x="3125972" y="5683081"/>
            <a:ext cx="2970028" cy="45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p:cNvSpPr txBox="1"/>
          <p:nvPr/>
        </p:nvSpPr>
        <p:spPr>
          <a:xfrm>
            <a:off x="3031508" y="5413025"/>
            <a:ext cx="81945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DEVELOPER</a:t>
            </a:r>
          </a:p>
        </p:txBody>
      </p:sp>
      <p:sp>
        <p:nvSpPr>
          <p:cNvPr id="25" name="Rectangle 24"/>
          <p:cNvSpPr/>
          <p:nvPr/>
        </p:nvSpPr>
        <p:spPr>
          <a:xfrm>
            <a:off x="3125972" y="5683081"/>
            <a:ext cx="1371600" cy="457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4194273" y="5316258"/>
            <a:ext cx="575157"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55%</a:t>
            </a:r>
          </a:p>
        </p:txBody>
      </p:sp>
      <p:sp>
        <p:nvSpPr>
          <p:cNvPr id="35" name="Freeform 26"/>
          <p:cNvSpPr>
            <a:spLocks noEditPoints="1"/>
          </p:cNvSpPr>
          <p:nvPr/>
        </p:nvSpPr>
        <p:spPr bwMode="auto">
          <a:xfrm flipH="1">
            <a:off x="6617613" y="1714500"/>
            <a:ext cx="603570" cy="708399"/>
          </a:xfrm>
          <a:custGeom>
            <a:avLst/>
            <a:gdLst>
              <a:gd name="T0" fmla="*/ 565 w 631"/>
              <a:gd name="T1" fmla="*/ 585 h 741"/>
              <a:gd name="T2" fmla="*/ 545 w 631"/>
              <a:gd name="T3" fmla="*/ 531 h 741"/>
              <a:gd name="T4" fmla="*/ 567 w 631"/>
              <a:gd name="T5" fmla="*/ 470 h 741"/>
              <a:gd name="T6" fmla="*/ 568 w 631"/>
              <a:gd name="T7" fmla="*/ 407 h 741"/>
              <a:gd name="T8" fmla="*/ 568 w 631"/>
              <a:gd name="T9" fmla="*/ 345 h 741"/>
              <a:gd name="T10" fmla="*/ 535 w 631"/>
              <a:gd name="T11" fmla="*/ 208 h 741"/>
              <a:gd name="T12" fmla="*/ 476 w 631"/>
              <a:gd name="T13" fmla="*/ 107 h 741"/>
              <a:gd name="T14" fmla="*/ 270 w 631"/>
              <a:gd name="T15" fmla="*/ 60 h 741"/>
              <a:gd name="T16" fmla="*/ 146 w 631"/>
              <a:gd name="T17" fmla="*/ 128 h 741"/>
              <a:gd name="T18" fmla="*/ 102 w 631"/>
              <a:gd name="T19" fmla="*/ 207 h 741"/>
              <a:gd name="T20" fmla="*/ 63 w 631"/>
              <a:gd name="T21" fmla="*/ 310 h 741"/>
              <a:gd name="T22" fmla="*/ 64 w 631"/>
              <a:gd name="T23" fmla="*/ 390 h 741"/>
              <a:gd name="T24" fmla="*/ 69 w 631"/>
              <a:gd name="T25" fmla="*/ 482 h 741"/>
              <a:gd name="T26" fmla="*/ 83 w 631"/>
              <a:gd name="T27" fmla="*/ 539 h 741"/>
              <a:gd name="T28" fmla="*/ 67 w 631"/>
              <a:gd name="T29" fmla="*/ 585 h 741"/>
              <a:gd name="T30" fmla="*/ 2 w 631"/>
              <a:gd name="T31" fmla="*/ 678 h 741"/>
              <a:gd name="T32" fmla="*/ 23 w 631"/>
              <a:gd name="T33" fmla="*/ 741 h 741"/>
              <a:gd name="T34" fmla="*/ 609 w 631"/>
              <a:gd name="T35" fmla="*/ 741 h 741"/>
              <a:gd name="T36" fmla="*/ 630 w 631"/>
              <a:gd name="T37" fmla="*/ 678 h 741"/>
              <a:gd name="T38" fmla="*/ 565 w 631"/>
              <a:gd name="T39" fmla="*/ 585 h 741"/>
              <a:gd name="T40" fmla="*/ 454 w 631"/>
              <a:gd name="T41" fmla="*/ 282 h 741"/>
              <a:gd name="T42" fmla="*/ 452 w 631"/>
              <a:gd name="T43" fmla="*/ 281 h 741"/>
              <a:gd name="T44" fmla="*/ 482 w 631"/>
              <a:gd name="T45" fmla="*/ 305 h 741"/>
              <a:gd name="T46" fmla="*/ 470 w 631"/>
              <a:gd name="T47" fmla="*/ 374 h 741"/>
              <a:gd name="T48" fmla="*/ 460 w 631"/>
              <a:gd name="T49" fmla="*/ 373 h 741"/>
              <a:gd name="T50" fmla="*/ 454 w 631"/>
              <a:gd name="T51" fmla="*/ 282 h 741"/>
              <a:gd name="T52" fmla="*/ 150 w 631"/>
              <a:gd name="T53" fmla="*/ 302 h 741"/>
              <a:gd name="T54" fmla="*/ 184 w 631"/>
              <a:gd name="T55" fmla="*/ 292 h 741"/>
              <a:gd name="T56" fmla="*/ 194 w 631"/>
              <a:gd name="T57" fmla="*/ 284 h 741"/>
              <a:gd name="T58" fmla="*/ 211 w 631"/>
              <a:gd name="T59" fmla="*/ 198 h 741"/>
              <a:gd name="T60" fmla="*/ 213 w 631"/>
              <a:gd name="T61" fmla="*/ 195 h 741"/>
              <a:gd name="T62" fmla="*/ 316 w 631"/>
              <a:gd name="T63" fmla="*/ 252 h 741"/>
              <a:gd name="T64" fmla="*/ 329 w 631"/>
              <a:gd name="T65" fmla="*/ 253 h 741"/>
              <a:gd name="T66" fmla="*/ 394 w 631"/>
              <a:gd name="T67" fmla="*/ 315 h 741"/>
              <a:gd name="T68" fmla="*/ 410 w 631"/>
              <a:gd name="T69" fmla="*/ 360 h 741"/>
              <a:gd name="T70" fmla="*/ 435 w 631"/>
              <a:gd name="T71" fmla="*/ 412 h 741"/>
              <a:gd name="T72" fmla="*/ 316 w 631"/>
              <a:gd name="T73" fmla="*/ 493 h 741"/>
              <a:gd name="T74" fmla="*/ 316 w 631"/>
              <a:gd name="T75" fmla="*/ 493 h 741"/>
              <a:gd name="T76" fmla="*/ 188 w 631"/>
              <a:gd name="T77" fmla="*/ 394 h 741"/>
              <a:gd name="T78" fmla="*/ 150 w 631"/>
              <a:gd name="T79" fmla="*/ 302 h 741"/>
              <a:gd name="T80" fmla="*/ 114 w 631"/>
              <a:gd name="T81" fmla="*/ 589 h 741"/>
              <a:gd name="T82" fmla="*/ 200 w 631"/>
              <a:gd name="T83" fmla="*/ 563 h 741"/>
              <a:gd name="T84" fmla="*/ 240 w 631"/>
              <a:gd name="T85" fmla="*/ 493 h 741"/>
              <a:gd name="T86" fmla="*/ 316 w 631"/>
              <a:gd name="T87" fmla="*/ 515 h 741"/>
              <a:gd name="T88" fmla="*/ 316 w 631"/>
              <a:gd name="T89" fmla="*/ 515 h 741"/>
              <a:gd name="T90" fmla="*/ 391 w 631"/>
              <a:gd name="T91" fmla="*/ 493 h 741"/>
              <a:gd name="T92" fmla="*/ 431 w 631"/>
              <a:gd name="T93" fmla="*/ 563 h 741"/>
              <a:gd name="T94" fmla="*/ 519 w 631"/>
              <a:gd name="T95" fmla="*/ 590 h 741"/>
              <a:gd name="T96" fmla="*/ 316 w 631"/>
              <a:gd name="T97" fmla="*/ 661 h 741"/>
              <a:gd name="T98" fmla="*/ 114 w 631"/>
              <a:gd name="T99" fmla="*/ 589 h 741"/>
              <a:gd name="T100" fmla="*/ 318 w 631"/>
              <a:gd name="T101" fmla="*/ 722 h 741"/>
              <a:gd name="T102" fmla="*/ 316 w 631"/>
              <a:gd name="T103" fmla="*/ 722 h 741"/>
              <a:gd name="T104" fmla="*/ 46 w 631"/>
              <a:gd name="T105" fmla="*/ 621 h 741"/>
              <a:gd name="T106" fmla="*/ 67 w 631"/>
              <a:gd name="T107" fmla="*/ 606 h 741"/>
              <a:gd name="T108" fmla="*/ 316 w 631"/>
              <a:gd name="T109" fmla="*/ 697 h 741"/>
              <a:gd name="T110" fmla="*/ 318 w 631"/>
              <a:gd name="T111" fmla="*/ 697 h 741"/>
              <a:gd name="T112" fmla="*/ 564 w 631"/>
              <a:gd name="T113" fmla="*/ 608 h 741"/>
              <a:gd name="T114" fmla="*/ 585 w 631"/>
              <a:gd name="T115" fmla="*/ 624 h 741"/>
              <a:gd name="T116" fmla="*/ 318 w 631"/>
              <a:gd name="T117" fmla="*/ 722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1" h="741">
                <a:moveTo>
                  <a:pt x="565" y="585"/>
                </a:moveTo>
                <a:cubicBezTo>
                  <a:pt x="577" y="562"/>
                  <a:pt x="566" y="543"/>
                  <a:pt x="545" y="531"/>
                </a:cubicBezTo>
                <a:cubicBezTo>
                  <a:pt x="517" y="515"/>
                  <a:pt x="536" y="486"/>
                  <a:pt x="567" y="470"/>
                </a:cubicBezTo>
                <a:cubicBezTo>
                  <a:pt x="597" y="454"/>
                  <a:pt x="607" y="426"/>
                  <a:pt x="568" y="407"/>
                </a:cubicBezTo>
                <a:cubicBezTo>
                  <a:pt x="530" y="387"/>
                  <a:pt x="532" y="381"/>
                  <a:pt x="568" y="345"/>
                </a:cubicBezTo>
                <a:cubicBezTo>
                  <a:pt x="604" y="308"/>
                  <a:pt x="586" y="222"/>
                  <a:pt x="535" y="208"/>
                </a:cubicBezTo>
                <a:cubicBezTo>
                  <a:pt x="484" y="194"/>
                  <a:pt x="497" y="166"/>
                  <a:pt x="476" y="107"/>
                </a:cubicBezTo>
                <a:cubicBezTo>
                  <a:pt x="456" y="51"/>
                  <a:pt x="319" y="0"/>
                  <a:pt x="270" y="60"/>
                </a:cubicBezTo>
                <a:cubicBezTo>
                  <a:pt x="236" y="23"/>
                  <a:pt x="161" y="73"/>
                  <a:pt x="146" y="128"/>
                </a:cubicBezTo>
                <a:cubicBezTo>
                  <a:pt x="131" y="184"/>
                  <a:pt x="142" y="199"/>
                  <a:pt x="102" y="207"/>
                </a:cubicBezTo>
                <a:cubicBezTo>
                  <a:pt x="62" y="215"/>
                  <a:pt x="37" y="273"/>
                  <a:pt x="63" y="310"/>
                </a:cubicBezTo>
                <a:cubicBezTo>
                  <a:pt x="89" y="346"/>
                  <a:pt x="101" y="363"/>
                  <a:pt x="64" y="390"/>
                </a:cubicBezTo>
                <a:cubicBezTo>
                  <a:pt x="27" y="417"/>
                  <a:pt x="34" y="465"/>
                  <a:pt x="69" y="482"/>
                </a:cubicBezTo>
                <a:cubicBezTo>
                  <a:pt x="104" y="498"/>
                  <a:pt x="111" y="523"/>
                  <a:pt x="83" y="539"/>
                </a:cubicBezTo>
                <a:cubicBezTo>
                  <a:pt x="63" y="551"/>
                  <a:pt x="53" y="568"/>
                  <a:pt x="67" y="585"/>
                </a:cubicBezTo>
                <a:cubicBezTo>
                  <a:pt x="29" y="603"/>
                  <a:pt x="0" y="629"/>
                  <a:pt x="2" y="678"/>
                </a:cubicBezTo>
                <a:cubicBezTo>
                  <a:pt x="2" y="699"/>
                  <a:pt x="10" y="720"/>
                  <a:pt x="23" y="741"/>
                </a:cubicBezTo>
                <a:cubicBezTo>
                  <a:pt x="609" y="741"/>
                  <a:pt x="609" y="741"/>
                  <a:pt x="609" y="741"/>
                </a:cubicBezTo>
                <a:cubicBezTo>
                  <a:pt x="621" y="720"/>
                  <a:pt x="629" y="699"/>
                  <a:pt x="630" y="678"/>
                </a:cubicBezTo>
                <a:cubicBezTo>
                  <a:pt x="631" y="629"/>
                  <a:pt x="603" y="603"/>
                  <a:pt x="565" y="585"/>
                </a:cubicBezTo>
                <a:close/>
                <a:moveTo>
                  <a:pt x="454" y="282"/>
                </a:moveTo>
                <a:cubicBezTo>
                  <a:pt x="453" y="281"/>
                  <a:pt x="452" y="281"/>
                  <a:pt x="452" y="281"/>
                </a:cubicBezTo>
                <a:cubicBezTo>
                  <a:pt x="467" y="252"/>
                  <a:pt x="479" y="289"/>
                  <a:pt x="482" y="305"/>
                </a:cubicBezTo>
                <a:cubicBezTo>
                  <a:pt x="486" y="328"/>
                  <a:pt x="481" y="355"/>
                  <a:pt x="470" y="374"/>
                </a:cubicBezTo>
                <a:cubicBezTo>
                  <a:pt x="467" y="373"/>
                  <a:pt x="464" y="373"/>
                  <a:pt x="460" y="373"/>
                </a:cubicBezTo>
                <a:cubicBezTo>
                  <a:pt x="411" y="378"/>
                  <a:pt x="527" y="312"/>
                  <a:pt x="454" y="282"/>
                </a:cubicBezTo>
                <a:close/>
                <a:moveTo>
                  <a:pt x="150" y="302"/>
                </a:moveTo>
                <a:cubicBezTo>
                  <a:pt x="156" y="273"/>
                  <a:pt x="172" y="265"/>
                  <a:pt x="184" y="292"/>
                </a:cubicBezTo>
                <a:cubicBezTo>
                  <a:pt x="194" y="314"/>
                  <a:pt x="196" y="325"/>
                  <a:pt x="194" y="284"/>
                </a:cubicBezTo>
                <a:cubicBezTo>
                  <a:pt x="193" y="256"/>
                  <a:pt x="199" y="226"/>
                  <a:pt x="211" y="198"/>
                </a:cubicBezTo>
                <a:cubicBezTo>
                  <a:pt x="212" y="197"/>
                  <a:pt x="212" y="196"/>
                  <a:pt x="213" y="195"/>
                </a:cubicBezTo>
                <a:cubicBezTo>
                  <a:pt x="232" y="223"/>
                  <a:pt x="270" y="249"/>
                  <a:pt x="316" y="252"/>
                </a:cubicBezTo>
                <a:cubicBezTo>
                  <a:pt x="321" y="252"/>
                  <a:pt x="325" y="253"/>
                  <a:pt x="329" y="253"/>
                </a:cubicBezTo>
                <a:cubicBezTo>
                  <a:pt x="417" y="251"/>
                  <a:pt x="322" y="306"/>
                  <a:pt x="394" y="315"/>
                </a:cubicBezTo>
                <a:cubicBezTo>
                  <a:pt x="446" y="322"/>
                  <a:pt x="436" y="331"/>
                  <a:pt x="410" y="360"/>
                </a:cubicBezTo>
                <a:cubicBezTo>
                  <a:pt x="392" y="380"/>
                  <a:pt x="397" y="406"/>
                  <a:pt x="435" y="412"/>
                </a:cubicBezTo>
                <a:cubicBezTo>
                  <a:pt x="410" y="459"/>
                  <a:pt x="370" y="493"/>
                  <a:pt x="316" y="493"/>
                </a:cubicBezTo>
                <a:cubicBezTo>
                  <a:pt x="316" y="493"/>
                  <a:pt x="316" y="493"/>
                  <a:pt x="316" y="493"/>
                </a:cubicBezTo>
                <a:cubicBezTo>
                  <a:pt x="256" y="493"/>
                  <a:pt x="212" y="451"/>
                  <a:pt x="188" y="394"/>
                </a:cubicBezTo>
                <a:cubicBezTo>
                  <a:pt x="157" y="389"/>
                  <a:pt x="143" y="339"/>
                  <a:pt x="150" y="302"/>
                </a:cubicBezTo>
                <a:close/>
                <a:moveTo>
                  <a:pt x="114" y="589"/>
                </a:moveTo>
                <a:cubicBezTo>
                  <a:pt x="141" y="580"/>
                  <a:pt x="171" y="573"/>
                  <a:pt x="200" y="563"/>
                </a:cubicBezTo>
                <a:cubicBezTo>
                  <a:pt x="234" y="550"/>
                  <a:pt x="241" y="524"/>
                  <a:pt x="240" y="493"/>
                </a:cubicBezTo>
                <a:cubicBezTo>
                  <a:pt x="262" y="507"/>
                  <a:pt x="287" y="515"/>
                  <a:pt x="316" y="515"/>
                </a:cubicBezTo>
                <a:cubicBezTo>
                  <a:pt x="316" y="515"/>
                  <a:pt x="316" y="515"/>
                  <a:pt x="316" y="515"/>
                </a:cubicBezTo>
                <a:cubicBezTo>
                  <a:pt x="344" y="515"/>
                  <a:pt x="369" y="507"/>
                  <a:pt x="391" y="493"/>
                </a:cubicBezTo>
                <a:cubicBezTo>
                  <a:pt x="390" y="524"/>
                  <a:pt x="397" y="550"/>
                  <a:pt x="431" y="563"/>
                </a:cubicBezTo>
                <a:cubicBezTo>
                  <a:pt x="461" y="574"/>
                  <a:pt x="492" y="581"/>
                  <a:pt x="519" y="590"/>
                </a:cubicBezTo>
                <a:cubicBezTo>
                  <a:pt x="501" y="642"/>
                  <a:pt x="408" y="662"/>
                  <a:pt x="316" y="661"/>
                </a:cubicBezTo>
                <a:cubicBezTo>
                  <a:pt x="210" y="660"/>
                  <a:pt x="105" y="630"/>
                  <a:pt x="114" y="589"/>
                </a:cubicBezTo>
                <a:close/>
                <a:moveTo>
                  <a:pt x="318" y="722"/>
                </a:moveTo>
                <a:cubicBezTo>
                  <a:pt x="316" y="722"/>
                  <a:pt x="316" y="722"/>
                  <a:pt x="316" y="722"/>
                </a:cubicBezTo>
                <a:cubicBezTo>
                  <a:pt x="184" y="722"/>
                  <a:pt x="70" y="685"/>
                  <a:pt x="46" y="621"/>
                </a:cubicBezTo>
                <a:cubicBezTo>
                  <a:pt x="52" y="616"/>
                  <a:pt x="59" y="611"/>
                  <a:pt x="67" y="606"/>
                </a:cubicBezTo>
                <a:cubicBezTo>
                  <a:pt x="78" y="664"/>
                  <a:pt x="187" y="697"/>
                  <a:pt x="316" y="697"/>
                </a:cubicBezTo>
                <a:cubicBezTo>
                  <a:pt x="318" y="697"/>
                  <a:pt x="318" y="697"/>
                  <a:pt x="318" y="697"/>
                </a:cubicBezTo>
                <a:cubicBezTo>
                  <a:pt x="448" y="697"/>
                  <a:pt x="551" y="665"/>
                  <a:pt x="564" y="608"/>
                </a:cubicBezTo>
                <a:cubicBezTo>
                  <a:pt x="572" y="613"/>
                  <a:pt x="578" y="618"/>
                  <a:pt x="585" y="624"/>
                </a:cubicBezTo>
                <a:cubicBezTo>
                  <a:pt x="559" y="687"/>
                  <a:pt x="451" y="722"/>
                  <a:pt x="318" y="722"/>
                </a:cubicBezTo>
                <a:close/>
              </a:path>
            </a:pathLst>
          </a:custGeom>
          <a:solidFill>
            <a:schemeClr val="bg1">
              <a:lumMod val="50000"/>
            </a:schemeClr>
          </a:solidFill>
          <a:ln>
            <a:noFill/>
          </a:ln>
        </p:spPr>
        <p:txBody>
          <a:bodyPr vert="horz" wrap="square" lIns="121920" tIns="60960" rIns="121920" bIns="60960" numCol="1" anchor="t" anchorCtr="0" compatLnSpc="1">
            <a:prstTxWarp prst="textNoShape">
              <a:avLst/>
            </a:prstTxWarp>
          </a:bodyPr>
          <a:lstStyle/>
          <a:p>
            <a:endParaRPr lang="id-ID" sz="2400"/>
          </a:p>
        </p:txBody>
      </p:sp>
      <p:sp>
        <p:nvSpPr>
          <p:cNvPr id="36" name="TextBox 35"/>
          <p:cNvSpPr txBox="1"/>
          <p:nvPr/>
        </p:nvSpPr>
        <p:spPr>
          <a:xfrm>
            <a:off x="7314055" y="1807088"/>
            <a:ext cx="918841" cy="523220"/>
          </a:xfrm>
          <a:prstGeom prst="rect">
            <a:avLst/>
          </a:prstGeom>
          <a:noFill/>
        </p:spPr>
        <p:txBody>
          <a:bodyPr wrap="none" rtlCol="0">
            <a:spAutoFit/>
          </a:bodyPr>
          <a:lstStyle/>
          <a:p>
            <a:r>
              <a:rPr lang="en-US" sz="2800" b="1">
                <a:solidFill>
                  <a:schemeClr val="accent6"/>
                </a:solidFill>
                <a:latin typeface="Open Sans" panose="020B0606030504020204" pitchFamily="34" charset="0"/>
                <a:ea typeface="Open Sans" panose="020B0606030504020204" pitchFamily="34" charset="0"/>
                <a:cs typeface="Open Sans" panose="020B0606030504020204" pitchFamily="34" charset="0"/>
              </a:rPr>
              <a:t>85%</a:t>
            </a:r>
          </a:p>
        </p:txBody>
      </p:sp>
      <p:sp>
        <p:nvSpPr>
          <p:cNvPr id="37" name="TextBox 36"/>
          <p:cNvSpPr txBox="1"/>
          <p:nvPr/>
        </p:nvSpPr>
        <p:spPr>
          <a:xfrm>
            <a:off x="8325768" y="1807088"/>
            <a:ext cx="3473445"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INFOGRAPHIC</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38" name="Freeform 6"/>
          <p:cNvSpPr>
            <a:spLocks noEditPoints="1"/>
          </p:cNvSpPr>
          <p:nvPr/>
        </p:nvSpPr>
        <p:spPr bwMode="auto">
          <a:xfrm>
            <a:off x="6617679" y="2816286"/>
            <a:ext cx="603504" cy="713232"/>
          </a:xfrm>
          <a:custGeom>
            <a:avLst/>
            <a:gdLst>
              <a:gd name="T0" fmla="*/ 743 w 957"/>
              <a:gd name="T1" fmla="*/ 313 h 1020"/>
              <a:gd name="T2" fmla="*/ 756 w 957"/>
              <a:gd name="T3" fmla="*/ 428 h 1020"/>
              <a:gd name="T4" fmla="*/ 704 w 957"/>
              <a:gd name="T5" fmla="*/ 513 h 1020"/>
              <a:gd name="T6" fmla="*/ 724 w 957"/>
              <a:gd name="T7" fmla="*/ 341 h 1020"/>
              <a:gd name="T8" fmla="*/ 704 w 957"/>
              <a:gd name="T9" fmla="*/ 152 h 1020"/>
              <a:gd name="T10" fmla="*/ 953 w 957"/>
              <a:gd name="T11" fmla="*/ 925 h 1020"/>
              <a:gd name="T12" fmla="*/ 704 w 957"/>
              <a:gd name="T13" fmla="*/ 1020 h 1020"/>
              <a:gd name="T14" fmla="*/ 478 w 957"/>
              <a:gd name="T15" fmla="*/ 16 h 1020"/>
              <a:gd name="T16" fmla="*/ 704 w 957"/>
              <a:gd name="T17" fmla="*/ 308 h 1020"/>
              <a:gd name="T18" fmla="*/ 679 w 957"/>
              <a:gd name="T19" fmla="*/ 494 h 1020"/>
              <a:gd name="T20" fmla="*/ 704 w 957"/>
              <a:gd name="T21" fmla="*/ 513 h 1020"/>
              <a:gd name="T22" fmla="*/ 665 w 957"/>
              <a:gd name="T23" fmla="*/ 566 h 1020"/>
              <a:gd name="T24" fmla="*/ 684 w 957"/>
              <a:gd name="T25" fmla="*/ 723 h 1020"/>
              <a:gd name="T26" fmla="*/ 704 w 957"/>
              <a:gd name="T27" fmla="*/ 1020 h 1020"/>
              <a:gd name="T28" fmla="*/ 478 w 957"/>
              <a:gd name="T29" fmla="*/ 984 h 1020"/>
              <a:gd name="T30" fmla="*/ 493 w 957"/>
              <a:gd name="T31" fmla="*/ 969 h 1020"/>
              <a:gd name="T32" fmla="*/ 478 w 957"/>
              <a:gd name="T33" fmla="*/ 955 h 1020"/>
              <a:gd name="T34" fmla="*/ 480 w 957"/>
              <a:gd name="T35" fmla="*/ 945 h 1020"/>
              <a:gd name="T36" fmla="*/ 480 w 957"/>
              <a:gd name="T37" fmla="*/ 916 h 1020"/>
              <a:gd name="T38" fmla="*/ 478 w 957"/>
              <a:gd name="T39" fmla="*/ 901 h 1020"/>
              <a:gd name="T40" fmla="*/ 589 w 957"/>
              <a:gd name="T41" fmla="*/ 663 h 1020"/>
              <a:gd name="T42" fmla="*/ 479 w 957"/>
              <a:gd name="T43" fmla="*/ 709 h 1020"/>
              <a:gd name="T44" fmla="*/ 478 w 957"/>
              <a:gd name="T45" fmla="*/ 613 h 1020"/>
              <a:gd name="T46" fmla="*/ 519 w 957"/>
              <a:gd name="T47" fmla="*/ 628 h 1020"/>
              <a:gd name="T48" fmla="*/ 478 w 957"/>
              <a:gd name="T49" fmla="*/ 512 h 1020"/>
              <a:gd name="T50" fmla="*/ 587 w 957"/>
              <a:gd name="T51" fmla="*/ 502 h 1020"/>
              <a:gd name="T52" fmla="*/ 664 w 957"/>
              <a:gd name="T53" fmla="*/ 319 h 1020"/>
              <a:gd name="T54" fmla="*/ 478 w 957"/>
              <a:gd name="T55" fmla="*/ 16 h 1020"/>
              <a:gd name="T56" fmla="*/ 395 w 957"/>
              <a:gd name="T57" fmla="*/ 35 h 1020"/>
              <a:gd name="T58" fmla="*/ 478 w 957"/>
              <a:gd name="T59" fmla="*/ 16 h 1020"/>
              <a:gd name="T60" fmla="*/ 425 w 957"/>
              <a:gd name="T61" fmla="*/ 204 h 1020"/>
              <a:gd name="T62" fmla="*/ 294 w 957"/>
              <a:gd name="T63" fmla="*/ 284 h 1020"/>
              <a:gd name="T64" fmla="*/ 362 w 957"/>
              <a:gd name="T65" fmla="*/ 506 h 1020"/>
              <a:gd name="T66" fmla="*/ 477 w 957"/>
              <a:gd name="T67" fmla="*/ 478 h 1020"/>
              <a:gd name="T68" fmla="*/ 478 w 957"/>
              <a:gd name="T69" fmla="*/ 512 h 1020"/>
              <a:gd name="T70" fmla="*/ 438 w 957"/>
              <a:gd name="T71" fmla="*/ 628 h 1020"/>
              <a:gd name="T72" fmla="*/ 478 w 957"/>
              <a:gd name="T73" fmla="*/ 709 h 1020"/>
              <a:gd name="T74" fmla="*/ 370 w 957"/>
              <a:gd name="T75" fmla="*/ 665 h 1020"/>
              <a:gd name="T76" fmla="*/ 478 w 957"/>
              <a:gd name="T77" fmla="*/ 901 h 1020"/>
              <a:gd name="T78" fmla="*/ 478 w 957"/>
              <a:gd name="T79" fmla="*/ 916 h 1020"/>
              <a:gd name="T80" fmla="*/ 478 w 957"/>
              <a:gd name="T81" fmla="*/ 945 h 1020"/>
              <a:gd name="T82" fmla="*/ 466 w 957"/>
              <a:gd name="T83" fmla="*/ 969 h 1020"/>
              <a:gd name="T84" fmla="*/ 478 w 957"/>
              <a:gd name="T85" fmla="*/ 1020 h 1020"/>
              <a:gd name="T86" fmla="*/ 253 w 957"/>
              <a:gd name="T87" fmla="*/ 730 h 1020"/>
              <a:gd name="T88" fmla="*/ 342 w 957"/>
              <a:gd name="T89" fmla="*/ 640 h 1020"/>
              <a:gd name="T90" fmla="*/ 265 w 957"/>
              <a:gd name="T91" fmla="*/ 519 h 1020"/>
              <a:gd name="T92" fmla="*/ 253 w 957"/>
              <a:gd name="T93" fmla="*/ 477 h 1020"/>
              <a:gd name="T94" fmla="*/ 276 w 957"/>
              <a:gd name="T95" fmla="*/ 341 h 1020"/>
              <a:gd name="T96" fmla="*/ 253 w 957"/>
              <a:gd name="T97" fmla="*/ 143 h 1020"/>
              <a:gd name="T98" fmla="*/ 214 w 957"/>
              <a:gd name="T99" fmla="*/ 313 h 1020"/>
              <a:gd name="T100" fmla="*/ 253 w 957"/>
              <a:gd name="T101" fmla="*/ 310 h 1020"/>
              <a:gd name="T102" fmla="*/ 253 w 957"/>
              <a:gd name="T103" fmla="*/ 477 h 1020"/>
              <a:gd name="T104" fmla="*/ 227 w 957"/>
              <a:gd name="T105" fmla="*/ 490 h 1020"/>
              <a:gd name="T106" fmla="*/ 199 w 957"/>
              <a:gd name="T107" fmla="*/ 359 h 1020"/>
              <a:gd name="T108" fmla="*/ 253 w 957"/>
              <a:gd name="T109" fmla="*/ 1020 h 1020"/>
              <a:gd name="T110" fmla="*/ 3 w 957"/>
              <a:gd name="T111" fmla="*/ 925 h 1020"/>
              <a:gd name="T112" fmla="*/ 253 w 957"/>
              <a:gd name="T113" fmla="*/ 1020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57" h="1020">
                <a:moveTo>
                  <a:pt x="704" y="152"/>
                </a:moveTo>
                <a:cubicBezTo>
                  <a:pt x="723" y="197"/>
                  <a:pt x="736" y="251"/>
                  <a:pt x="743" y="313"/>
                </a:cubicBezTo>
                <a:cubicBezTo>
                  <a:pt x="750" y="327"/>
                  <a:pt x="755" y="342"/>
                  <a:pt x="757" y="359"/>
                </a:cubicBezTo>
                <a:cubicBezTo>
                  <a:pt x="761" y="381"/>
                  <a:pt x="760" y="406"/>
                  <a:pt x="756" y="428"/>
                </a:cubicBezTo>
                <a:cubicBezTo>
                  <a:pt x="751" y="452"/>
                  <a:pt x="742" y="473"/>
                  <a:pt x="729" y="490"/>
                </a:cubicBezTo>
                <a:cubicBezTo>
                  <a:pt x="722" y="500"/>
                  <a:pt x="713" y="508"/>
                  <a:pt x="704" y="513"/>
                </a:cubicBezTo>
                <a:cubicBezTo>
                  <a:pt x="704" y="476"/>
                  <a:pt x="704" y="476"/>
                  <a:pt x="704" y="476"/>
                </a:cubicBezTo>
                <a:cubicBezTo>
                  <a:pt x="730" y="445"/>
                  <a:pt x="739" y="384"/>
                  <a:pt x="724" y="341"/>
                </a:cubicBezTo>
                <a:cubicBezTo>
                  <a:pt x="718" y="320"/>
                  <a:pt x="710" y="310"/>
                  <a:pt x="704" y="308"/>
                </a:cubicBezTo>
                <a:lnTo>
                  <a:pt x="704" y="152"/>
                </a:lnTo>
                <a:close/>
                <a:moveTo>
                  <a:pt x="704" y="731"/>
                </a:moveTo>
                <a:cubicBezTo>
                  <a:pt x="815" y="772"/>
                  <a:pt x="957" y="791"/>
                  <a:pt x="953" y="925"/>
                </a:cubicBezTo>
                <a:cubicBezTo>
                  <a:pt x="952" y="956"/>
                  <a:pt x="940" y="988"/>
                  <a:pt x="921" y="1020"/>
                </a:cubicBezTo>
                <a:cubicBezTo>
                  <a:pt x="704" y="1020"/>
                  <a:pt x="704" y="1020"/>
                  <a:pt x="704" y="1020"/>
                </a:cubicBezTo>
                <a:lnTo>
                  <a:pt x="704" y="731"/>
                </a:lnTo>
                <a:close/>
                <a:moveTo>
                  <a:pt x="478" y="16"/>
                </a:moveTo>
                <a:cubicBezTo>
                  <a:pt x="588" y="0"/>
                  <a:pt x="661" y="52"/>
                  <a:pt x="704" y="152"/>
                </a:cubicBezTo>
                <a:cubicBezTo>
                  <a:pt x="704" y="308"/>
                  <a:pt x="704" y="308"/>
                  <a:pt x="704" y="308"/>
                </a:cubicBezTo>
                <a:cubicBezTo>
                  <a:pt x="693" y="305"/>
                  <a:pt x="684" y="321"/>
                  <a:pt x="680" y="350"/>
                </a:cubicBezTo>
                <a:cubicBezTo>
                  <a:pt x="675" y="381"/>
                  <a:pt x="674" y="429"/>
                  <a:pt x="679" y="494"/>
                </a:cubicBezTo>
                <a:cubicBezTo>
                  <a:pt x="688" y="491"/>
                  <a:pt x="697" y="484"/>
                  <a:pt x="704" y="476"/>
                </a:cubicBezTo>
                <a:cubicBezTo>
                  <a:pt x="704" y="513"/>
                  <a:pt x="704" y="513"/>
                  <a:pt x="704" y="513"/>
                </a:cubicBezTo>
                <a:cubicBezTo>
                  <a:pt x="700" y="515"/>
                  <a:pt x="696" y="517"/>
                  <a:pt x="692" y="519"/>
                </a:cubicBezTo>
                <a:cubicBezTo>
                  <a:pt x="684" y="535"/>
                  <a:pt x="675" y="552"/>
                  <a:pt x="665" y="566"/>
                </a:cubicBezTo>
                <a:cubicBezTo>
                  <a:pt x="654" y="594"/>
                  <a:pt x="635" y="619"/>
                  <a:pt x="614" y="640"/>
                </a:cubicBezTo>
                <a:cubicBezTo>
                  <a:pt x="621" y="675"/>
                  <a:pt x="640" y="705"/>
                  <a:pt x="684" y="723"/>
                </a:cubicBezTo>
                <a:cubicBezTo>
                  <a:pt x="690" y="726"/>
                  <a:pt x="697" y="728"/>
                  <a:pt x="704" y="731"/>
                </a:cubicBezTo>
                <a:cubicBezTo>
                  <a:pt x="704" y="1020"/>
                  <a:pt x="704" y="1020"/>
                  <a:pt x="704" y="1020"/>
                </a:cubicBezTo>
                <a:cubicBezTo>
                  <a:pt x="478" y="1020"/>
                  <a:pt x="478" y="1020"/>
                  <a:pt x="478" y="1020"/>
                </a:cubicBezTo>
                <a:cubicBezTo>
                  <a:pt x="478" y="984"/>
                  <a:pt x="478" y="984"/>
                  <a:pt x="478" y="984"/>
                </a:cubicBezTo>
                <a:cubicBezTo>
                  <a:pt x="479" y="984"/>
                  <a:pt x="479" y="984"/>
                  <a:pt x="480" y="984"/>
                </a:cubicBezTo>
                <a:cubicBezTo>
                  <a:pt x="487" y="984"/>
                  <a:pt x="493" y="977"/>
                  <a:pt x="493" y="969"/>
                </a:cubicBezTo>
                <a:cubicBezTo>
                  <a:pt x="493" y="961"/>
                  <a:pt x="487" y="955"/>
                  <a:pt x="480" y="955"/>
                </a:cubicBezTo>
                <a:cubicBezTo>
                  <a:pt x="479" y="955"/>
                  <a:pt x="479" y="955"/>
                  <a:pt x="478" y="955"/>
                </a:cubicBezTo>
                <a:cubicBezTo>
                  <a:pt x="478" y="945"/>
                  <a:pt x="478" y="945"/>
                  <a:pt x="478" y="945"/>
                </a:cubicBezTo>
                <a:cubicBezTo>
                  <a:pt x="479" y="945"/>
                  <a:pt x="479" y="945"/>
                  <a:pt x="480" y="945"/>
                </a:cubicBezTo>
                <a:cubicBezTo>
                  <a:pt x="487" y="945"/>
                  <a:pt x="493" y="938"/>
                  <a:pt x="493" y="930"/>
                </a:cubicBezTo>
                <a:cubicBezTo>
                  <a:pt x="493" y="922"/>
                  <a:pt x="487" y="916"/>
                  <a:pt x="480" y="916"/>
                </a:cubicBezTo>
                <a:cubicBezTo>
                  <a:pt x="479" y="916"/>
                  <a:pt x="479" y="916"/>
                  <a:pt x="478" y="916"/>
                </a:cubicBezTo>
                <a:cubicBezTo>
                  <a:pt x="478" y="901"/>
                  <a:pt x="478" y="901"/>
                  <a:pt x="478" y="901"/>
                </a:cubicBezTo>
                <a:cubicBezTo>
                  <a:pt x="556" y="871"/>
                  <a:pt x="598" y="831"/>
                  <a:pt x="661" y="751"/>
                </a:cubicBezTo>
                <a:cubicBezTo>
                  <a:pt x="625" y="737"/>
                  <a:pt x="602" y="703"/>
                  <a:pt x="589" y="663"/>
                </a:cubicBezTo>
                <a:cubicBezTo>
                  <a:pt x="553" y="691"/>
                  <a:pt x="514" y="709"/>
                  <a:pt x="485" y="709"/>
                </a:cubicBezTo>
                <a:cubicBezTo>
                  <a:pt x="483" y="709"/>
                  <a:pt x="481" y="709"/>
                  <a:pt x="479" y="709"/>
                </a:cubicBezTo>
                <a:cubicBezTo>
                  <a:pt x="478" y="709"/>
                  <a:pt x="478" y="709"/>
                  <a:pt x="478" y="709"/>
                </a:cubicBezTo>
                <a:cubicBezTo>
                  <a:pt x="478" y="613"/>
                  <a:pt x="478" y="613"/>
                  <a:pt x="478" y="613"/>
                </a:cubicBezTo>
                <a:cubicBezTo>
                  <a:pt x="479" y="613"/>
                  <a:pt x="479" y="613"/>
                  <a:pt x="479" y="613"/>
                </a:cubicBezTo>
                <a:cubicBezTo>
                  <a:pt x="493" y="613"/>
                  <a:pt x="503" y="634"/>
                  <a:pt x="519" y="628"/>
                </a:cubicBezTo>
                <a:cubicBezTo>
                  <a:pt x="555" y="615"/>
                  <a:pt x="571" y="591"/>
                  <a:pt x="571" y="565"/>
                </a:cubicBezTo>
                <a:cubicBezTo>
                  <a:pt x="571" y="529"/>
                  <a:pt x="525" y="512"/>
                  <a:pt x="478" y="512"/>
                </a:cubicBezTo>
                <a:cubicBezTo>
                  <a:pt x="478" y="478"/>
                  <a:pt x="478" y="478"/>
                  <a:pt x="478" y="478"/>
                </a:cubicBezTo>
                <a:cubicBezTo>
                  <a:pt x="531" y="470"/>
                  <a:pt x="566" y="485"/>
                  <a:pt x="587" y="502"/>
                </a:cubicBezTo>
                <a:cubicBezTo>
                  <a:pt x="588" y="503"/>
                  <a:pt x="590" y="504"/>
                  <a:pt x="591" y="506"/>
                </a:cubicBezTo>
                <a:cubicBezTo>
                  <a:pt x="644" y="538"/>
                  <a:pt x="663" y="405"/>
                  <a:pt x="664" y="319"/>
                </a:cubicBezTo>
                <a:cubicBezTo>
                  <a:pt x="580" y="314"/>
                  <a:pt x="531" y="271"/>
                  <a:pt x="478" y="235"/>
                </a:cubicBezTo>
                <a:lnTo>
                  <a:pt x="478" y="16"/>
                </a:lnTo>
                <a:close/>
                <a:moveTo>
                  <a:pt x="253" y="143"/>
                </a:moveTo>
                <a:cubicBezTo>
                  <a:pt x="281" y="83"/>
                  <a:pt x="325" y="38"/>
                  <a:pt x="395" y="35"/>
                </a:cubicBezTo>
                <a:cubicBezTo>
                  <a:pt x="408" y="31"/>
                  <a:pt x="422" y="27"/>
                  <a:pt x="437" y="25"/>
                </a:cubicBezTo>
                <a:cubicBezTo>
                  <a:pt x="451" y="21"/>
                  <a:pt x="465" y="18"/>
                  <a:pt x="478" y="16"/>
                </a:cubicBezTo>
                <a:cubicBezTo>
                  <a:pt x="478" y="235"/>
                  <a:pt x="478" y="235"/>
                  <a:pt x="478" y="235"/>
                </a:cubicBezTo>
                <a:cubicBezTo>
                  <a:pt x="461" y="223"/>
                  <a:pt x="444" y="212"/>
                  <a:pt x="425" y="204"/>
                </a:cubicBezTo>
                <a:cubicBezTo>
                  <a:pt x="378" y="183"/>
                  <a:pt x="333" y="179"/>
                  <a:pt x="316" y="207"/>
                </a:cubicBezTo>
                <a:cubicBezTo>
                  <a:pt x="303" y="228"/>
                  <a:pt x="296" y="254"/>
                  <a:pt x="294" y="284"/>
                </a:cubicBezTo>
                <a:cubicBezTo>
                  <a:pt x="294" y="285"/>
                  <a:pt x="294" y="287"/>
                  <a:pt x="294" y="289"/>
                </a:cubicBezTo>
                <a:cubicBezTo>
                  <a:pt x="290" y="370"/>
                  <a:pt x="303" y="542"/>
                  <a:pt x="362" y="506"/>
                </a:cubicBezTo>
                <a:cubicBezTo>
                  <a:pt x="364" y="504"/>
                  <a:pt x="365" y="503"/>
                  <a:pt x="367" y="502"/>
                </a:cubicBezTo>
                <a:cubicBezTo>
                  <a:pt x="388" y="485"/>
                  <a:pt x="423" y="469"/>
                  <a:pt x="477" y="478"/>
                </a:cubicBezTo>
                <a:cubicBezTo>
                  <a:pt x="478" y="478"/>
                  <a:pt x="478" y="478"/>
                  <a:pt x="478" y="478"/>
                </a:cubicBezTo>
                <a:cubicBezTo>
                  <a:pt x="478" y="512"/>
                  <a:pt x="478" y="512"/>
                  <a:pt x="478" y="512"/>
                </a:cubicBezTo>
                <a:cubicBezTo>
                  <a:pt x="432" y="512"/>
                  <a:pt x="384" y="529"/>
                  <a:pt x="382" y="561"/>
                </a:cubicBezTo>
                <a:cubicBezTo>
                  <a:pt x="380" y="588"/>
                  <a:pt x="400" y="615"/>
                  <a:pt x="438" y="628"/>
                </a:cubicBezTo>
                <a:cubicBezTo>
                  <a:pt x="454" y="634"/>
                  <a:pt x="464" y="613"/>
                  <a:pt x="478" y="613"/>
                </a:cubicBezTo>
                <a:cubicBezTo>
                  <a:pt x="478" y="709"/>
                  <a:pt x="478" y="709"/>
                  <a:pt x="478" y="709"/>
                </a:cubicBezTo>
                <a:cubicBezTo>
                  <a:pt x="477" y="709"/>
                  <a:pt x="475" y="709"/>
                  <a:pt x="472" y="709"/>
                </a:cubicBezTo>
                <a:cubicBezTo>
                  <a:pt x="444" y="709"/>
                  <a:pt x="405" y="692"/>
                  <a:pt x="370" y="665"/>
                </a:cubicBezTo>
                <a:cubicBezTo>
                  <a:pt x="357" y="704"/>
                  <a:pt x="334" y="737"/>
                  <a:pt x="298" y="751"/>
                </a:cubicBezTo>
                <a:cubicBezTo>
                  <a:pt x="358" y="841"/>
                  <a:pt x="407" y="878"/>
                  <a:pt x="478" y="901"/>
                </a:cubicBezTo>
                <a:cubicBezTo>
                  <a:pt x="478" y="901"/>
                  <a:pt x="478" y="901"/>
                  <a:pt x="478" y="901"/>
                </a:cubicBezTo>
                <a:cubicBezTo>
                  <a:pt x="478" y="916"/>
                  <a:pt x="478" y="916"/>
                  <a:pt x="478" y="916"/>
                </a:cubicBezTo>
                <a:cubicBezTo>
                  <a:pt x="471" y="916"/>
                  <a:pt x="466" y="923"/>
                  <a:pt x="466" y="930"/>
                </a:cubicBezTo>
                <a:cubicBezTo>
                  <a:pt x="466" y="938"/>
                  <a:pt x="471" y="944"/>
                  <a:pt x="478" y="945"/>
                </a:cubicBezTo>
                <a:cubicBezTo>
                  <a:pt x="478" y="955"/>
                  <a:pt x="478" y="955"/>
                  <a:pt x="478" y="955"/>
                </a:cubicBezTo>
                <a:cubicBezTo>
                  <a:pt x="471" y="956"/>
                  <a:pt x="466" y="962"/>
                  <a:pt x="466" y="969"/>
                </a:cubicBezTo>
                <a:cubicBezTo>
                  <a:pt x="466" y="977"/>
                  <a:pt x="471" y="983"/>
                  <a:pt x="478" y="984"/>
                </a:cubicBezTo>
                <a:cubicBezTo>
                  <a:pt x="478" y="1020"/>
                  <a:pt x="478" y="1020"/>
                  <a:pt x="478" y="1020"/>
                </a:cubicBezTo>
                <a:cubicBezTo>
                  <a:pt x="253" y="1020"/>
                  <a:pt x="253" y="1020"/>
                  <a:pt x="253" y="1020"/>
                </a:cubicBezTo>
                <a:cubicBezTo>
                  <a:pt x="253" y="730"/>
                  <a:pt x="253" y="730"/>
                  <a:pt x="253" y="730"/>
                </a:cubicBezTo>
                <a:cubicBezTo>
                  <a:pt x="260" y="728"/>
                  <a:pt x="266" y="726"/>
                  <a:pt x="272" y="723"/>
                </a:cubicBezTo>
                <a:cubicBezTo>
                  <a:pt x="317" y="704"/>
                  <a:pt x="336" y="675"/>
                  <a:pt x="342" y="640"/>
                </a:cubicBezTo>
                <a:cubicBezTo>
                  <a:pt x="322" y="619"/>
                  <a:pt x="304" y="595"/>
                  <a:pt x="293" y="569"/>
                </a:cubicBezTo>
                <a:cubicBezTo>
                  <a:pt x="282" y="554"/>
                  <a:pt x="273" y="537"/>
                  <a:pt x="265" y="519"/>
                </a:cubicBezTo>
                <a:cubicBezTo>
                  <a:pt x="261" y="517"/>
                  <a:pt x="257" y="516"/>
                  <a:pt x="253" y="513"/>
                </a:cubicBezTo>
                <a:cubicBezTo>
                  <a:pt x="253" y="477"/>
                  <a:pt x="253" y="477"/>
                  <a:pt x="253" y="477"/>
                </a:cubicBezTo>
                <a:cubicBezTo>
                  <a:pt x="260" y="485"/>
                  <a:pt x="269" y="491"/>
                  <a:pt x="278" y="494"/>
                </a:cubicBezTo>
                <a:cubicBezTo>
                  <a:pt x="283" y="431"/>
                  <a:pt x="283" y="374"/>
                  <a:pt x="276" y="341"/>
                </a:cubicBezTo>
                <a:cubicBezTo>
                  <a:pt x="271" y="317"/>
                  <a:pt x="262" y="308"/>
                  <a:pt x="253" y="310"/>
                </a:cubicBezTo>
                <a:lnTo>
                  <a:pt x="253" y="143"/>
                </a:lnTo>
                <a:close/>
                <a:moveTo>
                  <a:pt x="214" y="313"/>
                </a:moveTo>
                <a:cubicBezTo>
                  <a:pt x="214" y="313"/>
                  <a:pt x="214" y="313"/>
                  <a:pt x="214" y="313"/>
                </a:cubicBezTo>
                <a:cubicBezTo>
                  <a:pt x="218" y="258"/>
                  <a:pt x="229" y="195"/>
                  <a:pt x="253" y="143"/>
                </a:cubicBezTo>
                <a:cubicBezTo>
                  <a:pt x="253" y="310"/>
                  <a:pt x="253" y="310"/>
                  <a:pt x="253" y="310"/>
                </a:cubicBezTo>
                <a:cubicBezTo>
                  <a:pt x="246" y="312"/>
                  <a:pt x="238" y="323"/>
                  <a:pt x="233" y="339"/>
                </a:cubicBezTo>
                <a:cubicBezTo>
                  <a:pt x="217" y="383"/>
                  <a:pt x="226" y="445"/>
                  <a:pt x="253" y="477"/>
                </a:cubicBezTo>
                <a:cubicBezTo>
                  <a:pt x="253" y="513"/>
                  <a:pt x="253" y="513"/>
                  <a:pt x="253" y="513"/>
                </a:cubicBezTo>
                <a:cubicBezTo>
                  <a:pt x="243" y="508"/>
                  <a:pt x="235" y="500"/>
                  <a:pt x="227" y="490"/>
                </a:cubicBezTo>
                <a:cubicBezTo>
                  <a:pt x="214" y="473"/>
                  <a:pt x="206" y="452"/>
                  <a:pt x="201" y="428"/>
                </a:cubicBezTo>
                <a:cubicBezTo>
                  <a:pt x="196" y="406"/>
                  <a:pt x="195" y="381"/>
                  <a:pt x="199" y="359"/>
                </a:cubicBezTo>
                <a:cubicBezTo>
                  <a:pt x="202" y="342"/>
                  <a:pt x="206" y="326"/>
                  <a:pt x="214" y="313"/>
                </a:cubicBezTo>
                <a:moveTo>
                  <a:pt x="253" y="1020"/>
                </a:moveTo>
                <a:cubicBezTo>
                  <a:pt x="35" y="1020"/>
                  <a:pt x="35" y="1020"/>
                  <a:pt x="35" y="1020"/>
                </a:cubicBezTo>
                <a:cubicBezTo>
                  <a:pt x="16" y="988"/>
                  <a:pt x="4" y="956"/>
                  <a:pt x="3" y="925"/>
                </a:cubicBezTo>
                <a:cubicBezTo>
                  <a:pt x="0" y="791"/>
                  <a:pt x="142" y="772"/>
                  <a:pt x="253" y="730"/>
                </a:cubicBezTo>
                <a:lnTo>
                  <a:pt x="253" y="1020"/>
                </a:lnTo>
                <a:close/>
              </a:path>
            </a:pathLst>
          </a:custGeom>
          <a:solidFill>
            <a:schemeClr val="bg1">
              <a:lumMod val="50000"/>
            </a:schemeClr>
          </a:solidFill>
          <a:ln>
            <a:noFill/>
          </a:ln>
        </p:spPr>
        <p:txBody>
          <a:bodyPr vert="horz" wrap="square" lIns="121920" tIns="60960" rIns="121920" bIns="60960" numCol="1" anchor="t" anchorCtr="0" compatLnSpc="1">
            <a:prstTxWarp prst="textNoShape">
              <a:avLst/>
            </a:prstTxWarp>
          </a:bodyPr>
          <a:lstStyle/>
          <a:p>
            <a:endParaRPr lang="id-ID" sz="2400" dirty="0"/>
          </a:p>
        </p:txBody>
      </p:sp>
      <p:sp>
        <p:nvSpPr>
          <p:cNvPr id="39" name="TextBox 38"/>
          <p:cNvSpPr txBox="1"/>
          <p:nvPr/>
        </p:nvSpPr>
        <p:spPr>
          <a:xfrm>
            <a:off x="7314055" y="2929455"/>
            <a:ext cx="918841" cy="523220"/>
          </a:xfrm>
          <a:prstGeom prst="rect">
            <a:avLst/>
          </a:prstGeom>
          <a:noFill/>
        </p:spPr>
        <p:txBody>
          <a:bodyPr wrap="none" rtlCol="0">
            <a:spAutoFit/>
          </a:bodyPr>
          <a:lstStyle/>
          <a:p>
            <a:r>
              <a:rPr lang="en-US" sz="2800" b="1">
                <a:solidFill>
                  <a:schemeClr val="accent6"/>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40" name="TextBox 39"/>
          <p:cNvSpPr txBox="1"/>
          <p:nvPr/>
        </p:nvSpPr>
        <p:spPr>
          <a:xfrm>
            <a:off x="8325768" y="2929455"/>
            <a:ext cx="3473445"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INFOGRAPHIC</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43" name="TextBox 42"/>
          <p:cNvSpPr txBox="1"/>
          <p:nvPr/>
        </p:nvSpPr>
        <p:spPr>
          <a:xfrm>
            <a:off x="7690900" y="4590278"/>
            <a:ext cx="3650329" cy="7694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READY</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6" name="Folded Corner 45"/>
          <p:cNvSpPr/>
          <p:nvPr/>
        </p:nvSpPr>
        <p:spPr>
          <a:xfrm>
            <a:off x="6617613" y="4424370"/>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7" name="Freeform 46"/>
          <p:cNvSpPr/>
          <p:nvPr/>
        </p:nvSpPr>
        <p:spPr>
          <a:xfrm>
            <a:off x="6943316" y="4669475"/>
            <a:ext cx="316156" cy="616056"/>
          </a:xfrm>
          <a:custGeom>
            <a:avLst/>
            <a:gdLst/>
            <a:ahLst/>
            <a:cxnLst/>
            <a:rect l="l" t="t" r="r" b="b"/>
            <a:pathLst>
              <a:path w="114337" h="222795">
                <a:moveTo>
                  <a:pt x="57169" y="192658"/>
                </a:moveTo>
                <a:cubicBezTo>
                  <a:pt x="54118" y="192658"/>
                  <a:pt x="51495" y="193755"/>
                  <a:pt x="49300" y="195950"/>
                </a:cubicBezTo>
                <a:cubicBezTo>
                  <a:pt x="47105" y="198146"/>
                  <a:pt x="46007" y="200769"/>
                  <a:pt x="46007" y="203820"/>
                </a:cubicBezTo>
                <a:cubicBezTo>
                  <a:pt x="46007" y="206871"/>
                  <a:pt x="47105" y="209475"/>
                  <a:pt x="49300" y="211633"/>
                </a:cubicBezTo>
                <a:cubicBezTo>
                  <a:pt x="51495" y="213791"/>
                  <a:pt x="54118" y="214870"/>
                  <a:pt x="57169" y="214870"/>
                </a:cubicBezTo>
                <a:cubicBezTo>
                  <a:pt x="60220" y="214870"/>
                  <a:pt x="62843" y="213791"/>
                  <a:pt x="65039" y="211633"/>
                </a:cubicBezTo>
                <a:cubicBezTo>
                  <a:pt x="67234" y="209475"/>
                  <a:pt x="68331" y="206871"/>
                  <a:pt x="68331" y="203820"/>
                </a:cubicBezTo>
                <a:cubicBezTo>
                  <a:pt x="68331" y="200769"/>
                  <a:pt x="67234" y="198146"/>
                  <a:pt x="65039" y="195950"/>
                </a:cubicBezTo>
                <a:cubicBezTo>
                  <a:pt x="62843" y="193755"/>
                  <a:pt x="60220" y="192658"/>
                  <a:pt x="57169" y="192658"/>
                </a:cubicBezTo>
                <a:close/>
                <a:moveTo>
                  <a:pt x="9619" y="40183"/>
                </a:moveTo>
                <a:lnTo>
                  <a:pt x="9619" y="184621"/>
                </a:lnTo>
                <a:lnTo>
                  <a:pt x="104720" y="184621"/>
                </a:lnTo>
                <a:lnTo>
                  <a:pt x="104720" y="40183"/>
                </a:lnTo>
                <a:close/>
                <a:moveTo>
                  <a:pt x="48463" y="17078"/>
                </a:moveTo>
                <a:cubicBezTo>
                  <a:pt x="47272" y="17078"/>
                  <a:pt x="46677" y="17785"/>
                  <a:pt x="46677" y="19198"/>
                </a:cubicBezTo>
                <a:cubicBezTo>
                  <a:pt x="46677" y="20389"/>
                  <a:pt x="47272" y="20984"/>
                  <a:pt x="48463" y="20984"/>
                </a:cubicBezTo>
                <a:lnTo>
                  <a:pt x="65876" y="20984"/>
                </a:lnTo>
                <a:cubicBezTo>
                  <a:pt x="67066" y="20984"/>
                  <a:pt x="67662" y="20389"/>
                  <a:pt x="67662" y="19198"/>
                </a:cubicBezTo>
                <a:cubicBezTo>
                  <a:pt x="67662" y="17785"/>
                  <a:pt x="67066" y="17078"/>
                  <a:pt x="65876" y="17078"/>
                </a:cubicBezTo>
                <a:close/>
                <a:moveTo>
                  <a:pt x="18995" y="0"/>
                </a:moveTo>
                <a:cubicBezTo>
                  <a:pt x="19144" y="0"/>
                  <a:pt x="19311" y="37"/>
                  <a:pt x="19497" y="111"/>
                </a:cubicBezTo>
                <a:cubicBezTo>
                  <a:pt x="19683" y="186"/>
                  <a:pt x="19813" y="223"/>
                  <a:pt x="19888" y="223"/>
                </a:cubicBezTo>
                <a:lnTo>
                  <a:pt x="94451" y="223"/>
                </a:lnTo>
                <a:cubicBezTo>
                  <a:pt x="94525" y="223"/>
                  <a:pt x="94655" y="186"/>
                  <a:pt x="94841" y="111"/>
                </a:cubicBezTo>
                <a:cubicBezTo>
                  <a:pt x="95027" y="37"/>
                  <a:pt x="95195" y="0"/>
                  <a:pt x="95344" y="0"/>
                </a:cubicBezTo>
                <a:cubicBezTo>
                  <a:pt x="100627" y="0"/>
                  <a:pt x="105166" y="1897"/>
                  <a:pt x="108961" y="5692"/>
                </a:cubicBezTo>
                <a:cubicBezTo>
                  <a:pt x="112757" y="9487"/>
                  <a:pt x="114542" y="13989"/>
                  <a:pt x="114319" y="19198"/>
                </a:cubicBezTo>
                <a:lnTo>
                  <a:pt x="114319" y="203820"/>
                </a:lnTo>
                <a:cubicBezTo>
                  <a:pt x="114319" y="208805"/>
                  <a:pt x="112571" y="213121"/>
                  <a:pt x="109073" y="216768"/>
                </a:cubicBezTo>
                <a:cubicBezTo>
                  <a:pt x="105576" y="220414"/>
                  <a:pt x="101371" y="222423"/>
                  <a:pt x="96460" y="222795"/>
                </a:cubicBezTo>
                <a:lnTo>
                  <a:pt x="17879" y="222795"/>
                </a:lnTo>
                <a:cubicBezTo>
                  <a:pt x="12967" y="222423"/>
                  <a:pt x="8763" y="220414"/>
                  <a:pt x="5265" y="216768"/>
                </a:cubicBezTo>
                <a:cubicBezTo>
                  <a:pt x="1768" y="213121"/>
                  <a:pt x="19" y="208805"/>
                  <a:pt x="19" y="203820"/>
                </a:cubicBezTo>
                <a:lnTo>
                  <a:pt x="19" y="19198"/>
                </a:lnTo>
                <a:cubicBezTo>
                  <a:pt x="-204" y="13989"/>
                  <a:pt x="1582" y="9487"/>
                  <a:pt x="5377" y="5692"/>
                </a:cubicBezTo>
                <a:cubicBezTo>
                  <a:pt x="9172" y="1897"/>
                  <a:pt x="13711" y="0"/>
                  <a:pt x="18995" y="0"/>
                </a:cubicBezTo>
                <a:close/>
              </a:path>
            </a:pathLst>
          </a:custGeom>
          <a:solidFill>
            <a:schemeClr val="bg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Tree>
    <p:extLst>
      <p:ext uri="{BB962C8B-B14F-4D97-AF65-F5344CB8AC3E}">
        <p14:creationId xmlns:p14="http://schemas.microsoft.com/office/powerpoint/2010/main" val="238477998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wipe(left)">
                                      <p:cBhvr>
                                        <p:cTn id="13" dur="500"/>
                                        <p:tgtEl>
                                          <p:spTgt spid="13"/>
                                        </p:tgtEl>
                                      </p:cBhvr>
                                    </p:animEffect>
                                  </p:childTnLst>
                                </p:cTn>
                              </p:par>
                            </p:childTnLst>
                          </p:cTn>
                        </p:par>
                        <p:par>
                          <p:cTn id="14" fill="hold">
                            <p:stCondLst>
                              <p:cond delay="1500"/>
                            </p:stCondLst>
                            <p:childTnLst>
                              <p:par>
                                <p:cTn id="15" presetID="22" presetClass="entr" presetSubtype="8" fill="hold" grpId="0"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wipe(left)">
                                      <p:cBhvr>
                                        <p:cTn id="17" dur="500"/>
                                        <p:tgtEl>
                                          <p:spTgt spid="17"/>
                                        </p:tgtEl>
                                      </p:cBhvr>
                                    </p:animEffect>
                                  </p:childTnLst>
                                </p:cTn>
                              </p:par>
                            </p:childTnLst>
                          </p:cTn>
                        </p:par>
                        <p:par>
                          <p:cTn id="18" fill="hold">
                            <p:stCondLst>
                              <p:cond delay="2000"/>
                            </p:stCondLst>
                            <p:childTnLst>
                              <p:par>
                                <p:cTn id="19" presetID="22" presetClass="entr" presetSubtype="8" fill="hold" grpId="0" nodeType="afterEffect">
                                  <p:stCondLst>
                                    <p:cond delay="0"/>
                                  </p:stCondLst>
                                  <p:childTnLst>
                                    <p:set>
                                      <p:cBhvr>
                                        <p:cTn id="20" dur="1" fill="hold">
                                          <p:stCondLst>
                                            <p:cond delay="0"/>
                                          </p:stCondLst>
                                        </p:cTn>
                                        <p:tgtEl>
                                          <p:spTgt spid="21"/>
                                        </p:tgtEl>
                                        <p:attrNameLst>
                                          <p:attrName>style.visibility</p:attrName>
                                        </p:attrNameLst>
                                      </p:cBhvr>
                                      <p:to>
                                        <p:strVal val="visible"/>
                                      </p:to>
                                    </p:set>
                                    <p:animEffect transition="in" filter="wipe(left)">
                                      <p:cBhvr>
                                        <p:cTn id="21" dur="500"/>
                                        <p:tgtEl>
                                          <p:spTgt spid="21"/>
                                        </p:tgtEl>
                                      </p:cBhvr>
                                    </p:animEffect>
                                  </p:childTnLst>
                                </p:cTn>
                              </p:par>
                            </p:childTnLst>
                          </p:cTn>
                        </p:par>
                        <p:par>
                          <p:cTn id="22" fill="hold">
                            <p:stCondLst>
                              <p:cond delay="2500"/>
                            </p:stCondLst>
                            <p:childTnLst>
                              <p:par>
                                <p:cTn id="23" presetID="22" presetClass="entr" presetSubtype="8" fill="hold" grpId="0" nodeType="afterEffect">
                                  <p:stCondLst>
                                    <p:cond delay="0"/>
                                  </p:stCondLst>
                                  <p:childTnLst>
                                    <p:set>
                                      <p:cBhvr>
                                        <p:cTn id="24" dur="1" fill="hold">
                                          <p:stCondLst>
                                            <p:cond delay="0"/>
                                          </p:stCondLst>
                                        </p:cTn>
                                        <p:tgtEl>
                                          <p:spTgt spid="25"/>
                                        </p:tgtEl>
                                        <p:attrNameLst>
                                          <p:attrName>style.visibility</p:attrName>
                                        </p:attrNameLst>
                                      </p:cBhvr>
                                      <p:to>
                                        <p:strVal val="visible"/>
                                      </p:to>
                                    </p:set>
                                    <p:animEffect transition="in" filter="wipe(left)">
                                      <p:cBhvr>
                                        <p:cTn id="25"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7" grpId="0" animBg="1"/>
      <p:bldP spid="21" grpId="0" animBg="1"/>
      <p:bldP spid="25"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5252484"/>
            <a:ext cx="12192000" cy="1605516"/>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36</a:t>
            </a: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797661" y="3297508"/>
            <a:ext cx="4596678" cy="2874692"/>
          </a:xfrm>
          <a:prstGeom prst="rect">
            <a:avLst/>
          </a:prstGeom>
        </p:spPr>
      </p:pic>
      <p:sp>
        <p:nvSpPr>
          <p:cNvPr id="12" name="TextBox 11"/>
          <p:cNvSpPr txBox="1"/>
          <p:nvPr/>
        </p:nvSpPr>
        <p:spPr>
          <a:xfrm>
            <a:off x="4386782" y="429414"/>
            <a:ext cx="3608617"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vers.7</a:t>
            </a:r>
          </a:p>
        </p:txBody>
      </p:sp>
      <p:sp>
        <p:nvSpPr>
          <p:cNvPr id="13" name="TextBox 12"/>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4" name="Rectangle 1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extBox 3"/>
          <p:cNvSpPr txBox="1"/>
          <p:nvPr/>
        </p:nvSpPr>
        <p:spPr>
          <a:xfrm>
            <a:off x="3932983" y="1816421"/>
            <a:ext cx="4326033" cy="984885"/>
          </a:xfrm>
          <a:prstGeom prst="rect">
            <a:avLst/>
          </a:prstGeom>
          <a:noFill/>
        </p:spPr>
        <p:txBody>
          <a:bodyPr wrap="square" rtlCol="0">
            <a:spAutoFit/>
          </a:bodyPr>
          <a:lstStyle/>
          <a:p>
            <a:pPr algn="ctr"/>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MOBILE APPLICATION</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a:t>
            </a:r>
          </a:p>
        </p:txBody>
      </p:sp>
      <p:sp>
        <p:nvSpPr>
          <p:cNvPr id="43" name="TextBox 42"/>
          <p:cNvSpPr txBox="1"/>
          <p:nvPr/>
        </p:nvSpPr>
        <p:spPr>
          <a:xfrm>
            <a:off x="753306" y="2801306"/>
            <a:ext cx="3044354"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4" name="TextBox 43"/>
          <p:cNvSpPr txBox="1"/>
          <p:nvPr/>
        </p:nvSpPr>
        <p:spPr>
          <a:xfrm>
            <a:off x="753306" y="4026895"/>
            <a:ext cx="3044354"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5" name="TextBox 44"/>
          <p:cNvSpPr txBox="1"/>
          <p:nvPr/>
        </p:nvSpPr>
        <p:spPr>
          <a:xfrm>
            <a:off x="8477720" y="2801305"/>
            <a:ext cx="2921360"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6" name="TextBox 45"/>
          <p:cNvSpPr txBox="1"/>
          <p:nvPr/>
        </p:nvSpPr>
        <p:spPr>
          <a:xfrm>
            <a:off x="8477720" y="4026895"/>
            <a:ext cx="2921360"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277055477"/>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000"/>
                                        <p:tgtEl>
                                          <p:spTgt spid="11"/>
                                        </p:tgtEl>
                                      </p:cBhvr>
                                    </p:animEffect>
                                    <p:anim calcmode="lin" valueType="num">
                                      <p:cBhvr>
                                        <p:cTn id="8" dur="1000" fill="hold"/>
                                        <p:tgtEl>
                                          <p:spTgt spid="11"/>
                                        </p:tgtEl>
                                        <p:attrNameLst>
                                          <p:attrName>ppt_x</p:attrName>
                                        </p:attrNameLst>
                                      </p:cBhvr>
                                      <p:tavLst>
                                        <p:tav tm="0">
                                          <p:val>
                                            <p:strVal val="#ppt_x"/>
                                          </p:val>
                                        </p:tav>
                                        <p:tav tm="100000">
                                          <p:val>
                                            <p:strVal val="#ppt_x"/>
                                          </p:val>
                                        </p:tav>
                                      </p:tavLst>
                                    </p:anim>
                                    <p:anim calcmode="lin" valueType="num">
                                      <p:cBhvr>
                                        <p:cTn id="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vers.8</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37</a:t>
            </a:r>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029124" y="2246563"/>
            <a:ext cx="4133752" cy="3446913"/>
          </a:xfrm>
          <a:prstGeom prst="rect">
            <a:avLst/>
          </a:prstGeom>
        </p:spPr>
      </p:pic>
      <p:sp>
        <p:nvSpPr>
          <p:cNvPr id="11" name="extBox 3"/>
          <p:cNvSpPr txBox="1"/>
          <p:nvPr/>
        </p:nvSpPr>
        <p:spPr>
          <a:xfrm>
            <a:off x="8666855" y="2246563"/>
            <a:ext cx="2648845" cy="1677382"/>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MOBILE APPLICATION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7" name="Oval 6"/>
          <p:cNvSpPr/>
          <p:nvPr/>
        </p:nvSpPr>
        <p:spPr>
          <a:xfrm>
            <a:off x="876301" y="3173818"/>
            <a:ext cx="602706" cy="602706"/>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2" name="TextBox 11"/>
          <p:cNvSpPr txBox="1"/>
          <p:nvPr/>
        </p:nvSpPr>
        <p:spPr>
          <a:xfrm>
            <a:off x="1659154" y="3147237"/>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INFOGRAPHIC</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3" name="Oval 12"/>
          <p:cNvSpPr/>
          <p:nvPr/>
        </p:nvSpPr>
        <p:spPr>
          <a:xfrm>
            <a:off x="876300" y="4130314"/>
            <a:ext cx="602706" cy="602706"/>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4" name="TextBox 13"/>
          <p:cNvSpPr txBox="1"/>
          <p:nvPr/>
        </p:nvSpPr>
        <p:spPr>
          <a:xfrm>
            <a:off x="1659153" y="4103733"/>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RESEARCH</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5" name="Oval 14"/>
          <p:cNvSpPr/>
          <p:nvPr/>
        </p:nvSpPr>
        <p:spPr>
          <a:xfrm>
            <a:off x="876300" y="5086810"/>
            <a:ext cx="602706" cy="602706"/>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6" name="TextBox 15"/>
          <p:cNvSpPr txBox="1"/>
          <p:nvPr/>
        </p:nvSpPr>
        <p:spPr>
          <a:xfrm>
            <a:off x="1659153" y="5060229"/>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POWERFUL</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7" name="Oval 16"/>
          <p:cNvSpPr/>
          <p:nvPr/>
        </p:nvSpPr>
        <p:spPr>
          <a:xfrm>
            <a:off x="876300" y="2199292"/>
            <a:ext cx="602706" cy="602706"/>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8" name="TextBox 17"/>
          <p:cNvSpPr txBox="1"/>
          <p:nvPr/>
        </p:nvSpPr>
        <p:spPr>
          <a:xfrm>
            <a:off x="1659153" y="2172711"/>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9" name="Folded Corner 18"/>
          <p:cNvSpPr/>
          <p:nvPr/>
        </p:nvSpPr>
        <p:spPr>
          <a:xfrm>
            <a:off x="7679095" y="4533225"/>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Tree>
    <p:extLst>
      <p:ext uri="{BB962C8B-B14F-4D97-AF65-F5344CB8AC3E}">
        <p14:creationId xmlns:p14="http://schemas.microsoft.com/office/powerpoint/2010/main" val="3200706364"/>
      </p:ext>
    </p:extLst>
  </p:cSld>
  <p:clrMapOvr>
    <a:masterClrMapping/>
  </p:clrMapOvr>
  <mc:AlternateContent xmlns:mc="http://schemas.openxmlformats.org/markup-compatibility/2006" xmlns:p14="http://schemas.microsoft.com/office/powerpoint/2010/main">
    <mc:Choice Requires="p14">
      <p:transition spd="slow" p14:dur="1400">
        <p14:doors/>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vers.9</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38</a:t>
            </a: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990599" y="1845186"/>
            <a:ext cx="4825270" cy="4023532"/>
          </a:xfrm>
          <a:prstGeom prst="rect">
            <a:avLst/>
          </a:prstGeom>
        </p:spPr>
      </p:pic>
      <p:sp>
        <p:nvSpPr>
          <p:cNvPr id="12" name="extBox 3"/>
          <p:cNvSpPr txBox="1"/>
          <p:nvPr/>
        </p:nvSpPr>
        <p:spPr>
          <a:xfrm>
            <a:off x="6518986" y="1714500"/>
            <a:ext cx="4796713" cy="1123384"/>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MOBILE APPLICATION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5" name="Oval 4"/>
          <p:cNvSpPr/>
          <p:nvPr/>
        </p:nvSpPr>
        <p:spPr>
          <a:xfrm>
            <a:off x="6518986" y="3900475"/>
            <a:ext cx="648586" cy="6485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3" name="TextBox 12"/>
          <p:cNvSpPr txBox="1"/>
          <p:nvPr/>
        </p:nvSpPr>
        <p:spPr>
          <a:xfrm>
            <a:off x="7238626" y="3970852"/>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6" name="Oval 15"/>
          <p:cNvSpPr/>
          <p:nvPr/>
        </p:nvSpPr>
        <p:spPr>
          <a:xfrm>
            <a:off x="9264844" y="3900475"/>
            <a:ext cx="648586" cy="648586"/>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7" name="TextBox 16"/>
          <p:cNvSpPr txBox="1"/>
          <p:nvPr/>
        </p:nvSpPr>
        <p:spPr>
          <a:xfrm>
            <a:off x="9984484" y="3970852"/>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Oval 17"/>
          <p:cNvSpPr/>
          <p:nvPr/>
        </p:nvSpPr>
        <p:spPr>
          <a:xfrm>
            <a:off x="6518986" y="4879269"/>
            <a:ext cx="648586" cy="648586"/>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9" name="TextBox 18"/>
          <p:cNvSpPr txBox="1"/>
          <p:nvPr/>
        </p:nvSpPr>
        <p:spPr>
          <a:xfrm>
            <a:off x="7238626" y="4949646"/>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FULL OPTIONS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0" name="Oval 19"/>
          <p:cNvSpPr/>
          <p:nvPr/>
        </p:nvSpPr>
        <p:spPr>
          <a:xfrm>
            <a:off x="9264844" y="4879269"/>
            <a:ext cx="648586" cy="6485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1" name="TextBox 20"/>
          <p:cNvSpPr txBox="1"/>
          <p:nvPr/>
        </p:nvSpPr>
        <p:spPr>
          <a:xfrm>
            <a:off x="9984484" y="4949646"/>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FORUM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Tree>
    <p:extLst>
      <p:ext uri="{BB962C8B-B14F-4D97-AF65-F5344CB8AC3E}">
        <p14:creationId xmlns:p14="http://schemas.microsoft.com/office/powerpoint/2010/main" val="2667777163"/>
      </p:ext>
    </p:extLst>
  </p:cSld>
  <p:clrMapOvr>
    <a:masterClrMapping/>
  </p:clrMapOvr>
  <mc:AlternateContent xmlns:mc="http://schemas.openxmlformats.org/markup-compatibility/2006" xmlns:p14="http://schemas.microsoft.com/office/powerpoint/2010/main">
    <mc:Choice Requires="p14">
      <p:transition spd="slow" p14:dur="1250">
        <p14:flip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701591"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vers.10</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39</a:t>
            </a: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76300" y="1915580"/>
            <a:ext cx="1917406" cy="3912869"/>
          </a:xfrm>
          <a:prstGeom prst="rect">
            <a:avLst/>
          </a:prstGeom>
        </p:spPr>
      </p:pic>
      <p:sp>
        <p:nvSpPr>
          <p:cNvPr id="12" name="extBox 3"/>
          <p:cNvSpPr txBox="1"/>
          <p:nvPr/>
        </p:nvSpPr>
        <p:spPr>
          <a:xfrm>
            <a:off x="4647657" y="1714500"/>
            <a:ext cx="6668043" cy="984885"/>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MOCK UP ANALYSIS</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pic>
        <p:nvPicPr>
          <p:cNvPr id="13" name="Picture 1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407388" y="3320886"/>
            <a:ext cx="1430148" cy="2918517"/>
          </a:xfrm>
          <a:prstGeom prst="rect">
            <a:avLst/>
          </a:prstGeom>
        </p:spPr>
      </p:pic>
      <p:sp>
        <p:nvSpPr>
          <p:cNvPr id="14" name="Oval 13"/>
          <p:cNvSpPr/>
          <p:nvPr/>
        </p:nvSpPr>
        <p:spPr>
          <a:xfrm>
            <a:off x="4621030" y="3216227"/>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95%</a:t>
            </a:r>
          </a:p>
          <a:p>
            <a:pPr algn="ctr"/>
            <a:r>
              <a:rPr lang="en-US" sz="900">
                <a:solidFill>
                  <a:schemeClr val="tx1">
                    <a:lumMod val="65000"/>
                    <a:lumOff val="35000"/>
                  </a:schemeClr>
                </a:solidFill>
                <a:latin typeface="Abel" panose="02000506030000020004" pitchFamily="2" charset="0"/>
              </a:rPr>
              <a:t>MONTHLY</a:t>
            </a:r>
          </a:p>
        </p:txBody>
      </p:sp>
      <p:sp>
        <p:nvSpPr>
          <p:cNvPr id="15" name="Arc 14"/>
          <p:cNvSpPr/>
          <p:nvPr/>
        </p:nvSpPr>
        <p:spPr>
          <a:xfrm>
            <a:off x="4717989" y="3343817"/>
            <a:ext cx="1104706" cy="1104706"/>
          </a:xfrm>
          <a:prstGeom prst="arc">
            <a:avLst>
              <a:gd name="adj1" fmla="val 16200000"/>
              <a:gd name="adj2" fmla="val 13209839"/>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9955813" y="3216227"/>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75%</a:t>
            </a:r>
          </a:p>
          <a:p>
            <a:pPr algn="ctr"/>
            <a:r>
              <a:rPr lang="en-US" sz="900">
                <a:solidFill>
                  <a:schemeClr val="tx1">
                    <a:lumMod val="65000"/>
                    <a:lumOff val="35000"/>
                  </a:schemeClr>
                </a:solidFill>
                <a:latin typeface="Abel" panose="02000506030000020004" pitchFamily="2" charset="0"/>
              </a:rPr>
              <a:t>MONTHLY</a:t>
            </a:r>
          </a:p>
        </p:txBody>
      </p:sp>
      <p:sp>
        <p:nvSpPr>
          <p:cNvPr id="17" name="Arc 16"/>
          <p:cNvSpPr/>
          <p:nvPr/>
        </p:nvSpPr>
        <p:spPr>
          <a:xfrm>
            <a:off x="10052772" y="3343817"/>
            <a:ext cx="1104706" cy="1104706"/>
          </a:xfrm>
          <a:prstGeom prst="arc">
            <a:avLst>
              <a:gd name="adj1" fmla="val 16200000"/>
              <a:gd name="adj2" fmla="val 9365268"/>
            </a:avLst>
          </a:prstGeom>
          <a:noFill/>
          <a:ln w="76200" cap="rnd">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6399291" y="3216227"/>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15%</a:t>
            </a:r>
          </a:p>
          <a:p>
            <a:pPr algn="ctr"/>
            <a:r>
              <a:rPr lang="en-US" sz="900">
                <a:solidFill>
                  <a:schemeClr val="tx1">
                    <a:lumMod val="65000"/>
                    <a:lumOff val="35000"/>
                  </a:schemeClr>
                </a:solidFill>
                <a:latin typeface="Abel" panose="02000506030000020004" pitchFamily="2" charset="0"/>
              </a:rPr>
              <a:t>MONTHLY</a:t>
            </a:r>
          </a:p>
        </p:txBody>
      </p:sp>
      <p:sp>
        <p:nvSpPr>
          <p:cNvPr id="19" name="Arc 18"/>
          <p:cNvSpPr/>
          <p:nvPr/>
        </p:nvSpPr>
        <p:spPr>
          <a:xfrm>
            <a:off x="6496250" y="3343817"/>
            <a:ext cx="1104706" cy="1104706"/>
          </a:xfrm>
          <a:prstGeom prst="arc">
            <a:avLst>
              <a:gd name="adj1" fmla="val 16200000"/>
              <a:gd name="adj2" fmla="val 18966622"/>
            </a:avLst>
          </a:prstGeom>
          <a:noFill/>
          <a:ln w="76200" cap="rnd">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8177552" y="3216227"/>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55%</a:t>
            </a:r>
          </a:p>
          <a:p>
            <a:pPr algn="ctr"/>
            <a:r>
              <a:rPr lang="en-US" sz="900">
                <a:solidFill>
                  <a:schemeClr val="tx1">
                    <a:lumMod val="65000"/>
                    <a:lumOff val="35000"/>
                  </a:schemeClr>
                </a:solidFill>
                <a:latin typeface="Abel" panose="02000506030000020004" pitchFamily="2" charset="0"/>
              </a:rPr>
              <a:t>MONTHLY</a:t>
            </a:r>
          </a:p>
        </p:txBody>
      </p:sp>
      <p:sp>
        <p:nvSpPr>
          <p:cNvPr id="21" name="Arc 20"/>
          <p:cNvSpPr/>
          <p:nvPr/>
        </p:nvSpPr>
        <p:spPr>
          <a:xfrm>
            <a:off x="8274511" y="3343817"/>
            <a:ext cx="1104706" cy="1104706"/>
          </a:xfrm>
          <a:prstGeom prst="arc">
            <a:avLst>
              <a:gd name="adj1" fmla="val 16200000"/>
              <a:gd name="adj2" fmla="val 6048711"/>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4621030" y="4922008"/>
            <a:ext cx="1359887" cy="11849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N2</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4" name="TextBox 23"/>
          <p:cNvSpPr txBox="1"/>
          <p:nvPr/>
        </p:nvSpPr>
        <p:spPr>
          <a:xfrm>
            <a:off x="6399291" y="4922008"/>
            <a:ext cx="1359887" cy="1184940"/>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C8</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5" name="TextBox 24"/>
          <p:cNvSpPr txBox="1"/>
          <p:nvPr/>
        </p:nvSpPr>
        <p:spPr>
          <a:xfrm>
            <a:off x="8177551" y="4922008"/>
            <a:ext cx="1359887" cy="11849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S2</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6" name="TextBox 25"/>
          <p:cNvSpPr txBox="1"/>
          <p:nvPr/>
        </p:nvSpPr>
        <p:spPr>
          <a:xfrm>
            <a:off x="9955811" y="4922008"/>
            <a:ext cx="1359887" cy="1184940"/>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U2</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Tree>
    <p:extLst>
      <p:ext uri="{BB962C8B-B14F-4D97-AF65-F5344CB8AC3E}">
        <p14:creationId xmlns:p14="http://schemas.microsoft.com/office/powerpoint/2010/main" val="1609451670"/>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000"/>
                                        <p:tgtEl>
                                          <p:spTgt spid="11"/>
                                        </p:tgtEl>
                                      </p:cBhvr>
                                    </p:animEffect>
                                    <p:anim calcmode="lin" valueType="num">
                                      <p:cBhvr>
                                        <p:cTn id="8" dur="1000" fill="hold"/>
                                        <p:tgtEl>
                                          <p:spTgt spid="11"/>
                                        </p:tgtEl>
                                        <p:attrNameLst>
                                          <p:attrName>ppt_x</p:attrName>
                                        </p:attrNameLst>
                                      </p:cBhvr>
                                      <p:tavLst>
                                        <p:tav tm="0">
                                          <p:val>
                                            <p:strVal val="#ppt_x"/>
                                          </p:val>
                                        </p:tav>
                                        <p:tav tm="100000">
                                          <p:val>
                                            <p:strVal val="#ppt_x"/>
                                          </p:val>
                                        </p:tav>
                                      </p:tavLst>
                                    </p:anim>
                                    <p:anim calcmode="lin" valueType="num">
                                      <p:cBhvr>
                                        <p:cTn id="9" dur="1000" fill="hold"/>
                                        <p:tgtEl>
                                          <p:spTgt spid="1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1000"/>
                                        <p:tgtEl>
                                          <p:spTgt spid="13"/>
                                        </p:tgtEl>
                                      </p:cBhvr>
                                    </p:animEffect>
                                    <p:anim calcmode="lin" valueType="num">
                                      <p:cBhvr>
                                        <p:cTn id="14" dur="1000" fill="hold"/>
                                        <p:tgtEl>
                                          <p:spTgt spid="13"/>
                                        </p:tgtEl>
                                        <p:attrNameLst>
                                          <p:attrName>ppt_x</p:attrName>
                                        </p:attrNameLst>
                                      </p:cBhvr>
                                      <p:tavLst>
                                        <p:tav tm="0">
                                          <p:val>
                                            <p:strVal val="#ppt_x"/>
                                          </p:val>
                                        </p:tav>
                                        <p:tav tm="100000">
                                          <p:val>
                                            <p:strVal val="#ppt_x"/>
                                          </p:val>
                                        </p:tav>
                                      </p:tavLst>
                                    </p:anim>
                                    <p:anim calcmode="lin" valueType="num">
                                      <p:cBhvr>
                                        <p:cTn id="15"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701591"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vers.11</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40</a:t>
            </a:r>
          </a:p>
        </p:txBody>
      </p:sp>
      <p:sp>
        <p:nvSpPr>
          <p:cNvPr id="5" name="Rectangle 4"/>
          <p:cNvSpPr/>
          <p:nvPr/>
        </p:nvSpPr>
        <p:spPr>
          <a:xfrm>
            <a:off x="4274288" y="2557859"/>
            <a:ext cx="7917712" cy="225898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199517" y="2557572"/>
            <a:ext cx="3792964" cy="3162749"/>
          </a:xfrm>
          <a:prstGeom prst="rect">
            <a:avLst/>
          </a:prstGeom>
        </p:spPr>
      </p:pic>
      <p:sp>
        <p:nvSpPr>
          <p:cNvPr id="12" name="extBox 3"/>
          <p:cNvSpPr txBox="1"/>
          <p:nvPr/>
        </p:nvSpPr>
        <p:spPr>
          <a:xfrm>
            <a:off x="8132723" y="2885995"/>
            <a:ext cx="3266357" cy="1261884"/>
          </a:xfrm>
          <a:prstGeom prst="rect">
            <a:avLst/>
          </a:prstGeom>
          <a:noFill/>
        </p:spPr>
        <p:txBody>
          <a:bodyPr wrap="square" rtlCol="0">
            <a:spAutoFit/>
          </a:bodyPr>
          <a:lstStyle/>
          <a:p>
            <a:pPr algn="just"/>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MOBILE APPLICATION</a:t>
            </a:r>
          </a:p>
          <a:p>
            <a:pPr algn="just"/>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sp>
        <p:nvSpPr>
          <p:cNvPr id="15" name="Oval 14"/>
          <p:cNvSpPr/>
          <p:nvPr/>
        </p:nvSpPr>
        <p:spPr>
          <a:xfrm>
            <a:off x="876301" y="2921532"/>
            <a:ext cx="602706" cy="602706"/>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6" name="TextBox 15"/>
          <p:cNvSpPr txBox="1"/>
          <p:nvPr/>
        </p:nvSpPr>
        <p:spPr>
          <a:xfrm>
            <a:off x="1659154" y="2894951"/>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INFOGRAPHIC</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7" name="Oval 16"/>
          <p:cNvSpPr/>
          <p:nvPr/>
        </p:nvSpPr>
        <p:spPr>
          <a:xfrm>
            <a:off x="876300" y="3878028"/>
            <a:ext cx="602706" cy="602706"/>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8" name="TextBox 17"/>
          <p:cNvSpPr txBox="1"/>
          <p:nvPr/>
        </p:nvSpPr>
        <p:spPr>
          <a:xfrm>
            <a:off x="1659153" y="3851447"/>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RESEARCH</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9" name="Oval 18"/>
          <p:cNvSpPr/>
          <p:nvPr/>
        </p:nvSpPr>
        <p:spPr>
          <a:xfrm>
            <a:off x="876300" y="4834524"/>
            <a:ext cx="602706" cy="602706"/>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20" name="TextBox 19"/>
          <p:cNvSpPr txBox="1"/>
          <p:nvPr/>
        </p:nvSpPr>
        <p:spPr>
          <a:xfrm>
            <a:off x="1659153" y="4807943"/>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POWERFUL</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21" name="Oval 20"/>
          <p:cNvSpPr/>
          <p:nvPr/>
        </p:nvSpPr>
        <p:spPr>
          <a:xfrm>
            <a:off x="876300" y="1947006"/>
            <a:ext cx="602706" cy="602706"/>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22" name="TextBox 21"/>
          <p:cNvSpPr txBox="1"/>
          <p:nvPr/>
        </p:nvSpPr>
        <p:spPr>
          <a:xfrm>
            <a:off x="1659153" y="1920425"/>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Tree>
    <p:extLst>
      <p:ext uri="{BB962C8B-B14F-4D97-AF65-F5344CB8AC3E}">
        <p14:creationId xmlns:p14="http://schemas.microsoft.com/office/powerpoint/2010/main" val="3172454462"/>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left)">
                                      <p:cBhvr>
                                        <p:cTn id="11" dur="500"/>
                                        <p:tgtEl>
                                          <p:spTgt spid="5"/>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12">
                                            <p:txEl>
                                              <p:pRg st="0" end="0"/>
                                            </p:txEl>
                                          </p:spTgt>
                                        </p:tgtEl>
                                        <p:attrNameLst>
                                          <p:attrName>style.visibility</p:attrName>
                                        </p:attrNameLst>
                                      </p:cBhvr>
                                      <p:to>
                                        <p:strVal val="visible"/>
                                      </p:to>
                                    </p:set>
                                    <p:animEffect transition="in" filter="fade">
                                      <p:cBhvr>
                                        <p:cTn id="15" dur="500"/>
                                        <p:tgtEl>
                                          <p:spTgt spid="12">
                                            <p:txEl>
                                              <p:pRg st="0" end="0"/>
                                            </p:txEl>
                                          </p:spTgt>
                                        </p:tgtEl>
                                      </p:cBhvr>
                                    </p:animEffect>
                                    <p:anim calcmode="lin" valueType="num">
                                      <p:cBhvr>
                                        <p:cTn id="16"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12">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12">
                                            <p:txEl>
                                              <p:pRg st="2" end="2"/>
                                            </p:txEl>
                                          </p:spTgt>
                                        </p:tgtEl>
                                        <p:attrNameLst>
                                          <p:attrName>style.visibility</p:attrName>
                                        </p:attrNameLst>
                                      </p:cBhvr>
                                      <p:to>
                                        <p:strVal val="visible"/>
                                      </p:to>
                                    </p:set>
                                    <p:animEffect transition="in" filter="fade">
                                      <p:cBhvr>
                                        <p:cTn id="21" dur="500"/>
                                        <p:tgtEl>
                                          <p:spTgt spid="12">
                                            <p:txEl>
                                              <p:pRg st="2" end="2"/>
                                            </p:txEl>
                                          </p:spTgt>
                                        </p:tgtEl>
                                      </p:cBhvr>
                                    </p:animEffect>
                                    <p:anim calcmode="lin" valueType="num">
                                      <p:cBhvr>
                                        <p:cTn id="22" dur="500" fill="hold"/>
                                        <p:tgtEl>
                                          <p:spTgt spid="12">
                                            <p:txEl>
                                              <p:pRg st="2" end="2"/>
                                            </p:txEl>
                                          </p:spTgt>
                                        </p:tgtEl>
                                        <p:attrNameLst>
                                          <p:attrName>ppt_x</p:attrName>
                                        </p:attrNameLst>
                                      </p:cBhvr>
                                      <p:tavLst>
                                        <p:tav tm="0">
                                          <p:val>
                                            <p:strVal val="#ppt_x"/>
                                          </p:val>
                                        </p:tav>
                                        <p:tav tm="100000">
                                          <p:val>
                                            <p:strVal val="#ppt_x"/>
                                          </p:val>
                                        </p:tav>
                                      </p:tavLst>
                                    </p:anim>
                                    <p:anim calcmode="lin" valueType="num">
                                      <p:cBhvr>
                                        <p:cTn id="23" dur="500" fill="hold"/>
                                        <p:tgtEl>
                                          <p:spTgt spid="12">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2" grpId="0" build="p"/>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5133784" y="429414"/>
            <a:ext cx="1924438"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PRICE TABLE</a:t>
            </a:r>
          </a:p>
        </p:txBody>
      </p:sp>
      <p:sp>
        <p:nvSpPr>
          <p:cNvPr id="3" name="TextBox 2"/>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41</a:t>
            </a:r>
          </a:p>
        </p:txBody>
      </p:sp>
      <p:sp>
        <p:nvSpPr>
          <p:cNvPr id="7" name="Rectangle 6"/>
          <p:cNvSpPr/>
          <p:nvPr/>
        </p:nvSpPr>
        <p:spPr>
          <a:xfrm>
            <a:off x="876300" y="1925161"/>
            <a:ext cx="2483588" cy="60339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Basic</a:t>
            </a:r>
          </a:p>
        </p:txBody>
      </p:sp>
      <p:sp>
        <p:nvSpPr>
          <p:cNvPr id="12" name="Rectangle 11"/>
          <p:cNvSpPr/>
          <p:nvPr/>
        </p:nvSpPr>
        <p:spPr>
          <a:xfrm>
            <a:off x="8832112" y="1925161"/>
            <a:ext cx="2483588" cy="60339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Professional</a:t>
            </a:r>
          </a:p>
        </p:txBody>
      </p:sp>
      <p:sp>
        <p:nvSpPr>
          <p:cNvPr id="13" name="Rectangle 12"/>
          <p:cNvSpPr/>
          <p:nvPr/>
        </p:nvSpPr>
        <p:spPr>
          <a:xfrm>
            <a:off x="3528237" y="1925161"/>
            <a:ext cx="2483588" cy="60339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Advence</a:t>
            </a:r>
          </a:p>
        </p:txBody>
      </p:sp>
      <p:sp>
        <p:nvSpPr>
          <p:cNvPr id="14" name="Rectangle 13"/>
          <p:cNvSpPr/>
          <p:nvPr/>
        </p:nvSpPr>
        <p:spPr>
          <a:xfrm>
            <a:off x="6180174" y="1925161"/>
            <a:ext cx="2483588" cy="60339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Exclusive</a:t>
            </a:r>
          </a:p>
        </p:txBody>
      </p:sp>
      <p:sp>
        <p:nvSpPr>
          <p:cNvPr id="15" name="Rectangle 14"/>
          <p:cNvSpPr/>
          <p:nvPr/>
        </p:nvSpPr>
        <p:spPr>
          <a:xfrm>
            <a:off x="876299" y="2528558"/>
            <a:ext cx="2483588" cy="329808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3528236" y="2528557"/>
            <a:ext cx="2483588" cy="329808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6180174" y="2528557"/>
            <a:ext cx="2483588" cy="329808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8832112" y="2528557"/>
            <a:ext cx="2483588" cy="329808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p:cNvSpPr txBox="1"/>
          <p:nvPr/>
        </p:nvSpPr>
        <p:spPr>
          <a:xfrm>
            <a:off x="1532035" y="2595438"/>
            <a:ext cx="1172116" cy="461665"/>
          </a:xfrm>
          <a:prstGeom prst="rect">
            <a:avLst/>
          </a:prstGeom>
          <a:noFill/>
        </p:spPr>
        <p:txBody>
          <a:bodyPr wrap="none" rtlCol="0">
            <a:spAutoFit/>
          </a:bodyPr>
          <a:lstStyle/>
          <a:p>
            <a:pPr algn="ctr"/>
            <a:r>
              <a:rPr lang="en-US" sz="2400">
                <a:solidFill>
                  <a:schemeClr val="bg1"/>
                </a:solidFill>
                <a:latin typeface="Abel" panose="02000506030000020004" pitchFamily="2" charset="0"/>
              </a:rPr>
              <a:t>95$.</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monthly</a:t>
            </a:r>
          </a:p>
        </p:txBody>
      </p:sp>
      <p:sp>
        <p:nvSpPr>
          <p:cNvPr id="20" name="TextBox 19"/>
          <p:cNvSpPr txBox="1"/>
          <p:nvPr/>
        </p:nvSpPr>
        <p:spPr>
          <a:xfrm>
            <a:off x="4106131" y="2589620"/>
            <a:ext cx="1327799" cy="461665"/>
          </a:xfrm>
          <a:prstGeom prst="rect">
            <a:avLst/>
          </a:prstGeom>
          <a:noFill/>
        </p:spPr>
        <p:txBody>
          <a:bodyPr wrap="none" rtlCol="0">
            <a:spAutoFit/>
          </a:bodyPr>
          <a:lstStyle/>
          <a:p>
            <a:pPr algn="ctr"/>
            <a:r>
              <a:rPr lang="en-US" sz="2400">
                <a:solidFill>
                  <a:schemeClr val="bg1"/>
                </a:solidFill>
                <a:latin typeface="Abel" panose="02000506030000020004" pitchFamily="2" charset="0"/>
              </a:rPr>
              <a:t>100$.</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monthly</a:t>
            </a:r>
          </a:p>
        </p:txBody>
      </p:sp>
      <p:sp>
        <p:nvSpPr>
          <p:cNvPr id="21" name="TextBox 20"/>
          <p:cNvSpPr txBox="1"/>
          <p:nvPr/>
        </p:nvSpPr>
        <p:spPr>
          <a:xfrm>
            <a:off x="6758069" y="2590714"/>
            <a:ext cx="1327799" cy="461665"/>
          </a:xfrm>
          <a:prstGeom prst="rect">
            <a:avLst/>
          </a:prstGeom>
          <a:noFill/>
        </p:spPr>
        <p:txBody>
          <a:bodyPr wrap="none" rtlCol="0">
            <a:spAutoFit/>
          </a:bodyPr>
          <a:lstStyle/>
          <a:p>
            <a:pPr algn="ctr"/>
            <a:r>
              <a:rPr lang="en-US" sz="2400">
                <a:solidFill>
                  <a:schemeClr val="bg1"/>
                </a:solidFill>
                <a:latin typeface="Abel" panose="02000506030000020004" pitchFamily="2" charset="0"/>
              </a:rPr>
              <a:t>150$.</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monthly</a:t>
            </a:r>
          </a:p>
        </p:txBody>
      </p:sp>
      <p:sp>
        <p:nvSpPr>
          <p:cNvPr id="22" name="TextBox 21"/>
          <p:cNvSpPr txBox="1"/>
          <p:nvPr/>
        </p:nvSpPr>
        <p:spPr>
          <a:xfrm>
            <a:off x="9408499" y="2589620"/>
            <a:ext cx="1330814" cy="461665"/>
          </a:xfrm>
          <a:prstGeom prst="rect">
            <a:avLst/>
          </a:prstGeom>
          <a:noFill/>
        </p:spPr>
        <p:txBody>
          <a:bodyPr wrap="none" rtlCol="0">
            <a:spAutoFit/>
          </a:bodyPr>
          <a:lstStyle/>
          <a:p>
            <a:pPr algn="ctr"/>
            <a:r>
              <a:rPr lang="en-US" sz="2400">
                <a:solidFill>
                  <a:schemeClr val="bg1"/>
                </a:solidFill>
                <a:latin typeface="Abel" panose="02000506030000020004" pitchFamily="2" charset="0"/>
              </a:rPr>
              <a:t>170$.</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monthly</a:t>
            </a:r>
          </a:p>
        </p:txBody>
      </p:sp>
      <p:grpSp>
        <p:nvGrpSpPr>
          <p:cNvPr id="25" name="Group 24"/>
          <p:cNvGrpSpPr/>
          <p:nvPr/>
        </p:nvGrpSpPr>
        <p:grpSpPr>
          <a:xfrm>
            <a:off x="1345125" y="3358089"/>
            <a:ext cx="1536318" cy="369332"/>
            <a:chOff x="1623265" y="3543996"/>
            <a:chExt cx="1536318" cy="369332"/>
          </a:xfrm>
        </p:grpSpPr>
        <p:sp>
          <p:nvSpPr>
            <p:cNvPr id="23" name="Rectangle 22"/>
            <p:cNvSpPr/>
            <p:nvPr/>
          </p:nvSpPr>
          <p:spPr>
            <a:xfrm>
              <a:off x="1623265" y="3543996"/>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4" name="TextBox 23"/>
            <p:cNvSpPr txBox="1"/>
            <p:nvPr/>
          </p:nvSpPr>
          <p:spPr>
            <a:xfrm>
              <a:off x="2038763" y="3613246"/>
              <a:ext cx="1120820"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Free Live Support</a:t>
              </a:r>
            </a:p>
          </p:txBody>
        </p:sp>
      </p:grpSp>
      <p:grpSp>
        <p:nvGrpSpPr>
          <p:cNvPr id="28" name="Group 27"/>
          <p:cNvGrpSpPr/>
          <p:nvPr/>
        </p:nvGrpSpPr>
        <p:grpSpPr>
          <a:xfrm>
            <a:off x="1345125" y="3849704"/>
            <a:ext cx="1417695" cy="369332"/>
            <a:chOff x="1657323" y="4072540"/>
            <a:chExt cx="1417695" cy="369332"/>
          </a:xfrm>
        </p:grpSpPr>
        <p:sp>
          <p:nvSpPr>
            <p:cNvPr id="26" name="Rectangle 25"/>
            <p:cNvSpPr/>
            <p:nvPr/>
          </p:nvSpPr>
          <p:spPr>
            <a:xfrm>
              <a:off x="1657323" y="4072540"/>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7" name="TextBox 26"/>
            <p:cNvSpPr txBox="1"/>
            <p:nvPr/>
          </p:nvSpPr>
          <p:spPr>
            <a:xfrm>
              <a:off x="2088851" y="4141790"/>
              <a:ext cx="986167"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Unlimited User</a:t>
              </a:r>
            </a:p>
          </p:txBody>
        </p:sp>
      </p:grpSp>
      <p:grpSp>
        <p:nvGrpSpPr>
          <p:cNvPr id="31" name="Group 30"/>
          <p:cNvGrpSpPr/>
          <p:nvPr/>
        </p:nvGrpSpPr>
        <p:grpSpPr>
          <a:xfrm>
            <a:off x="1345125" y="4341319"/>
            <a:ext cx="1545936" cy="369332"/>
            <a:chOff x="2127770" y="4545633"/>
            <a:chExt cx="1545936" cy="369332"/>
          </a:xfrm>
        </p:grpSpPr>
        <p:sp>
          <p:nvSpPr>
            <p:cNvPr id="29" name="Rectangle 28"/>
            <p:cNvSpPr/>
            <p:nvPr/>
          </p:nvSpPr>
          <p:spPr>
            <a:xfrm>
              <a:off x="2127770" y="4545633"/>
              <a:ext cx="431528"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30" name="TextBox 29"/>
            <p:cNvSpPr txBox="1"/>
            <p:nvPr/>
          </p:nvSpPr>
          <p:spPr>
            <a:xfrm>
              <a:off x="2559298" y="4614883"/>
              <a:ext cx="1114408"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Powerful Options</a:t>
              </a:r>
            </a:p>
          </p:txBody>
        </p:sp>
      </p:grpSp>
      <p:grpSp>
        <p:nvGrpSpPr>
          <p:cNvPr id="34" name="Group 33"/>
          <p:cNvGrpSpPr/>
          <p:nvPr/>
        </p:nvGrpSpPr>
        <p:grpSpPr>
          <a:xfrm>
            <a:off x="1345125" y="4832933"/>
            <a:ext cx="1499450" cy="369332"/>
            <a:chOff x="4386782" y="3844078"/>
            <a:chExt cx="1499450" cy="369332"/>
          </a:xfrm>
        </p:grpSpPr>
        <p:sp>
          <p:nvSpPr>
            <p:cNvPr id="32" name="Rectangle 31"/>
            <p:cNvSpPr/>
            <p:nvPr/>
          </p:nvSpPr>
          <p:spPr>
            <a:xfrm>
              <a:off x="4386782" y="3844078"/>
              <a:ext cx="381836"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33" name="TextBox 32"/>
            <p:cNvSpPr txBox="1"/>
            <p:nvPr/>
          </p:nvSpPr>
          <p:spPr>
            <a:xfrm>
              <a:off x="4768618" y="3910958"/>
              <a:ext cx="1117614"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grpSp>
      <p:grpSp>
        <p:nvGrpSpPr>
          <p:cNvPr id="38" name="Group 37"/>
          <p:cNvGrpSpPr/>
          <p:nvPr/>
        </p:nvGrpSpPr>
        <p:grpSpPr>
          <a:xfrm>
            <a:off x="3997062" y="3419231"/>
            <a:ext cx="1536318" cy="369332"/>
            <a:chOff x="1623265" y="3543996"/>
            <a:chExt cx="1536318" cy="369332"/>
          </a:xfrm>
        </p:grpSpPr>
        <p:sp>
          <p:nvSpPr>
            <p:cNvPr id="48" name="Rectangle 47"/>
            <p:cNvSpPr/>
            <p:nvPr/>
          </p:nvSpPr>
          <p:spPr>
            <a:xfrm>
              <a:off x="1623265" y="3543996"/>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49" name="TextBox 48"/>
            <p:cNvSpPr txBox="1"/>
            <p:nvPr/>
          </p:nvSpPr>
          <p:spPr>
            <a:xfrm>
              <a:off x="2038763" y="3613246"/>
              <a:ext cx="1120820"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Free Live Support</a:t>
              </a:r>
            </a:p>
          </p:txBody>
        </p:sp>
      </p:grpSp>
      <p:grpSp>
        <p:nvGrpSpPr>
          <p:cNvPr id="39" name="Group 38"/>
          <p:cNvGrpSpPr/>
          <p:nvPr/>
        </p:nvGrpSpPr>
        <p:grpSpPr>
          <a:xfrm>
            <a:off x="3997062" y="3910846"/>
            <a:ext cx="1417695" cy="369332"/>
            <a:chOff x="1657323" y="4072540"/>
            <a:chExt cx="1417695" cy="369332"/>
          </a:xfrm>
        </p:grpSpPr>
        <p:sp>
          <p:nvSpPr>
            <p:cNvPr id="46" name="Rectangle 45"/>
            <p:cNvSpPr/>
            <p:nvPr/>
          </p:nvSpPr>
          <p:spPr>
            <a:xfrm>
              <a:off x="1657323" y="4072540"/>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47" name="TextBox 46"/>
            <p:cNvSpPr txBox="1"/>
            <p:nvPr/>
          </p:nvSpPr>
          <p:spPr>
            <a:xfrm>
              <a:off x="2088851" y="4141790"/>
              <a:ext cx="986167"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Unlimited User</a:t>
              </a:r>
            </a:p>
          </p:txBody>
        </p:sp>
      </p:grpSp>
      <p:grpSp>
        <p:nvGrpSpPr>
          <p:cNvPr id="40" name="Group 39"/>
          <p:cNvGrpSpPr/>
          <p:nvPr/>
        </p:nvGrpSpPr>
        <p:grpSpPr>
          <a:xfrm>
            <a:off x="3997062" y="4402461"/>
            <a:ext cx="1545936" cy="369332"/>
            <a:chOff x="2127770" y="4545633"/>
            <a:chExt cx="1545936" cy="369332"/>
          </a:xfrm>
        </p:grpSpPr>
        <p:sp>
          <p:nvSpPr>
            <p:cNvPr id="44" name="Rectangle 43"/>
            <p:cNvSpPr/>
            <p:nvPr/>
          </p:nvSpPr>
          <p:spPr>
            <a:xfrm>
              <a:off x="2127770" y="4545633"/>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45" name="TextBox 44"/>
            <p:cNvSpPr txBox="1"/>
            <p:nvPr/>
          </p:nvSpPr>
          <p:spPr>
            <a:xfrm>
              <a:off x="2559298" y="4614883"/>
              <a:ext cx="1114408"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Powerful Options</a:t>
              </a:r>
            </a:p>
          </p:txBody>
        </p:sp>
      </p:grpSp>
      <p:grpSp>
        <p:nvGrpSpPr>
          <p:cNvPr id="41" name="Group 40"/>
          <p:cNvGrpSpPr/>
          <p:nvPr/>
        </p:nvGrpSpPr>
        <p:grpSpPr>
          <a:xfrm>
            <a:off x="3997062" y="4894075"/>
            <a:ext cx="1499450" cy="369332"/>
            <a:chOff x="4386782" y="3844078"/>
            <a:chExt cx="1499450" cy="369332"/>
          </a:xfrm>
        </p:grpSpPr>
        <p:sp>
          <p:nvSpPr>
            <p:cNvPr id="42" name="Rectangle 41"/>
            <p:cNvSpPr/>
            <p:nvPr/>
          </p:nvSpPr>
          <p:spPr>
            <a:xfrm>
              <a:off x="4386782" y="3844078"/>
              <a:ext cx="381836"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3" name="TextBox 42"/>
            <p:cNvSpPr txBox="1"/>
            <p:nvPr/>
          </p:nvSpPr>
          <p:spPr>
            <a:xfrm>
              <a:off x="4768618" y="3910958"/>
              <a:ext cx="1117614"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grpSp>
      <p:grpSp>
        <p:nvGrpSpPr>
          <p:cNvPr id="51" name="Group 50"/>
          <p:cNvGrpSpPr/>
          <p:nvPr/>
        </p:nvGrpSpPr>
        <p:grpSpPr>
          <a:xfrm>
            <a:off x="6649000" y="3429000"/>
            <a:ext cx="1536318" cy="369332"/>
            <a:chOff x="1623265" y="3543996"/>
            <a:chExt cx="1536318" cy="369332"/>
          </a:xfrm>
        </p:grpSpPr>
        <p:sp>
          <p:nvSpPr>
            <p:cNvPr id="61" name="Rectangle 60"/>
            <p:cNvSpPr/>
            <p:nvPr/>
          </p:nvSpPr>
          <p:spPr>
            <a:xfrm>
              <a:off x="1623265" y="3543996"/>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62" name="TextBox 61"/>
            <p:cNvSpPr txBox="1"/>
            <p:nvPr/>
          </p:nvSpPr>
          <p:spPr>
            <a:xfrm>
              <a:off x="2038763" y="3613246"/>
              <a:ext cx="1120820"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Free Live Support</a:t>
              </a:r>
            </a:p>
          </p:txBody>
        </p:sp>
      </p:grpSp>
      <p:grpSp>
        <p:nvGrpSpPr>
          <p:cNvPr id="52" name="Group 51"/>
          <p:cNvGrpSpPr/>
          <p:nvPr/>
        </p:nvGrpSpPr>
        <p:grpSpPr>
          <a:xfrm>
            <a:off x="6649000" y="3920615"/>
            <a:ext cx="1417695" cy="369332"/>
            <a:chOff x="1657323" y="4072540"/>
            <a:chExt cx="1417695" cy="369332"/>
          </a:xfrm>
        </p:grpSpPr>
        <p:sp>
          <p:nvSpPr>
            <p:cNvPr id="59" name="Rectangle 58"/>
            <p:cNvSpPr/>
            <p:nvPr/>
          </p:nvSpPr>
          <p:spPr>
            <a:xfrm>
              <a:off x="1657323" y="4072540"/>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60" name="TextBox 59"/>
            <p:cNvSpPr txBox="1"/>
            <p:nvPr/>
          </p:nvSpPr>
          <p:spPr>
            <a:xfrm>
              <a:off x="2088851" y="4141790"/>
              <a:ext cx="986167"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Unlimited User</a:t>
              </a:r>
            </a:p>
          </p:txBody>
        </p:sp>
      </p:grpSp>
      <p:grpSp>
        <p:nvGrpSpPr>
          <p:cNvPr id="53" name="Group 52"/>
          <p:cNvGrpSpPr/>
          <p:nvPr/>
        </p:nvGrpSpPr>
        <p:grpSpPr>
          <a:xfrm>
            <a:off x="6649000" y="4412230"/>
            <a:ext cx="1545936" cy="369332"/>
            <a:chOff x="2127770" y="4545633"/>
            <a:chExt cx="1545936" cy="369332"/>
          </a:xfrm>
        </p:grpSpPr>
        <p:sp>
          <p:nvSpPr>
            <p:cNvPr id="57" name="Rectangle 56"/>
            <p:cNvSpPr/>
            <p:nvPr/>
          </p:nvSpPr>
          <p:spPr>
            <a:xfrm>
              <a:off x="2127770" y="4545633"/>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58" name="TextBox 57"/>
            <p:cNvSpPr txBox="1"/>
            <p:nvPr/>
          </p:nvSpPr>
          <p:spPr>
            <a:xfrm>
              <a:off x="2559298" y="4614883"/>
              <a:ext cx="1114408"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Powerful Options</a:t>
              </a:r>
            </a:p>
          </p:txBody>
        </p:sp>
      </p:grpSp>
      <p:grpSp>
        <p:nvGrpSpPr>
          <p:cNvPr id="54" name="Group 53"/>
          <p:cNvGrpSpPr/>
          <p:nvPr/>
        </p:nvGrpSpPr>
        <p:grpSpPr>
          <a:xfrm>
            <a:off x="6649000" y="4903844"/>
            <a:ext cx="1499450" cy="369332"/>
            <a:chOff x="4386782" y="3844078"/>
            <a:chExt cx="1499450" cy="369332"/>
          </a:xfrm>
        </p:grpSpPr>
        <p:sp>
          <p:nvSpPr>
            <p:cNvPr id="55" name="Rectangle 54"/>
            <p:cNvSpPr/>
            <p:nvPr/>
          </p:nvSpPr>
          <p:spPr>
            <a:xfrm>
              <a:off x="4386782" y="3844078"/>
              <a:ext cx="381836"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56" name="TextBox 55"/>
            <p:cNvSpPr txBox="1"/>
            <p:nvPr/>
          </p:nvSpPr>
          <p:spPr>
            <a:xfrm>
              <a:off x="4768618" y="3910958"/>
              <a:ext cx="1117614"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No Time Tracking</a:t>
              </a:r>
            </a:p>
          </p:txBody>
        </p:sp>
      </p:grpSp>
      <p:grpSp>
        <p:nvGrpSpPr>
          <p:cNvPr id="64" name="Group 63"/>
          <p:cNvGrpSpPr/>
          <p:nvPr/>
        </p:nvGrpSpPr>
        <p:grpSpPr>
          <a:xfrm>
            <a:off x="9300938" y="3429000"/>
            <a:ext cx="1536318" cy="369332"/>
            <a:chOff x="1623265" y="3543996"/>
            <a:chExt cx="1536318" cy="369332"/>
          </a:xfrm>
        </p:grpSpPr>
        <p:sp>
          <p:nvSpPr>
            <p:cNvPr id="74" name="Rectangle 73"/>
            <p:cNvSpPr/>
            <p:nvPr/>
          </p:nvSpPr>
          <p:spPr>
            <a:xfrm>
              <a:off x="1623265" y="3543996"/>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75" name="TextBox 74"/>
            <p:cNvSpPr txBox="1"/>
            <p:nvPr/>
          </p:nvSpPr>
          <p:spPr>
            <a:xfrm>
              <a:off x="2038763" y="3613246"/>
              <a:ext cx="1120820"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Free Live Support</a:t>
              </a:r>
            </a:p>
          </p:txBody>
        </p:sp>
      </p:grpSp>
      <p:grpSp>
        <p:nvGrpSpPr>
          <p:cNvPr id="65" name="Group 64"/>
          <p:cNvGrpSpPr/>
          <p:nvPr/>
        </p:nvGrpSpPr>
        <p:grpSpPr>
          <a:xfrm>
            <a:off x="9300938" y="3920615"/>
            <a:ext cx="1417695" cy="369332"/>
            <a:chOff x="1657323" y="4072540"/>
            <a:chExt cx="1417695" cy="369332"/>
          </a:xfrm>
        </p:grpSpPr>
        <p:sp>
          <p:nvSpPr>
            <p:cNvPr id="72" name="Rectangle 71"/>
            <p:cNvSpPr/>
            <p:nvPr/>
          </p:nvSpPr>
          <p:spPr>
            <a:xfrm>
              <a:off x="1657323" y="4072540"/>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73" name="TextBox 72"/>
            <p:cNvSpPr txBox="1"/>
            <p:nvPr/>
          </p:nvSpPr>
          <p:spPr>
            <a:xfrm>
              <a:off x="2088851" y="4141790"/>
              <a:ext cx="986167"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Unlimited User</a:t>
              </a:r>
            </a:p>
          </p:txBody>
        </p:sp>
      </p:grpSp>
      <p:grpSp>
        <p:nvGrpSpPr>
          <p:cNvPr id="66" name="Group 65"/>
          <p:cNvGrpSpPr/>
          <p:nvPr/>
        </p:nvGrpSpPr>
        <p:grpSpPr>
          <a:xfrm>
            <a:off x="9300938" y="4412230"/>
            <a:ext cx="1545936" cy="369332"/>
            <a:chOff x="2127770" y="4545633"/>
            <a:chExt cx="1545936" cy="369332"/>
          </a:xfrm>
        </p:grpSpPr>
        <p:sp>
          <p:nvSpPr>
            <p:cNvPr id="70" name="Rectangle 69"/>
            <p:cNvSpPr/>
            <p:nvPr/>
          </p:nvSpPr>
          <p:spPr>
            <a:xfrm>
              <a:off x="2127770" y="4545633"/>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71" name="TextBox 70"/>
            <p:cNvSpPr txBox="1"/>
            <p:nvPr/>
          </p:nvSpPr>
          <p:spPr>
            <a:xfrm>
              <a:off x="2559298" y="4614883"/>
              <a:ext cx="1114408"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Powerful Options</a:t>
              </a:r>
            </a:p>
          </p:txBody>
        </p:sp>
      </p:grpSp>
      <p:grpSp>
        <p:nvGrpSpPr>
          <p:cNvPr id="67" name="Group 66"/>
          <p:cNvGrpSpPr/>
          <p:nvPr/>
        </p:nvGrpSpPr>
        <p:grpSpPr>
          <a:xfrm>
            <a:off x="9300938" y="4903844"/>
            <a:ext cx="1499450" cy="369332"/>
            <a:chOff x="4386782" y="3844078"/>
            <a:chExt cx="1499450" cy="369332"/>
          </a:xfrm>
        </p:grpSpPr>
        <p:sp>
          <p:nvSpPr>
            <p:cNvPr id="68" name="Rectangle 67"/>
            <p:cNvSpPr/>
            <p:nvPr/>
          </p:nvSpPr>
          <p:spPr>
            <a:xfrm>
              <a:off x="4386782" y="3844078"/>
              <a:ext cx="381836"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69" name="TextBox 68"/>
            <p:cNvSpPr txBox="1"/>
            <p:nvPr/>
          </p:nvSpPr>
          <p:spPr>
            <a:xfrm>
              <a:off x="4768618" y="3910958"/>
              <a:ext cx="1117614"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No Time Tracking</a:t>
              </a:r>
            </a:p>
          </p:txBody>
        </p:sp>
      </p:grpSp>
      <p:sp>
        <p:nvSpPr>
          <p:cNvPr id="76" name="TextBox 75"/>
          <p:cNvSpPr txBox="1"/>
          <p:nvPr/>
        </p:nvSpPr>
        <p:spPr>
          <a:xfrm>
            <a:off x="1734013" y="5399305"/>
            <a:ext cx="768159" cy="230832"/>
          </a:xfrm>
          <a:prstGeom prst="rect">
            <a:avLst/>
          </a:prstGeom>
          <a:solidFill>
            <a:schemeClr val="accent6"/>
          </a:solid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PURCHASE</a:t>
            </a:r>
          </a:p>
        </p:txBody>
      </p:sp>
      <p:sp>
        <p:nvSpPr>
          <p:cNvPr id="77" name="TextBox 76"/>
          <p:cNvSpPr txBox="1"/>
          <p:nvPr/>
        </p:nvSpPr>
        <p:spPr>
          <a:xfrm>
            <a:off x="4385951" y="5399305"/>
            <a:ext cx="768159" cy="230832"/>
          </a:xfrm>
          <a:prstGeom prst="rect">
            <a:avLst/>
          </a:prstGeom>
          <a:solidFill>
            <a:schemeClr val="bg1">
              <a:lumMod val="65000"/>
            </a:schemeClr>
          </a:solid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PURCHASE</a:t>
            </a:r>
          </a:p>
        </p:txBody>
      </p:sp>
      <p:sp>
        <p:nvSpPr>
          <p:cNvPr id="78" name="TextBox 77"/>
          <p:cNvSpPr txBox="1"/>
          <p:nvPr/>
        </p:nvSpPr>
        <p:spPr>
          <a:xfrm>
            <a:off x="7042389" y="5399305"/>
            <a:ext cx="768159" cy="230832"/>
          </a:xfrm>
          <a:prstGeom prst="rect">
            <a:avLst/>
          </a:prstGeom>
          <a:solidFill>
            <a:schemeClr val="accent6"/>
          </a:solid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PURCHASE</a:t>
            </a:r>
          </a:p>
        </p:txBody>
      </p:sp>
      <p:sp>
        <p:nvSpPr>
          <p:cNvPr id="79" name="TextBox 78"/>
          <p:cNvSpPr txBox="1"/>
          <p:nvPr/>
        </p:nvSpPr>
        <p:spPr>
          <a:xfrm>
            <a:off x="9682774" y="5395458"/>
            <a:ext cx="768159" cy="230832"/>
          </a:xfrm>
          <a:prstGeom prst="rect">
            <a:avLst/>
          </a:prstGeom>
          <a:solidFill>
            <a:schemeClr val="bg1">
              <a:lumMod val="65000"/>
            </a:schemeClr>
          </a:solid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PURCHASE</a:t>
            </a:r>
          </a:p>
        </p:txBody>
      </p:sp>
    </p:spTree>
    <p:extLst>
      <p:ext uri="{BB962C8B-B14F-4D97-AF65-F5344CB8AC3E}">
        <p14:creationId xmlns:p14="http://schemas.microsoft.com/office/powerpoint/2010/main" val="2259144407"/>
      </p:ext>
    </p:extLst>
  </p:cSld>
  <p:clrMapOvr>
    <a:masterClrMapping/>
  </p:clrMapOvr>
  <mc:AlternateContent xmlns:mc="http://schemas.openxmlformats.org/markup-compatibility/2006" xmlns:p14="http://schemas.microsoft.com/office/powerpoint/2010/main">
    <mc:Choice Requires="p14">
      <p:transition spd="slow" p14:dur="900">
        <p14:flythrough hasBounce="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par>
                                <p:cTn id="8" presetID="10" presetClass="entr" presetSubtype="0" fill="hold" nodeType="withEffect">
                                  <p:stCondLst>
                                    <p:cond delay="0"/>
                                  </p:stCondLst>
                                  <p:childTnLst>
                                    <p:set>
                                      <p:cBhvr>
                                        <p:cTn id="9" dur="1" fill="hold">
                                          <p:stCondLst>
                                            <p:cond delay="0"/>
                                          </p:stCondLst>
                                        </p:cTn>
                                        <p:tgtEl>
                                          <p:spTgt spid="25"/>
                                        </p:tgtEl>
                                        <p:attrNameLst>
                                          <p:attrName>style.visibility</p:attrName>
                                        </p:attrNameLst>
                                      </p:cBhvr>
                                      <p:to>
                                        <p:strVal val="visible"/>
                                      </p:to>
                                    </p:set>
                                    <p:animEffect transition="in" filter="fade">
                                      <p:cBhvr>
                                        <p:cTn id="10" dur="500"/>
                                        <p:tgtEl>
                                          <p:spTgt spid="25"/>
                                        </p:tgtEl>
                                      </p:cBhvr>
                                    </p:animEffect>
                                  </p:childTnLst>
                                </p:cTn>
                              </p:par>
                              <p:par>
                                <p:cTn id="11" presetID="10" presetClass="entr" presetSubtype="0" fill="hold"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par>
                                <p:cTn id="14" presetID="10" presetClass="entr" presetSubtype="0" fill="hold" nodeType="withEffect">
                                  <p:stCondLst>
                                    <p:cond delay="0"/>
                                  </p:stCondLst>
                                  <p:childTnLst>
                                    <p:set>
                                      <p:cBhvr>
                                        <p:cTn id="15" dur="1" fill="hold">
                                          <p:stCondLst>
                                            <p:cond delay="0"/>
                                          </p:stCondLst>
                                        </p:cTn>
                                        <p:tgtEl>
                                          <p:spTgt spid="31"/>
                                        </p:tgtEl>
                                        <p:attrNameLst>
                                          <p:attrName>style.visibility</p:attrName>
                                        </p:attrNameLst>
                                      </p:cBhvr>
                                      <p:to>
                                        <p:strVal val="visible"/>
                                      </p:to>
                                    </p:set>
                                    <p:animEffect transition="in" filter="fade">
                                      <p:cBhvr>
                                        <p:cTn id="16" dur="500"/>
                                        <p:tgtEl>
                                          <p:spTgt spid="31"/>
                                        </p:tgtEl>
                                      </p:cBhvr>
                                    </p:animEffect>
                                  </p:childTnLst>
                                </p:cTn>
                              </p:par>
                              <p:par>
                                <p:cTn id="17" presetID="10" presetClass="entr" presetSubtype="0" fill="hold" nodeType="with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fade">
                                      <p:cBhvr>
                                        <p:cTn id="19" dur="500"/>
                                        <p:tgtEl>
                                          <p:spTgt spid="34"/>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fade">
                                      <p:cBhvr>
                                        <p:cTn id="22" dur="500"/>
                                        <p:tgtEl>
                                          <p:spTgt spid="20"/>
                                        </p:tgtEl>
                                      </p:cBhvr>
                                    </p:animEffect>
                                  </p:childTnLst>
                                </p:cTn>
                              </p:par>
                              <p:par>
                                <p:cTn id="23" presetID="10" presetClass="entr" presetSubtype="0" fill="hold" nodeType="withEffect">
                                  <p:stCondLst>
                                    <p:cond delay="0"/>
                                  </p:stCondLst>
                                  <p:childTnLst>
                                    <p:set>
                                      <p:cBhvr>
                                        <p:cTn id="24" dur="1" fill="hold">
                                          <p:stCondLst>
                                            <p:cond delay="0"/>
                                          </p:stCondLst>
                                        </p:cTn>
                                        <p:tgtEl>
                                          <p:spTgt spid="38"/>
                                        </p:tgtEl>
                                        <p:attrNameLst>
                                          <p:attrName>style.visibility</p:attrName>
                                        </p:attrNameLst>
                                      </p:cBhvr>
                                      <p:to>
                                        <p:strVal val="visible"/>
                                      </p:to>
                                    </p:set>
                                    <p:animEffect transition="in" filter="fade">
                                      <p:cBhvr>
                                        <p:cTn id="25" dur="500"/>
                                        <p:tgtEl>
                                          <p:spTgt spid="38"/>
                                        </p:tgtEl>
                                      </p:cBhvr>
                                    </p:animEffect>
                                  </p:childTnLst>
                                </p:cTn>
                              </p:par>
                              <p:par>
                                <p:cTn id="26" presetID="10" presetClass="entr" presetSubtype="0" fill="hold" nodeType="withEffect">
                                  <p:stCondLst>
                                    <p:cond delay="0"/>
                                  </p:stCondLst>
                                  <p:childTnLst>
                                    <p:set>
                                      <p:cBhvr>
                                        <p:cTn id="27" dur="1" fill="hold">
                                          <p:stCondLst>
                                            <p:cond delay="0"/>
                                          </p:stCondLst>
                                        </p:cTn>
                                        <p:tgtEl>
                                          <p:spTgt spid="39"/>
                                        </p:tgtEl>
                                        <p:attrNameLst>
                                          <p:attrName>style.visibility</p:attrName>
                                        </p:attrNameLst>
                                      </p:cBhvr>
                                      <p:to>
                                        <p:strVal val="visible"/>
                                      </p:to>
                                    </p:set>
                                    <p:animEffect transition="in" filter="fade">
                                      <p:cBhvr>
                                        <p:cTn id="28" dur="500"/>
                                        <p:tgtEl>
                                          <p:spTgt spid="39"/>
                                        </p:tgtEl>
                                      </p:cBhvr>
                                    </p:animEffect>
                                  </p:childTnLst>
                                </p:cTn>
                              </p:par>
                              <p:par>
                                <p:cTn id="29" presetID="10" presetClass="entr" presetSubtype="0" fill="hold" nodeType="withEffect">
                                  <p:stCondLst>
                                    <p:cond delay="0"/>
                                  </p:stCondLst>
                                  <p:childTnLst>
                                    <p:set>
                                      <p:cBhvr>
                                        <p:cTn id="30" dur="1" fill="hold">
                                          <p:stCondLst>
                                            <p:cond delay="0"/>
                                          </p:stCondLst>
                                        </p:cTn>
                                        <p:tgtEl>
                                          <p:spTgt spid="40"/>
                                        </p:tgtEl>
                                        <p:attrNameLst>
                                          <p:attrName>style.visibility</p:attrName>
                                        </p:attrNameLst>
                                      </p:cBhvr>
                                      <p:to>
                                        <p:strVal val="visible"/>
                                      </p:to>
                                    </p:set>
                                    <p:animEffect transition="in" filter="fade">
                                      <p:cBhvr>
                                        <p:cTn id="31" dur="500"/>
                                        <p:tgtEl>
                                          <p:spTgt spid="40"/>
                                        </p:tgtEl>
                                      </p:cBhvr>
                                    </p:animEffect>
                                  </p:childTnLst>
                                </p:cTn>
                              </p:par>
                              <p:par>
                                <p:cTn id="32" presetID="10" presetClass="entr" presetSubtype="0" fill="hold" nodeType="withEffect">
                                  <p:stCondLst>
                                    <p:cond delay="0"/>
                                  </p:stCondLst>
                                  <p:childTnLst>
                                    <p:set>
                                      <p:cBhvr>
                                        <p:cTn id="33" dur="1" fill="hold">
                                          <p:stCondLst>
                                            <p:cond delay="0"/>
                                          </p:stCondLst>
                                        </p:cTn>
                                        <p:tgtEl>
                                          <p:spTgt spid="41"/>
                                        </p:tgtEl>
                                        <p:attrNameLst>
                                          <p:attrName>style.visibility</p:attrName>
                                        </p:attrNameLst>
                                      </p:cBhvr>
                                      <p:to>
                                        <p:strVal val="visible"/>
                                      </p:to>
                                    </p:set>
                                    <p:animEffect transition="in" filter="fade">
                                      <p:cBhvr>
                                        <p:cTn id="34" dur="500"/>
                                        <p:tgtEl>
                                          <p:spTgt spid="41"/>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par>
                                <p:cTn id="38" presetID="10" presetClass="entr" presetSubtype="0" fill="hold" nodeType="withEffect">
                                  <p:stCondLst>
                                    <p:cond delay="0"/>
                                  </p:stCondLst>
                                  <p:childTnLst>
                                    <p:set>
                                      <p:cBhvr>
                                        <p:cTn id="39" dur="1" fill="hold">
                                          <p:stCondLst>
                                            <p:cond delay="0"/>
                                          </p:stCondLst>
                                        </p:cTn>
                                        <p:tgtEl>
                                          <p:spTgt spid="51"/>
                                        </p:tgtEl>
                                        <p:attrNameLst>
                                          <p:attrName>style.visibility</p:attrName>
                                        </p:attrNameLst>
                                      </p:cBhvr>
                                      <p:to>
                                        <p:strVal val="visible"/>
                                      </p:to>
                                    </p:set>
                                    <p:animEffect transition="in" filter="fade">
                                      <p:cBhvr>
                                        <p:cTn id="40" dur="500"/>
                                        <p:tgtEl>
                                          <p:spTgt spid="51"/>
                                        </p:tgtEl>
                                      </p:cBhvr>
                                    </p:animEffect>
                                  </p:childTnLst>
                                </p:cTn>
                              </p:par>
                              <p:par>
                                <p:cTn id="41" presetID="10" presetClass="entr" presetSubtype="0" fill="hold" nodeType="withEffect">
                                  <p:stCondLst>
                                    <p:cond delay="0"/>
                                  </p:stCondLst>
                                  <p:childTnLst>
                                    <p:set>
                                      <p:cBhvr>
                                        <p:cTn id="42" dur="1" fill="hold">
                                          <p:stCondLst>
                                            <p:cond delay="0"/>
                                          </p:stCondLst>
                                        </p:cTn>
                                        <p:tgtEl>
                                          <p:spTgt spid="52"/>
                                        </p:tgtEl>
                                        <p:attrNameLst>
                                          <p:attrName>style.visibility</p:attrName>
                                        </p:attrNameLst>
                                      </p:cBhvr>
                                      <p:to>
                                        <p:strVal val="visible"/>
                                      </p:to>
                                    </p:set>
                                    <p:animEffect transition="in" filter="fade">
                                      <p:cBhvr>
                                        <p:cTn id="43" dur="500"/>
                                        <p:tgtEl>
                                          <p:spTgt spid="52"/>
                                        </p:tgtEl>
                                      </p:cBhvr>
                                    </p:animEffect>
                                  </p:childTnLst>
                                </p:cTn>
                              </p:par>
                              <p:par>
                                <p:cTn id="44" presetID="10" presetClass="entr" presetSubtype="0" fill="hold" nodeType="withEffect">
                                  <p:stCondLst>
                                    <p:cond delay="0"/>
                                  </p:stCondLst>
                                  <p:childTnLst>
                                    <p:set>
                                      <p:cBhvr>
                                        <p:cTn id="45" dur="1" fill="hold">
                                          <p:stCondLst>
                                            <p:cond delay="0"/>
                                          </p:stCondLst>
                                        </p:cTn>
                                        <p:tgtEl>
                                          <p:spTgt spid="53"/>
                                        </p:tgtEl>
                                        <p:attrNameLst>
                                          <p:attrName>style.visibility</p:attrName>
                                        </p:attrNameLst>
                                      </p:cBhvr>
                                      <p:to>
                                        <p:strVal val="visible"/>
                                      </p:to>
                                    </p:set>
                                    <p:animEffect transition="in" filter="fade">
                                      <p:cBhvr>
                                        <p:cTn id="46" dur="500"/>
                                        <p:tgtEl>
                                          <p:spTgt spid="53"/>
                                        </p:tgtEl>
                                      </p:cBhvr>
                                    </p:animEffect>
                                  </p:childTnLst>
                                </p:cTn>
                              </p:par>
                              <p:par>
                                <p:cTn id="47" presetID="10" presetClass="entr" presetSubtype="0" fill="hold" nodeType="withEffect">
                                  <p:stCondLst>
                                    <p:cond delay="0"/>
                                  </p:stCondLst>
                                  <p:childTnLst>
                                    <p:set>
                                      <p:cBhvr>
                                        <p:cTn id="48" dur="1" fill="hold">
                                          <p:stCondLst>
                                            <p:cond delay="0"/>
                                          </p:stCondLst>
                                        </p:cTn>
                                        <p:tgtEl>
                                          <p:spTgt spid="54"/>
                                        </p:tgtEl>
                                        <p:attrNameLst>
                                          <p:attrName>style.visibility</p:attrName>
                                        </p:attrNameLst>
                                      </p:cBhvr>
                                      <p:to>
                                        <p:strVal val="visible"/>
                                      </p:to>
                                    </p:set>
                                    <p:animEffect transition="in" filter="fade">
                                      <p:cBhvr>
                                        <p:cTn id="49" dur="500"/>
                                        <p:tgtEl>
                                          <p:spTgt spid="54"/>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2"/>
                                        </p:tgtEl>
                                        <p:attrNameLst>
                                          <p:attrName>style.visibility</p:attrName>
                                        </p:attrNameLst>
                                      </p:cBhvr>
                                      <p:to>
                                        <p:strVal val="visible"/>
                                      </p:to>
                                    </p:set>
                                    <p:animEffect transition="in" filter="fade">
                                      <p:cBhvr>
                                        <p:cTn id="52" dur="500"/>
                                        <p:tgtEl>
                                          <p:spTgt spid="22"/>
                                        </p:tgtEl>
                                      </p:cBhvr>
                                    </p:animEffect>
                                  </p:childTnLst>
                                </p:cTn>
                              </p:par>
                              <p:par>
                                <p:cTn id="53" presetID="10" presetClass="entr" presetSubtype="0" fill="hold" nodeType="withEffect">
                                  <p:stCondLst>
                                    <p:cond delay="0"/>
                                  </p:stCondLst>
                                  <p:childTnLst>
                                    <p:set>
                                      <p:cBhvr>
                                        <p:cTn id="54" dur="1" fill="hold">
                                          <p:stCondLst>
                                            <p:cond delay="0"/>
                                          </p:stCondLst>
                                        </p:cTn>
                                        <p:tgtEl>
                                          <p:spTgt spid="64"/>
                                        </p:tgtEl>
                                        <p:attrNameLst>
                                          <p:attrName>style.visibility</p:attrName>
                                        </p:attrNameLst>
                                      </p:cBhvr>
                                      <p:to>
                                        <p:strVal val="visible"/>
                                      </p:to>
                                    </p:set>
                                    <p:animEffect transition="in" filter="fade">
                                      <p:cBhvr>
                                        <p:cTn id="55" dur="500"/>
                                        <p:tgtEl>
                                          <p:spTgt spid="64"/>
                                        </p:tgtEl>
                                      </p:cBhvr>
                                    </p:animEffect>
                                  </p:childTnLst>
                                </p:cTn>
                              </p:par>
                              <p:par>
                                <p:cTn id="56" presetID="10" presetClass="entr" presetSubtype="0" fill="hold" nodeType="withEffect">
                                  <p:stCondLst>
                                    <p:cond delay="0"/>
                                  </p:stCondLst>
                                  <p:childTnLst>
                                    <p:set>
                                      <p:cBhvr>
                                        <p:cTn id="57" dur="1" fill="hold">
                                          <p:stCondLst>
                                            <p:cond delay="0"/>
                                          </p:stCondLst>
                                        </p:cTn>
                                        <p:tgtEl>
                                          <p:spTgt spid="65"/>
                                        </p:tgtEl>
                                        <p:attrNameLst>
                                          <p:attrName>style.visibility</p:attrName>
                                        </p:attrNameLst>
                                      </p:cBhvr>
                                      <p:to>
                                        <p:strVal val="visible"/>
                                      </p:to>
                                    </p:set>
                                    <p:animEffect transition="in" filter="fade">
                                      <p:cBhvr>
                                        <p:cTn id="58" dur="500"/>
                                        <p:tgtEl>
                                          <p:spTgt spid="65"/>
                                        </p:tgtEl>
                                      </p:cBhvr>
                                    </p:animEffect>
                                  </p:childTnLst>
                                </p:cTn>
                              </p:par>
                              <p:par>
                                <p:cTn id="59" presetID="10" presetClass="entr" presetSubtype="0" fill="hold" nodeType="withEffect">
                                  <p:stCondLst>
                                    <p:cond delay="0"/>
                                  </p:stCondLst>
                                  <p:childTnLst>
                                    <p:set>
                                      <p:cBhvr>
                                        <p:cTn id="60" dur="1" fill="hold">
                                          <p:stCondLst>
                                            <p:cond delay="0"/>
                                          </p:stCondLst>
                                        </p:cTn>
                                        <p:tgtEl>
                                          <p:spTgt spid="66"/>
                                        </p:tgtEl>
                                        <p:attrNameLst>
                                          <p:attrName>style.visibility</p:attrName>
                                        </p:attrNameLst>
                                      </p:cBhvr>
                                      <p:to>
                                        <p:strVal val="visible"/>
                                      </p:to>
                                    </p:set>
                                    <p:animEffect transition="in" filter="fade">
                                      <p:cBhvr>
                                        <p:cTn id="61" dur="500"/>
                                        <p:tgtEl>
                                          <p:spTgt spid="66"/>
                                        </p:tgtEl>
                                      </p:cBhvr>
                                    </p:animEffect>
                                  </p:childTnLst>
                                </p:cTn>
                              </p:par>
                              <p:par>
                                <p:cTn id="62" presetID="10" presetClass="entr" presetSubtype="0" fill="hold" nodeType="withEffect">
                                  <p:stCondLst>
                                    <p:cond delay="0"/>
                                  </p:stCondLst>
                                  <p:childTnLst>
                                    <p:set>
                                      <p:cBhvr>
                                        <p:cTn id="63" dur="1" fill="hold">
                                          <p:stCondLst>
                                            <p:cond delay="0"/>
                                          </p:stCondLst>
                                        </p:cTn>
                                        <p:tgtEl>
                                          <p:spTgt spid="67"/>
                                        </p:tgtEl>
                                        <p:attrNameLst>
                                          <p:attrName>style.visibility</p:attrName>
                                        </p:attrNameLst>
                                      </p:cBhvr>
                                      <p:to>
                                        <p:strVal val="visible"/>
                                      </p:to>
                                    </p:set>
                                    <p:animEffect transition="in" filter="fade">
                                      <p:cBhvr>
                                        <p:cTn id="64" dur="500"/>
                                        <p:tgtEl>
                                          <p:spTgt spid="67"/>
                                        </p:tgtEl>
                                      </p:cBhvr>
                                    </p:animEffect>
                                  </p:childTnLst>
                                </p:cTn>
                              </p:par>
                            </p:childTnLst>
                          </p:cTn>
                        </p:par>
                        <p:par>
                          <p:cTn id="65" fill="hold">
                            <p:stCondLst>
                              <p:cond delay="500"/>
                            </p:stCondLst>
                            <p:childTnLst>
                              <p:par>
                                <p:cTn id="66" presetID="53" presetClass="entr" presetSubtype="16" fill="hold" grpId="0" nodeType="afterEffect">
                                  <p:stCondLst>
                                    <p:cond delay="0"/>
                                  </p:stCondLst>
                                  <p:childTnLst>
                                    <p:set>
                                      <p:cBhvr>
                                        <p:cTn id="67" dur="1" fill="hold">
                                          <p:stCondLst>
                                            <p:cond delay="0"/>
                                          </p:stCondLst>
                                        </p:cTn>
                                        <p:tgtEl>
                                          <p:spTgt spid="76"/>
                                        </p:tgtEl>
                                        <p:attrNameLst>
                                          <p:attrName>style.visibility</p:attrName>
                                        </p:attrNameLst>
                                      </p:cBhvr>
                                      <p:to>
                                        <p:strVal val="visible"/>
                                      </p:to>
                                    </p:set>
                                    <p:anim calcmode="lin" valueType="num">
                                      <p:cBhvr>
                                        <p:cTn id="68" dur="500" fill="hold"/>
                                        <p:tgtEl>
                                          <p:spTgt spid="76"/>
                                        </p:tgtEl>
                                        <p:attrNameLst>
                                          <p:attrName>ppt_w</p:attrName>
                                        </p:attrNameLst>
                                      </p:cBhvr>
                                      <p:tavLst>
                                        <p:tav tm="0">
                                          <p:val>
                                            <p:fltVal val="0"/>
                                          </p:val>
                                        </p:tav>
                                        <p:tav tm="100000">
                                          <p:val>
                                            <p:strVal val="#ppt_w"/>
                                          </p:val>
                                        </p:tav>
                                      </p:tavLst>
                                    </p:anim>
                                    <p:anim calcmode="lin" valueType="num">
                                      <p:cBhvr>
                                        <p:cTn id="69" dur="500" fill="hold"/>
                                        <p:tgtEl>
                                          <p:spTgt spid="76"/>
                                        </p:tgtEl>
                                        <p:attrNameLst>
                                          <p:attrName>ppt_h</p:attrName>
                                        </p:attrNameLst>
                                      </p:cBhvr>
                                      <p:tavLst>
                                        <p:tav tm="0">
                                          <p:val>
                                            <p:fltVal val="0"/>
                                          </p:val>
                                        </p:tav>
                                        <p:tav tm="100000">
                                          <p:val>
                                            <p:strVal val="#ppt_h"/>
                                          </p:val>
                                        </p:tav>
                                      </p:tavLst>
                                    </p:anim>
                                    <p:animEffect transition="in" filter="fade">
                                      <p:cBhvr>
                                        <p:cTn id="70" dur="500"/>
                                        <p:tgtEl>
                                          <p:spTgt spid="76"/>
                                        </p:tgtEl>
                                      </p:cBhvr>
                                    </p:animEffect>
                                  </p:childTnLst>
                                </p:cTn>
                              </p:par>
                            </p:childTnLst>
                          </p:cTn>
                        </p:par>
                        <p:par>
                          <p:cTn id="71" fill="hold">
                            <p:stCondLst>
                              <p:cond delay="1000"/>
                            </p:stCondLst>
                            <p:childTnLst>
                              <p:par>
                                <p:cTn id="72" presetID="53" presetClass="entr" presetSubtype="16" fill="hold" grpId="0" nodeType="afterEffect">
                                  <p:stCondLst>
                                    <p:cond delay="0"/>
                                  </p:stCondLst>
                                  <p:childTnLst>
                                    <p:set>
                                      <p:cBhvr>
                                        <p:cTn id="73" dur="1" fill="hold">
                                          <p:stCondLst>
                                            <p:cond delay="0"/>
                                          </p:stCondLst>
                                        </p:cTn>
                                        <p:tgtEl>
                                          <p:spTgt spid="77"/>
                                        </p:tgtEl>
                                        <p:attrNameLst>
                                          <p:attrName>style.visibility</p:attrName>
                                        </p:attrNameLst>
                                      </p:cBhvr>
                                      <p:to>
                                        <p:strVal val="visible"/>
                                      </p:to>
                                    </p:set>
                                    <p:anim calcmode="lin" valueType="num">
                                      <p:cBhvr>
                                        <p:cTn id="74" dur="500" fill="hold"/>
                                        <p:tgtEl>
                                          <p:spTgt spid="77"/>
                                        </p:tgtEl>
                                        <p:attrNameLst>
                                          <p:attrName>ppt_w</p:attrName>
                                        </p:attrNameLst>
                                      </p:cBhvr>
                                      <p:tavLst>
                                        <p:tav tm="0">
                                          <p:val>
                                            <p:fltVal val="0"/>
                                          </p:val>
                                        </p:tav>
                                        <p:tav tm="100000">
                                          <p:val>
                                            <p:strVal val="#ppt_w"/>
                                          </p:val>
                                        </p:tav>
                                      </p:tavLst>
                                    </p:anim>
                                    <p:anim calcmode="lin" valueType="num">
                                      <p:cBhvr>
                                        <p:cTn id="75" dur="500" fill="hold"/>
                                        <p:tgtEl>
                                          <p:spTgt spid="77"/>
                                        </p:tgtEl>
                                        <p:attrNameLst>
                                          <p:attrName>ppt_h</p:attrName>
                                        </p:attrNameLst>
                                      </p:cBhvr>
                                      <p:tavLst>
                                        <p:tav tm="0">
                                          <p:val>
                                            <p:fltVal val="0"/>
                                          </p:val>
                                        </p:tav>
                                        <p:tav tm="100000">
                                          <p:val>
                                            <p:strVal val="#ppt_h"/>
                                          </p:val>
                                        </p:tav>
                                      </p:tavLst>
                                    </p:anim>
                                    <p:animEffect transition="in" filter="fade">
                                      <p:cBhvr>
                                        <p:cTn id="76" dur="500"/>
                                        <p:tgtEl>
                                          <p:spTgt spid="77"/>
                                        </p:tgtEl>
                                      </p:cBhvr>
                                    </p:animEffect>
                                  </p:childTnLst>
                                </p:cTn>
                              </p:par>
                            </p:childTnLst>
                          </p:cTn>
                        </p:par>
                        <p:par>
                          <p:cTn id="77" fill="hold">
                            <p:stCondLst>
                              <p:cond delay="1500"/>
                            </p:stCondLst>
                            <p:childTnLst>
                              <p:par>
                                <p:cTn id="78" presetID="53" presetClass="entr" presetSubtype="16" fill="hold" grpId="0" nodeType="afterEffect">
                                  <p:stCondLst>
                                    <p:cond delay="0"/>
                                  </p:stCondLst>
                                  <p:childTnLst>
                                    <p:set>
                                      <p:cBhvr>
                                        <p:cTn id="79" dur="1" fill="hold">
                                          <p:stCondLst>
                                            <p:cond delay="0"/>
                                          </p:stCondLst>
                                        </p:cTn>
                                        <p:tgtEl>
                                          <p:spTgt spid="78"/>
                                        </p:tgtEl>
                                        <p:attrNameLst>
                                          <p:attrName>style.visibility</p:attrName>
                                        </p:attrNameLst>
                                      </p:cBhvr>
                                      <p:to>
                                        <p:strVal val="visible"/>
                                      </p:to>
                                    </p:set>
                                    <p:anim calcmode="lin" valueType="num">
                                      <p:cBhvr>
                                        <p:cTn id="80" dur="500" fill="hold"/>
                                        <p:tgtEl>
                                          <p:spTgt spid="78"/>
                                        </p:tgtEl>
                                        <p:attrNameLst>
                                          <p:attrName>ppt_w</p:attrName>
                                        </p:attrNameLst>
                                      </p:cBhvr>
                                      <p:tavLst>
                                        <p:tav tm="0">
                                          <p:val>
                                            <p:fltVal val="0"/>
                                          </p:val>
                                        </p:tav>
                                        <p:tav tm="100000">
                                          <p:val>
                                            <p:strVal val="#ppt_w"/>
                                          </p:val>
                                        </p:tav>
                                      </p:tavLst>
                                    </p:anim>
                                    <p:anim calcmode="lin" valueType="num">
                                      <p:cBhvr>
                                        <p:cTn id="81" dur="500" fill="hold"/>
                                        <p:tgtEl>
                                          <p:spTgt spid="78"/>
                                        </p:tgtEl>
                                        <p:attrNameLst>
                                          <p:attrName>ppt_h</p:attrName>
                                        </p:attrNameLst>
                                      </p:cBhvr>
                                      <p:tavLst>
                                        <p:tav tm="0">
                                          <p:val>
                                            <p:fltVal val="0"/>
                                          </p:val>
                                        </p:tav>
                                        <p:tav tm="100000">
                                          <p:val>
                                            <p:strVal val="#ppt_h"/>
                                          </p:val>
                                        </p:tav>
                                      </p:tavLst>
                                    </p:anim>
                                    <p:animEffect transition="in" filter="fade">
                                      <p:cBhvr>
                                        <p:cTn id="82" dur="500"/>
                                        <p:tgtEl>
                                          <p:spTgt spid="78"/>
                                        </p:tgtEl>
                                      </p:cBhvr>
                                    </p:animEffect>
                                  </p:childTnLst>
                                </p:cTn>
                              </p:par>
                            </p:childTnLst>
                          </p:cTn>
                        </p:par>
                        <p:par>
                          <p:cTn id="83" fill="hold">
                            <p:stCondLst>
                              <p:cond delay="2000"/>
                            </p:stCondLst>
                            <p:childTnLst>
                              <p:par>
                                <p:cTn id="84" presetID="53" presetClass="entr" presetSubtype="16" fill="hold" grpId="0" nodeType="afterEffect">
                                  <p:stCondLst>
                                    <p:cond delay="0"/>
                                  </p:stCondLst>
                                  <p:childTnLst>
                                    <p:set>
                                      <p:cBhvr>
                                        <p:cTn id="85" dur="1" fill="hold">
                                          <p:stCondLst>
                                            <p:cond delay="0"/>
                                          </p:stCondLst>
                                        </p:cTn>
                                        <p:tgtEl>
                                          <p:spTgt spid="79"/>
                                        </p:tgtEl>
                                        <p:attrNameLst>
                                          <p:attrName>style.visibility</p:attrName>
                                        </p:attrNameLst>
                                      </p:cBhvr>
                                      <p:to>
                                        <p:strVal val="visible"/>
                                      </p:to>
                                    </p:set>
                                    <p:anim calcmode="lin" valueType="num">
                                      <p:cBhvr>
                                        <p:cTn id="86" dur="500" fill="hold"/>
                                        <p:tgtEl>
                                          <p:spTgt spid="79"/>
                                        </p:tgtEl>
                                        <p:attrNameLst>
                                          <p:attrName>ppt_w</p:attrName>
                                        </p:attrNameLst>
                                      </p:cBhvr>
                                      <p:tavLst>
                                        <p:tav tm="0">
                                          <p:val>
                                            <p:fltVal val="0"/>
                                          </p:val>
                                        </p:tav>
                                        <p:tav tm="100000">
                                          <p:val>
                                            <p:strVal val="#ppt_w"/>
                                          </p:val>
                                        </p:tav>
                                      </p:tavLst>
                                    </p:anim>
                                    <p:anim calcmode="lin" valueType="num">
                                      <p:cBhvr>
                                        <p:cTn id="87" dur="500" fill="hold"/>
                                        <p:tgtEl>
                                          <p:spTgt spid="79"/>
                                        </p:tgtEl>
                                        <p:attrNameLst>
                                          <p:attrName>ppt_h</p:attrName>
                                        </p:attrNameLst>
                                      </p:cBhvr>
                                      <p:tavLst>
                                        <p:tav tm="0">
                                          <p:val>
                                            <p:fltVal val="0"/>
                                          </p:val>
                                        </p:tav>
                                        <p:tav tm="100000">
                                          <p:val>
                                            <p:strVal val="#ppt_h"/>
                                          </p:val>
                                        </p:tav>
                                      </p:tavLst>
                                    </p:anim>
                                    <p:animEffect transition="in" filter="fade">
                                      <p:cBhvr>
                                        <p:cTn id="88" dur="5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2" grpId="0"/>
      <p:bldP spid="76" grpId="0" animBg="1"/>
      <p:bldP spid="77" grpId="0" animBg="1"/>
      <p:bldP spid="78" grpId="0" animBg="1"/>
      <p:bldP spid="79"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027304"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SIMPLE PRICE TABLE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42</a:t>
            </a:r>
          </a:p>
        </p:txBody>
      </p:sp>
      <p:sp>
        <p:nvSpPr>
          <p:cNvPr id="5" name="Oval 4"/>
          <p:cNvSpPr/>
          <p:nvPr/>
        </p:nvSpPr>
        <p:spPr>
          <a:xfrm>
            <a:off x="2127590" y="1903630"/>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95$</a:t>
            </a:r>
          </a:p>
          <a:p>
            <a:pPr algn="ctr"/>
            <a:r>
              <a:rPr lang="en-US" sz="900">
                <a:solidFill>
                  <a:schemeClr val="tx1">
                    <a:lumMod val="65000"/>
                    <a:lumOff val="35000"/>
                  </a:schemeClr>
                </a:solidFill>
                <a:latin typeface="Abel" panose="02000506030000020004" pitchFamily="2" charset="0"/>
              </a:rPr>
              <a:t>MONTHLY</a:t>
            </a:r>
          </a:p>
        </p:txBody>
      </p:sp>
      <p:sp>
        <p:nvSpPr>
          <p:cNvPr id="11" name="Arc 10"/>
          <p:cNvSpPr/>
          <p:nvPr/>
        </p:nvSpPr>
        <p:spPr>
          <a:xfrm>
            <a:off x="2224549" y="2031220"/>
            <a:ext cx="1104706" cy="1104706"/>
          </a:xfrm>
          <a:prstGeom prst="arc">
            <a:avLst>
              <a:gd name="adj1" fmla="val 16200000"/>
              <a:gd name="adj2" fmla="val 2817432"/>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3973959" y="1661485"/>
            <a:ext cx="41549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14" name="TextBox 13"/>
          <p:cNvSpPr txBox="1"/>
          <p:nvPr/>
        </p:nvSpPr>
        <p:spPr>
          <a:xfrm>
            <a:off x="4389457" y="1730735"/>
            <a:ext cx="1197764"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Free Live Support</a:t>
            </a:r>
          </a:p>
        </p:txBody>
      </p:sp>
      <p:sp>
        <p:nvSpPr>
          <p:cNvPr id="16" name="Rectangle 15"/>
          <p:cNvSpPr/>
          <p:nvPr/>
        </p:nvSpPr>
        <p:spPr>
          <a:xfrm>
            <a:off x="3973959" y="2153100"/>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17" name="TextBox 16"/>
          <p:cNvSpPr txBox="1"/>
          <p:nvPr/>
        </p:nvSpPr>
        <p:spPr>
          <a:xfrm>
            <a:off x="4405487" y="2222350"/>
            <a:ext cx="1055097"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Unlimited User</a:t>
            </a:r>
          </a:p>
        </p:txBody>
      </p:sp>
      <p:sp>
        <p:nvSpPr>
          <p:cNvPr id="19" name="Rectangle 18"/>
          <p:cNvSpPr/>
          <p:nvPr/>
        </p:nvSpPr>
        <p:spPr>
          <a:xfrm>
            <a:off x="3973959" y="2644715"/>
            <a:ext cx="431528" cy="369332"/>
          </a:xfrm>
          <a:prstGeom prst="rect">
            <a:avLst/>
          </a:prstGeom>
        </p:spPr>
        <p:txBody>
          <a:bodyPr wrap="none">
            <a:spAutoFit/>
          </a:bodyPr>
          <a:lstStyle/>
          <a:p>
            <a:r>
              <a:rPr lang="en-US">
                <a:solidFill>
                  <a:schemeClr val="bg1">
                    <a:lumMod val="75000"/>
                  </a:schemeClr>
                </a:solidFill>
                <a:latin typeface="FontAwesome" pitchFamily="2" charset="0"/>
              </a:rPr>
              <a:t></a:t>
            </a:r>
            <a:endParaRPr lang="en-US">
              <a:solidFill>
                <a:schemeClr val="bg1">
                  <a:lumMod val="75000"/>
                </a:schemeClr>
              </a:solidFill>
            </a:endParaRPr>
          </a:p>
        </p:txBody>
      </p:sp>
      <p:sp>
        <p:nvSpPr>
          <p:cNvPr id="20" name="TextBox 19"/>
          <p:cNvSpPr txBox="1"/>
          <p:nvPr/>
        </p:nvSpPr>
        <p:spPr>
          <a:xfrm>
            <a:off x="4405487" y="2713965"/>
            <a:ext cx="1114408"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Powerful Options</a:t>
            </a:r>
          </a:p>
        </p:txBody>
      </p:sp>
      <p:sp>
        <p:nvSpPr>
          <p:cNvPr id="22" name="Rectangle 21"/>
          <p:cNvSpPr/>
          <p:nvPr/>
        </p:nvSpPr>
        <p:spPr>
          <a:xfrm>
            <a:off x="3973959" y="3136329"/>
            <a:ext cx="381836" cy="369332"/>
          </a:xfrm>
          <a:prstGeom prst="rect">
            <a:avLst/>
          </a:prstGeom>
        </p:spPr>
        <p:txBody>
          <a:bodyPr wrap="none">
            <a:spAutoFit/>
          </a:bodyPr>
          <a:lstStyle/>
          <a:p>
            <a:r>
              <a:rPr lang="en-US">
                <a:solidFill>
                  <a:schemeClr val="bg1">
                    <a:lumMod val="75000"/>
                  </a:schemeClr>
                </a:solidFill>
                <a:latin typeface="FontAwesome" pitchFamily="2" charset="0"/>
              </a:rPr>
              <a:t></a:t>
            </a:r>
            <a:endParaRPr lang="en-US">
              <a:solidFill>
                <a:schemeClr val="bg1">
                  <a:lumMod val="75000"/>
                </a:schemeClr>
              </a:solidFill>
            </a:endParaRPr>
          </a:p>
        </p:txBody>
      </p:sp>
      <p:sp>
        <p:nvSpPr>
          <p:cNvPr id="23" name="TextBox 22"/>
          <p:cNvSpPr txBox="1"/>
          <p:nvPr/>
        </p:nvSpPr>
        <p:spPr>
          <a:xfrm>
            <a:off x="4355795" y="3203209"/>
            <a:ext cx="1117614"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sp>
        <p:nvSpPr>
          <p:cNvPr id="25" name="TextBox 24"/>
          <p:cNvSpPr txBox="1"/>
          <p:nvPr/>
        </p:nvSpPr>
        <p:spPr>
          <a:xfrm>
            <a:off x="1184383" y="2398907"/>
            <a:ext cx="727443" cy="369332"/>
          </a:xfrm>
          <a:prstGeom prst="rect">
            <a:avLst/>
          </a:prstGeom>
          <a:noFill/>
        </p:spPr>
        <p:txBody>
          <a:bodyPr wrap="none" rtlCol="0">
            <a:spAutoFit/>
          </a:bodyPr>
          <a:lstStyle/>
          <a:p>
            <a:pPr algn="r"/>
            <a:r>
              <a:rPr lang="en-US">
                <a:solidFill>
                  <a:schemeClr val="tx1">
                    <a:lumMod val="65000"/>
                    <a:lumOff val="35000"/>
                  </a:schemeClr>
                </a:solidFill>
                <a:latin typeface="Abel" panose="02000506030000020004" pitchFamily="2" charset="0"/>
              </a:rPr>
              <a:t>BASIC</a:t>
            </a:r>
          </a:p>
        </p:txBody>
      </p:sp>
      <p:sp>
        <p:nvSpPr>
          <p:cNvPr id="27" name="Oval 26"/>
          <p:cNvSpPr/>
          <p:nvPr/>
        </p:nvSpPr>
        <p:spPr>
          <a:xfrm>
            <a:off x="2127590" y="4331880"/>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150$</a:t>
            </a:r>
          </a:p>
          <a:p>
            <a:pPr algn="ctr"/>
            <a:r>
              <a:rPr lang="en-US" sz="900">
                <a:solidFill>
                  <a:schemeClr val="tx1">
                    <a:lumMod val="65000"/>
                    <a:lumOff val="35000"/>
                  </a:schemeClr>
                </a:solidFill>
                <a:latin typeface="Abel" panose="02000506030000020004" pitchFamily="2" charset="0"/>
              </a:rPr>
              <a:t>MONTHLY</a:t>
            </a:r>
          </a:p>
        </p:txBody>
      </p:sp>
      <p:sp>
        <p:nvSpPr>
          <p:cNvPr id="28" name="Arc 27"/>
          <p:cNvSpPr/>
          <p:nvPr/>
        </p:nvSpPr>
        <p:spPr>
          <a:xfrm>
            <a:off x="2224549" y="4459470"/>
            <a:ext cx="1104706" cy="1104706"/>
          </a:xfrm>
          <a:prstGeom prst="arc">
            <a:avLst>
              <a:gd name="adj1" fmla="val 16200000"/>
              <a:gd name="adj2" fmla="val 10030165"/>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p:nvSpPr>
        <p:spPr>
          <a:xfrm>
            <a:off x="3973959" y="4089735"/>
            <a:ext cx="41549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41" name="TextBox 40"/>
          <p:cNvSpPr txBox="1"/>
          <p:nvPr/>
        </p:nvSpPr>
        <p:spPr>
          <a:xfrm>
            <a:off x="4389457" y="4158985"/>
            <a:ext cx="1197764"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Free Live Support</a:t>
            </a:r>
          </a:p>
        </p:txBody>
      </p:sp>
      <p:sp>
        <p:nvSpPr>
          <p:cNvPr id="38" name="Rectangle 37"/>
          <p:cNvSpPr/>
          <p:nvPr/>
        </p:nvSpPr>
        <p:spPr>
          <a:xfrm>
            <a:off x="3973959" y="4581350"/>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39" name="TextBox 38"/>
          <p:cNvSpPr txBox="1"/>
          <p:nvPr/>
        </p:nvSpPr>
        <p:spPr>
          <a:xfrm>
            <a:off x="4405487" y="4650600"/>
            <a:ext cx="1055097"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Unlimited User</a:t>
            </a:r>
          </a:p>
        </p:txBody>
      </p:sp>
      <p:sp>
        <p:nvSpPr>
          <p:cNvPr id="36" name="Rectangle 35"/>
          <p:cNvSpPr/>
          <p:nvPr/>
        </p:nvSpPr>
        <p:spPr>
          <a:xfrm>
            <a:off x="3973959" y="5072965"/>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37" name="TextBox 36"/>
          <p:cNvSpPr txBox="1"/>
          <p:nvPr/>
        </p:nvSpPr>
        <p:spPr>
          <a:xfrm>
            <a:off x="4405487" y="5142215"/>
            <a:ext cx="1191352"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Powerful Options</a:t>
            </a:r>
          </a:p>
        </p:txBody>
      </p:sp>
      <p:sp>
        <p:nvSpPr>
          <p:cNvPr id="34" name="Rectangle 33"/>
          <p:cNvSpPr/>
          <p:nvPr/>
        </p:nvSpPr>
        <p:spPr>
          <a:xfrm>
            <a:off x="3973959" y="5564579"/>
            <a:ext cx="381836"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35" name="TextBox 34"/>
          <p:cNvSpPr txBox="1"/>
          <p:nvPr/>
        </p:nvSpPr>
        <p:spPr>
          <a:xfrm>
            <a:off x="4355795" y="5631459"/>
            <a:ext cx="119455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sp>
        <p:nvSpPr>
          <p:cNvPr id="42" name="TextBox 41"/>
          <p:cNvSpPr txBox="1"/>
          <p:nvPr/>
        </p:nvSpPr>
        <p:spPr>
          <a:xfrm>
            <a:off x="776579" y="4827157"/>
            <a:ext cx="1135247" cy="369332"/>
          </a:xfrm>
          <a:prstGeom prst="rect">
            <a:avLst/>
          </a:prstGeom>
          <a:noFill/>
        </p:spPr>
        <p:txBody>
          <a:bodyPr wrap="none" rtlCol="0">
            <a:spAutoFit/>
          </a:bodyPr>
          <a:lstStyle/>
          <a:p>
            <a:pPr algn="r"/>
            <a:r>
              <a:rPr lang="en-US">
                <a:solidFill>
                  <a:schemeClr val="tx1">
                    <a:lumMod val="65000"/>
                    <a:lumOff val="35000"/>
                  </a:schemeClr>
                </a:solidFill>
                <a:latin typeface="Abel" panose="02000506030000020004" pitchFamily="2" charset="0"/>
              </a:rPr>
              <a:t>ADVENCED</a:t>
            </a:r>
          </a:p>
        </p:txBody>
      </p:sp>
      <p:sp>
        <p:nvSpPr>
          <p:cNvPr id="44" name="Oval 43"/>
          <p:cNvSpPr/>
          <p:nvPr/>
        </p:nvSpPr>
        <p:spPr>
          <a:xfrm>
            <a:off x="7837274" y="1903630"/>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100$</a:t>
            </a:r>
          </a:p>
          <a:p>
            <a:pPr algn="ctr"/>
            <a:r>
              <a:rPr lang="en-US" sz="900">
                <a:solidFill>
                  <a:schemeClr val="tx1">
                    <a:lumMod val="65000"/>
                    <a:lumOff val="35000"/>
                  </a:schemeClr>
                </a:solidFill>
                <a:latin typeface="Abel" panose="02000506030000020004" pitchFamily="2" charset="0"/>
              </a:rPr>
              <a:t>MONTHLY</a:t>
            </a:r>
          </a:p>
        </p:txBody>
      </p:sp>
      <p:sp>
        <p:nvSpPr>
          <p:cNvPr id="45" name="Arc 44"/>
          <p:cNvSpPr/>
          <p:nvPr/>
        </p:nvSpPr>
        <p:spPr>
          <a:xfrm>
            <a:off x="7934233" y="2031220"/>
            <a:ext cx="1104706" cy="1104706"/>
          </a:xfrm>
          <a:prstGeom prst="arc">
            <a:avLst>
              <a:gd name="adj1" fmla="val 16200000"/>
              <a:gd name="adj2" fmla="val 6151363"/>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p:cNvSpPr/>
          <p:nvPr/>
        </p:nvSpPr>
        <p:spPr>
          <a:xfrm>
            <a:off x="9683643" y="1661485"/>
            <a:ext cx="41549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58" name="TextBox 57"/>
          <p:cNvSpPr txBox="1"/>
          <p:nvPr/>
        </p:nvSpPr>
        <p:spPr>
          <a:xfrm>
            <a:off x="10099141" y="1730735"/>
            <a:ext cx="1197764"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Free Live Support</a:t>
            </a:r>
          </a:p>
        </p:txBody>
      </p:sp>
      <p:sp>
        <p:nvSpPr>
          <p:cNvPr id="55" name="Rectangle 54"/>
          <p:cNvSpPr/>
          <p:nvPr/>
        </p:nvSpPr>
        <p:spPr>
          <a:xfrm>
            <a:off x="9683643" y="2153100"/>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56" name="TextBox 55"/>
          <p:cNvSpPr txBox="1"/>
          <p:nvPr/>
        </p:nvSpPr>
        <p:spPr>
          <a:xfrm>
            <a:off x="10115171" y="2222350"/>
            <a:ext cx="1055097"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Unlimited User</a:t>
            </a:r>
          </a:p>
        </p:txBody>
      </p:sp>
      <p:sp>
        <p:nvSpPr>
          <p:cNvPr id="53" name="Rectangle 52"/>
          <p:cNvSpPr/>
          <p:nvPr/>
        </p:nvSpPr>
        <p:spPr>
          <a:xfrm>
            <a:off x="9683643" y="2644715"/>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54" name="TextBox 53"/>
          <p:cNvSpPr txBox="1"/>
          <p:nvPr/>
        </p:nvSpPr>
        <p:spPr>
          <a:xfrm>
            <a:off x="10115171" y="2713965"/>
            <a:ext cx="1191352"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Powerful Options</a:t>
            </a:r>
          </a:p>
        </p:txBody>
      </p:sp>
      <p:grpSp>
        <p:nvGrpSpPr>
          <p:cNvPr id="50" name="Group 49"/>
          <p:cNvGrpSpPr/>
          <p:nvPr/>
        </p:nvGrpSpPr>
        <p:grpSpPr>
          <a:xfrm>
            <a:off x="9683643" y="3136329"/>
            <a:ext cx="1499450" cy="369332"/>
            <a:chOff x="4386782" y="3844078"/>
            <a:chExt cx="1499450" cy="369332"/>
          </a:xfrm>
        </p:grpSpPr>
        <p:sp>
          <p:nvSpPr>
            <p:cNvPr id="51" name="Rectangle 50"/>
            <p:cNvSpPr/>
            <p:nvPr/>
          </p:nvSpPr>
          <p:spPr>
            <a:xfrm>
              <a:off x="4386782" y="3844078"/>
              <a:ext cx="381836" cy="369332"/>
            </a:xfrm>
            <a:prstGeom prst="rect">
              <a:avLst/>
            </a:prstGeom>
          </p:spPr>
          <p:txBody>
            <a:bodyPr wrap="none">
              <a:spAutoFit/>
            </a:bodyPr>
            <a:lstStyle/>
            <a:p>
              <a:r>
                <a:rPr lang="en-US">
                  <a:solidFill>
                    <a:schemeClr val="bg1">
                      <a:lumMod val="75000"/>
                    </a:schemeClr>
                  </a:solidFill>
                  <a:latin typeface="FontAwesome" pitchFamily="2" charset="0"/>
                </a:rPr>
                <a:t></a:t>
              </a:r>
              <a:endParaRPr lang="en-US">
                <a:solidFill>
                  <a:schemeClr val="bg1">
                    <a:lumMod val="75000"/>
                  </a:schemeClr>
                </a:solidFill>
              </a:endParaRPr>
            </a:p>
          </p:txBody>
        </p:sp>
        <p:sp>
          <p:nvSpPr>
            <p:cNvPr id="52" name="TextBox 51"/>
            <p:cNvSpPr txBox="1"/>
            <p:nvPr/>
          </p:nvSpPr>
          <p:spPr>
            <a:xfrm>
              <a:off x="4768618" y="3910958"/>
              <a:ext cx="1117614"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grpSp>
      <p:sp>
        <p:nvSpPr>
          <p:cNvPr id="59" name="TextBox 58"/>
          <p:cNvSpPr txBox="1"/>
          <p:nvPr/>
        </p:nvSpPr>
        <p:spPr>
          <a:xfrm>
            <a:off x="6467027" y="2398907"/>
            <a:ext cx="1154483" cy="369332"/>
          </a:xfrm>
          <a:prstGeom prst="rect">
            <a:avLst/>
          </a:prstGeom>
          <a:noFill/>
        </p:spPr>
        <p:txBody>
          <a:bodyPr wrap="none" rtlCol="0">
            <a:spAutoFit/>
          </a:bodyPr>
          <a:lstStyle/>
          <a:p>
            <a:pPr algn="r"/>
            <a:r>
              <a:rPr lang="en-US">
                <a:solidFill>
                  <a:schemeClr val="tx1">
                    <a:lumMod val="65000"/>
                    <a:lumOff val="35000"/>
                  </a:schemeClr>
                </a:solidFill>
                <a:latin typeface="Abel" panose="02000506030000020004" pitchFamily="2" charset="0"/>
              </a:rPr>
              <a:t>EXCLUSIVE</a:t>
            </a:r>
          </a:p>
        </p:txBody>
      </p:sp>
      <p:sp>
        <p:nvSpPr>
          <p:cNvPr id="61" name="Oval 60"/>
          <p:cNvSpPr/>
          <p:nvPr/>
        </p:nvSpPr>
        <p:spPr>
          <a:xfrm>
            <a:off x="7827656" y="4328813"/>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250$</a:t>
            </a:r>
          </a:p>
          <a:p>
            <a:pPr algn="ctr"/>
            <a:r>
              <a:rPr lang="en-US" sz="900">
                <a:solidFill>
                  <a:schemeClr val="tx1">
                    <a:lumMod val="65000"/>
                    <a:lumOff val="35000"/>
                  </a:schemeClr>
                </a:solidFill>
                <a:latin typeface="Abel" panose="02000506030000020004" pitchFamily="2" charset="0"/>
              </a:rPr>
              <a:t>MONTHLY</a:t>
            </a:r>
          </a:p>
        </p:txBody>
      </p:sp>
      <p:sp>
        <p:nvSpPr>
          <p:cNvPr id="62" name="Arc 61"/>
          <p:cNvSpPr/>
          <p:nvPr/>
        </p:nvSpPr>
        <p:spPr>
          <a:xfrm>
            <a:off x="7924615" y="4456403"/>
            <a:ext cx="1104706" cy="1104706"/>
          </a:xfrm>
          <a:prstGeom prst="arc">
            <a:avLst>
              <a:gd name="adj1" fmla="val 16200000"/>
              <a:gd name="adj2" fmla="val 14631255"/>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p:cNvSpPr/>
          <p:nvPr/>
        </p:nvSpPr>
        <p:spPr>
          <a:xfrm>
            <a:off x="9674025" y="4086668"/>
            <a:ext cx="41549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75" name="TextBox 74"/>
          <p:cNvSpPr txBox="1"/>
          <p:nvPr/>
        </p:nvSpPr>
        <p:spPr>
          <a:xfrm>
            <a:off x="10089523" y="4155918"/>
            <a:ext cx="1197764"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Free Live Support</a:t>
            </a:r>
          </a:p>
        </p:txBody>
      </p:sp>
      <p:sp>
        <p:nvSpPr>
          <p:cNvPr id="72" name="Rectangle 71"/>
          <p:cNvSpPr/>
          <p:nvPr/>
        </p:nvSpPr>
        <p:spPr>
          <a:xfrm>
            <a:off x="9674025" y="4578283"/>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73" name="TextBox 72"/>
          <p:cNvSpPr txBox="1"/>
          <p:nvPr/>
        </p:nvSpPr>
        <p:spPr>
          <a:xfrm>
            <a:off x="10105553" y="4647533"/>
            <a:ext cx="1055097"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Unlimited User</a:t>
            </a:r>
          </a:p>
        </p:txBody>
      </p:sp>
      <p:sp>
        <p:nvSpPr>
          <p:cNvPr id="70" name="Rectangle 69"/>
          <p:cNvSpPr/>
          <p:nvPr/>
        </p:nvSpPr>
        <p:spPr>
          <a:xfrm>
            <a:off x="9674025" y="5069898"/>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71" name="TextBox 70"/>
          <p:cNvSpPr txBox="1"/>
          <p:nvPr/>
        </p:nvSpPr>
        <p:spPr>
          <a:xfrm>
            <a:off x="10105553" y="5139148"/>
            <a:ext cx="1191352"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Powerful Options</a:t>
            </a:r>
          </a:p>
        </p:txBody>
      </p:sp>
      <p:sp>
        <p:nvSpPr>
          <p:cNvPr id="68" name="Rectangle 67"/>
          <p:cNvSpPr/>
          <p:nvPr/>
        </p:nvSpPr>
        <p:spPr>
          <a:xfrm>
            <a:off x="9674025" y="5561512"/>
            <a:ext cx="381836"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69" name="TextBox 68"/>
          <p:cNvSpPr txBox="1"/>
          <p:nvPr/>
        </p:nvSpPr>
        <p:spPr>
          <a:xfrm>
            <a:off x="10055861" y="5628392"/>
            <a:ext cx="119455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sp>
        <p:nvSpPr>
          <p:cNvPr id="76" name="TextBox 75"/>
          <p:cNvSpPr txBox="1"/>
          <p:nvPr/>
        </p:nvSpPr>
        <p:spPr>
          <a:xfrm>
            <a:off x="6083909" y="4824090"/>
            <a:ext cx="1527983" cy="369332"/>
          </a:xfrm>
          <a:prstGeom prst="rect">
            <a:avLst/>
          </a:prstGeom>
          <a:noFill/>
        </p:spPr>
        <p:txBody>
          <a:bodyPr wrap="none" rtlCol="0">
            <a:spAutoFit/>
          </a:bodyPr>
          <a:lstStyle/>
          <a:p>
            <a:pPr algn="r"/>
            <a:r>
              <a:rPr lang="en-US">
                <a:solidFill>
                  <a:schemeClr val="tx1">
                    <a:lumMod val="65000"/>
                    <a:lumOff val="35000"/>
                  </a:schemeClr>
                </a:solidFill>
                <a:latin typeface="Abel" panose="02000506030000020004" pitchFamily="2" charset="0"/>
              </a:rPr>
              <a:t>PROFESSIONAL</a:t>
            </a:r>
          </a:p>
        </p:txBody>
      </p:sp>
      <p:cxnSp>
        <p:nvCxnSpPr>
          <p:cNvPr id="78" name="Straight Connector 77"/>
          <p:cNvCxnSpPr>
            <a:stCxn id="25" idx="3"/>
            <a:endCxn id="5" idx="2"/>
          </p:cNvCxnSpPr>
          <p:nvPr/>
        </p:nvCxnSpPr>
        <p:spPr>
          <a:xfrm>
            <a:off x="1911826" y="2583573"/>
            <a:ext cx="215764" cy="1"/>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a:stCxn id="42" idx="3"/>
            <a:endCxn id="27" idx="2"/>
          </p:cNvCxnSpPr>
          <p:nvPr/>
        </p:nvCxnSpPr>
        <p:spPr>
          <a:xfrm>
            <a:off x="1911826" y="5011823"/>
            <a:ext cx="215764" cy="1"/>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59" idx="3"/>
            <a:endCxn id="44" idx="2"/>
          </p:cNvCxnSpPr>
          <p:nvPr/>
        </p:nvCxnSpPr>
        <p:spPr>
          <a:xfrm>
            <a:off x="7621510" y="2583573"/>
            <a:ext cx="215764" cy="1"/>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a:stCxn id="76" idx="3"/>
            <a:endCxn id="61" idx="2"/>
          </p:cNvCxnSpPr>
          <p:nvPr/>
        </p:nvCxnSpPr>
        <p:spPr>
          <a:xfrm>
            <a:off x="7611892" y="5008756"/>
            <a:ext cx="215764" cy="1"/>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80604039"/>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890552"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TWO COLUMN TEXT LAYOUT</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43</a:t>
            </a:r>
          </a:p>
        </p:txBody>
      </p:sp>
      <p:sp>
        <p:nvSpPr>
          <p:cNvPr id="11" name="TextBox 10"/>
          <p:cNvSpPr txBox="1"/>
          <p:nvPr/>
        </p:nvSpPr>
        <p:spPr>
          <a:xfrm>
            <a:off x="775427" y="1706686"/>
            <a:ext cx="4948619" cy="1200329"/>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sp>
        <p:nvSpPr>
          <p:cNvPr id="7" name="Arc 6"/>
          <p:cNvSpPr/>
          <p:nvPr/>
        </p:nvSpPr>
        <p:spPr>
          <a:xfrm>
            <a:off x="936745" y="3145089"/>
            <a:ext cx="1084521" cy="1084521"/>
          </a:xfrm>
          <a:prstGeom prst="arc">
            <a:avLst>
              <a:gd name="adj1" fmla="val 16200000"/>
              <a:gd name="adj2" fmla="val 13818056"/>
            </a:avLst>
          </a:prstGeom>
          <a:ln w="635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 name="Rectangle 12"/>
          <p:cNvSpPr/>
          <p:nvPr/>
        </p:nvSpPr>
        <p:spPr>
          <a:xfrm>
            <a:off x="1288087" y="3502683"/>
            <a:ext cx="381836" cy="369332"/>
          </a:xfrm>
          <a:prstGeom prst="rect">
            <a:avLst/>
          </a:prstGeom>
        </p:spPr>
        <p:txBody>
          <a:bodyPr wrap="none">
            <a:spAutoFit/>
          </a:bodyPr>
          <a:lstStyle/>
          <a:p>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4" name="Arc 13"/>
          <p:cNvSpPr/>
          <p:nvPr/>
        </p:nvSpPr>
        <p:spPr>
          <a:xfrm>
            <a:off x="2712383" y="3145089"/>
            <a:ext cx="1084521" cy="1084521"/>
          </a:xfrm>
          <a:prstGeom prst="arc">
            <a:avLst>
              <a:gd name="adj1" fmla="val 16200000"/>
              <a:gd name="adj2" fmla="val 5912808"/>
            </a:avLst>
          </a:prstGeom>
          <a:ln w="635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5" name="Rectangle 14"/>
          <p:cNvSpPr/>
          <p:nvPr/>
        </p:nvSpPr>
        <p:spPr>
          <a:xfrm>
            <a:off x="3046894" y="3502683"/>
            <a:ext cx="415498" cy="369332"/>
          </a:xfrm>
          <a:prstGeom prst="rect">
            <a:avLst/>
          </a:prstGeom>
        </p:spPr>
        <p:txBody>
          <a:bodyPr wrap="none">
            <a:spAutoFit/>
          </a:bodyPr>
          <a:lstStyle/>
          <a:p>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6" name="Arc 15"/>
          <p:cNvSpPr/>
          <p:nvPr/>
        </p:nvSpPr>
        <p:spPr>
          <a:xfrm>
            <a:off x="4488021" y="3145089"/>
            <a:ext cx="1084521" cy="1084521"/>
          </a:xfrm>
          <a:prstGeom prst="arc">
            <a:avLst>
              <a:gd name="adj1" fmla="val 16200000"/>
              <a:gd name="adj2" fmla="val 10626293"/>
            </a:avLst>
          </a:prstGeom>
          <a:ln w="635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7" name="Rectangle 16"/>
          <p:cNvSpPr/>
          <p:nvPr/>
        </p:nvSpPr>
        <p:spPr>
          <a:xfrm>
            <a:off x="4822532" y="3502683"/>
            <a:ext cx="415498" cy="369332"/>
          </a:xfrm>
          <a:prstGeom prst="rect">
            <a:avLst/>
          </a:prstGeom>
        </p:spPr>
        <p:txBody>
          <a:bodyPr wrap="none">
            <a:spAutoFit/>
          </a:bodyPr>
          <a:lstStyle/>
          <a:p>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8" name="TextBox 17"/>
          <p:cNvSpPr txBox="1"/>
          <p:nvPr/>
        </p:nvSpPr>
        <p:spPr>
          <a:xfrm>
            <a:off x="785240" y="4507000"/>
            <a:ext cx="1236026" cy="1738938"/>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95%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9" name="TextBox 18"/>
          <p:cNvSpPr txBox="1"/>
          <p:nvPr/>
        </p:nvSpPr>
        <p:spPr>
          <a:xfrm>
            <a:off x="2636630" y="4507000"/>
            <a:ext cx="1236026" cy="1738938"/>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52%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TextBox 19"/>
          <p:cNvSpPr txBox="1"/>
          <p:nvPr/>
        </p:nvSpPr>
        <p:spPr>
          <a:xfrm>
            <a:off x="4488020" y="4507000"/>
            <a:ext cx="1236026" cy="1738938"/>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85%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2" name="TextBox 21"/>
          <p:cNvSpPr txBox="1"/>
          <p:nvPr/>
        </p:nvSpPr>
        <p:spPr>
          <a:xfrm>
            <a:off x="6096000" y="1706686"/>
            <a:ext cx="4948619" cy="1200329"/>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sp>
        <p:nvSpPr>
          <p:cNvPr id="24" name="TextBox 23"/>
          <p:cNvSpPr txBox="1"/>
          <p:nvPr/>
        </p:nvSpPr>
        <p:spPr>
          <a:xfrm>
            <a:off x="6096000" y="3145089"/>
            <a:ext cx="4948619" cy="1200329"/>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graphicFrame>
        <p:nvGraphicFramePr>
          <p:cNvPr id="32" name="Chart 31"/>
          <p:cNvGraphicFramePr/>
          <p:nvPr>
            <p:extLst>
              <p:ext uri="{D42A27DB-BD31-4B8C-83A1-F6EECF244321}">
                <p14:modId xmlns:p14="http://schemas.microsoft.com/office/powerpoint/2010/main" val="680144180"/>
              </p:ext>
            </p:extLst>
          </p:nvPr>
        </p:nvGraphicFramePr>
        <p:xfrm>
          <a:off x="6096000" y="4688958"/>
          <a:ext cx="5181600" cy="1483242"/>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1108068"/>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44</a:t>
            </a:r>
          </a:p>
        </p:txBody>
      </p:sp>
      <p:sp>
        <p:nvSpPr>
          <p:cNvPr id="11" name="TextBox 10"/>
          <p:cNvSpPr txBox="1"/>
          <p:nvPr/>
        </p:nvSpPr>
        <p:spPr>
          <a:xfrm>
            <a:off x="3693928" y="1028700"/>
            <a:ext cx="2922788"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ea typeface="Roboto" panose="02000000000000000000" pitchFamily="2" charset="0"/>
              </a:rPr>
              <a:t>Creativity Agency News</a:t>
            </a:r>
          </a:p>
        </p:txBody>
      </p:sp>
      <p:sp>
        <p:nvSpPr>
          <p:cNvPr id="12" name="Rectangle 11"/>
          <p:cNvSpPr/>
          <p:nvPr/>
        </p:nvSpPr>
        <p:spPr>
          <a:xfrm>
            <a:off x="3693928" y="1490365"/>
            <a:ext cx="2459328" cy="230832"/>
          </a:xfrm>
          <a:prstGeom prst="rect">
            <a:avLst/>
          </a:prstGeom>
        </p:spPr>
        <p:txBody>
          <a:bodyPr wrap="none">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6" name="TextBox 15"/>
          <p:cNvSpPr txBox="1"/>
          <p:nvPr/>
        </p:nvSpPr>
        <p:spPr>
          <a:xfrm>
            <a:off x="2765868" y="2936910"/>
            <a:ext cx="4834270" cy="1338828"/>
          </a:xfrm>
          <a:prstGeom prst="rect">
            <a:avLst/>
          </a:prstGeom>
          <a:noFill/>
        </p:spPr>
        <p:txBody>
          <a:bodyPr wrap="square" rtlCol="0">
            <a:spAutoFit/>
          </a:bodyPr>
          <a:lstStyle/>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a:t>
            </a:r>
          </a:p>
        </p:txBody>
      </p:sp>
      <p:sp>
        <p:nvSpPr>
          <p:cNvPr id="17" name="TextBox 16"/>
          <p:cNvSpPr txBox="1"/>
          <p:nvPr/>
        </p:nvSpPr>
        <p:spPr>
          <a:xfrm>
            <a:off x="3774558" y="1851315"/>
            <a:ext cx="1255472" cy="230832"/>
          </a:xfrm>
          <a:prstGeom prst="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Professional Agency</a:t>
            </a:r>
          </a:p>
        </p:txBody>
      </p:sp>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Tree>
    <p:extLst>
      <p:ext uri="{BB962C8B-B14F-4D97-AF65-F5344CB8AC3E}">
        <p14:creationId xmlns:p14="http://schemas.microsoft.com/office/powerpoint/2010/main" val="850181606"/>
      </p:ext>
    </p:extLst>
  </p:cSld>
  <p:clrMapOvr>
    <a:masterClrMapping/>
  </p:clrMapOvr>
  <p:transition spd="slow">
    <p:cover dir="d"/>
  </p:transition>
</p:sld>
</file>

<file path=ppt/slides/slide45.xml><?xml version="1.0" encoding="utf-8"?>
<p:sld xmlns:a="http://schemas.openxmlformats.org/drawingml/2006/main" xmlns:r="http://schemas.openxmlformats.org/officeDocument/2006/relationships" xmlns:p="http://schemas.openxmlformats.org/presentationml/2006/main">
  <p:cSld>
    <p:bg>
      <p:bgPr>
        <a:solidFill>
          <a:schemeClr val="accent6"/>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
        <p:nvSpPr>
          <p:cNvPr id="4" name="Picture Placeholder 3"/>
          <p:cNvSpPr>
            <a:spLocks noGrp="1"/>
          </p:cNvSpPr>
          <p:nvPr>
            <p:ph type="pic" sz="quarter" idx="12"/>
          </p:nvPr>
        </p:nvSpPr>
        <p:spPr/>
        <p:txBody>
          <a:bodyPr/>
          <a:lstStyle/>
          <a:p>
            <a:endParaRPr lang="en-MY"/>
          </a:p>
        </p:txBody>
      </p:sp>
      <p:sp>
        <p:nvSpPr>
          <p:cNvPr id="5" name="Picture Placeholder 4"/>
          <p:cNvSpPr>
            <a:spLocks noGrp="1"/>
          </p:cNvSpPr>
          <p:nvPr>
            <p:ph type="pic" sz="quarter" idx="13"/>
          </p:nvPr>
        </p:nvSpPr>
        <p:spPr/>
        <p:txBody>
          <a:bodyPr/>
          <a:lstStyle/>
          <a:p>
            <a:endParaRPr lang="en-MY"/>
          </a:p>
        </p:txBody>
      </p:sp>
      <p:sp>
        <p:nvSpPr>
          <p:cNvPr id="6" name="Picture Placeholder 5"/>
          <p:cNvSpPr>
            <a:spLocks noGrp="1"/>
          </p:cNvSpPr>
          <p:nvPr>
            <p:ph type="pic" sz="quarter" idx="14"/>
          </p:nvPr>
        </p:nvSpPr>
        <p:spPr/>
        <p:txBody>
          <a:bodyPr/>
          <a:lstStyle/>
          <a:p>
            <a:endParaRPr lang="en-MY"/>
          </a:p>
        </p:txBody>
      </p:sp>
      <p:sp>
        <p:nvSpPr>
          <p:cNvPr id="15" name="Rectangle 14"/>
          <p:cNvSpPr/>
          <p:nvPr/>
        </p:nvSpPr>
        <p:spPr>
          <a:xfrm>
            <a:off x="0" y="1752600"/>
            <a:ext cx="3044952" cy="77794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112424" y="1803019"/>
            <a:ext cx="1568058" cy="307777"/>
          </a:xfrm>
          <a:prstGeom prst="rect">
            <a:avLst/>
          </a:prstGeom>
          <a:noFill/>
        </p:spPr>
        <p:txBody>
          <a:bodyPr wrap="none" rtlCol="0">
            <a:spAutoFit/>
          </a:bodyPr>
          <a:lstStyle/>
          <a:p>
            <a:r>
              <a:rPr lang="en-US" sz="1400">
                <a:solidFill>
                  <a:schemeClr val="bg1"/>
                </a:solidFill>
                <a:latin typeface="Roboto" panose="02000000000000000000" pitchFamily="2" charset="0"/>
                <a:ea typeface="Roboto" panose="02000000000000000000" pitchFamily="2" charset="0"/>
              </a:rPr>
              <a:t>Product Package</a:t>
            </a:r>
          </a:p>
        </p:txBody>
      </p:sp>
      <p:sp>
        <p:nvSpPr>
          <p:cNvPr id="17" name="TextBox 16"/>
          <p:cNvSpPr txBox="1"/>
          <p:nvPr/>
        </p:nvSpPr>
        <p:spPr>
          <a:xfrm>
            <a:off x="112424" y="2110796"/>
            <a:ext cx="1695819"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Rectangle 17"/>
          <p:cNvSpPr/>
          <p:nvPr/>
        </p:nvSpPr>
        <p:spPr>
          <a:xfrm>
            <a:off x="2485586" y="1803019"/>
            <a:ext cx="415498" cy="369332"/>
          </a:xfrm>
          <a:prstGeom prst="rect">
            <a:avLst/>
          </a:prstGeom>
        </p:spPr>
        <p:txBody>
          <a:bodyPr wrap="none">
            <a:spAutoFit/>
          </a:bodyPr>
          <a:lstStyle/>
          <a:p>
            <a:r>
              <a:rPr lang="en-US">
                <a:solidFill>
                  <a:schemeClr val="bg1"/>
                </a:solidFill>
                <a:latin typeface="Simple-Line-Icons" panose="02000503000000000000" pitchFamily="2" charset="2"/>
              </a:rPr>
              <a:t></a:t>
            </a:r>
            <a:endParaRPr lang="en-US">
              <a:solidFill>
                <a:schemeClr val="bg1"/>
              </a:solidFill>
            </a:endParaRPr>
          </a:p>
        </p:txBody>
      </p:sp>
      <p:cxnSp>
        <p:nvCxnSpPr>
          <p:cNvPr id="20" name="Straight Connector 19"/>
          <p:cNvCxnSpPr/>
          <p:nvPr/>
        </p:nvCxnSpPr>
        <p:spPr>
          <a:xfrm>
            <a:off x="5713227" y="3019647"/>
            <a:ext cx="0" cy="3152553"/>
          </a:xfrm>
          <a:prstGeom prst="line">
            <a:avLst/>
          </a:prstGeom>
          <a:ln w="31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6096000" y="3019647"/>
            <a:ext cx="3031599" cy="461665"/>
          </a:xfrm>
          <a:prstGeom prst="rect">
            <a:avLst/>
          </a:prstGeom>
          <a:noFill/>
        </p:spPr>
        <p:txBody>
          <a:bodyPr wrap="none" rtlCol="0">
            <a:spAutoFit/>
          </a:bodyPr>
          <a:lstStyle/>
          <a:p>
            <a:r>
              <a:rPr lang="en-US" sz="2400">
                <a:solidFill>
                  <a:schemeClr val="bg1"/>
                </a:solidFill>
                <a:latin typeface="Abel" panose="02000506030000020004" pitchFamily="2" charset="0"/>
                <a:ea typeface="Roboto" panose="02000000000000000000" pitchFamily="2" charset="0"/>
              </a:rPr>
              <a:t>The Urban City Life Style</a:t>
            </a:r>
          </a:p>
        </p:txBody>
      </p:sp>
      <p:sp>
        <p:nvSpPr>
          <p:cNvPr id="22" name="Rectangle 21"/>
          <p:cNvSpPr/>
          <p:nvPr/>
        </p:nvSpPr>
        <p:spPr>
          <a:xfrm>
            <a:off x="6096000" y="3481312"/>
            <a:ext cx="885179" cy="230832"/>
          </a:xfrm>
          <a:prstGeom prst="rect">
            <a:avLst/>
          </a:prstGeom>
        </p:spPr>
        <p:txBody>
          <a:bodyPr wrap="none">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July, 08, 2014</a:t>
            </a:r>
          </a:p>
        </p:txBody>
      </p:sp>
      <p:sp>
        <p:nvSpPr>
          <p:cNvPr id="23" name="TextBox 22"/>
          <p:cNvSpPr txBox="1"/>
          <p:nvPr/>
        </p:nvSpPr>
        <p:spPr>
          <a:xfrm>
            <a:off x="6096000" y="4058023"/>
            <a:ext cx="5334000" cy="923330"/>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Nemo enim ipsam voluptatem quia voluptas sit aspernatur aut odit aut fugit, sed quia consequuntur magni dolores eos qui ratione voluptatem sequi nesciunt.</a:t>
            </a:r>
          </a:p>
        </p:txBody>
      </p:sp>
      <p:sp>
        <p:nvSpPr>
          <p:cNvPr id="24" name="TextBox 23"/>
          <p:cNvSpPr txBox="1"/>
          <p:nvPr/>
        </p:nvSpPr>
        <p:spPr>
          <a:xfrm>
            <a:off x="6096000" y="5218354"/>
            <a:ext cx="939681"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Project Name:</a:t>
            </a:r>
          </a:p>
        </p:txBody>
      </p:sp>
      <p:sp>
        <p:nvSpPr>
          <p:cNvPr id="25" name="TextBox 24"/>
          <p:cNvSpPr txBox="1"/>
          <p:nvPr/>
        </p:nvSpPr>
        <p:spPr>
          <a:xfrm>
            <a:off x="7221682" y="5218354"/>
            <a:ext cx="1109599"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MINILINE GROUP</a:t>
            </a:r>
          </a:p>
        </p:txBody>
      </p:sp>
      <p:sp>
        <p:nvSpPr>
          <p:cNvPr id="26" name="TextBox 25"/>
          <p:cNvSpPr txBox="1"/>
          <p:nvPr/>
        </p:nvSpPr>
        <p:spPr>
          <a:xfrm>
            <a:off x="6096000" y="5592037"/>
            <a:ext cx="780983"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Catagories:</a:t>
            </a:r>
          </a:p>
        </p:txBody>
      </p:sp>
      <p:sp>
        <p:nvSpPr>
          <p:cNvPr id="27" name="TextBox 26"/>
          <p:cNvSpPr txBox="1"/>
          <p:nvPr/>
        </p:nvSpPr>
        <p:spPr>
          <a:xfrm>
            <a:off x="7221682" y="5592037"/>
            <a:ext cx="946093"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Brand Identity</a:t>
            </a:r>
          </a:p>
        </p:txBody>
      </p:sp>
      <p:sp>
        <p:nvSpPr>
          <p:cNvPr id="28" name="TextBox 27"/>
          <p:cNvSpPr txBox="1"/>
          <p:nvPr/>
        </p:nvSpPr>
        <p:spPr>
          <a:xfrm>
            <a:off x="6096000" y="5965720"/>
            <a:ext cx="574196"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Clients:</a:t>
            </a:r>
          </a:p>
        </p:txBody>
      </p:sp>
      <p:sp>
        <p:nvSpPr>
          <p:cNvPr id="29" name="TextBox 28"/>
          <p:cNvSpPr txBox="1"/>
          <p:nvPr/>
        </p:nvSpPr>
        <p:spPr>
          <a:xfrm>
            <a:off x="7221682" y="5965720"/>
            <a:ext cx="1091966"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SimpleSmart LLC</a:t>
            </a:r>
          </a:p>
        </p:txBody>
      </p:sp>
    </p:spTree>
    <p:extLst>
      <p:ext uri="{BB962C8B-B14F-4D97-AF65-F5344CB8AC3E}">
        <p14:creationId xmlns:p14="http://schemas.microsoft.com/office/powerpoint/2010/main" val="2460946571"/>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24">
                                            <p:txEl>
                                              <p:pRg st="0" end="0"/>
                                            </p:txEl>
                                          </p:spTgt>
                                        </p:tgtEl>
                                        <p:attrNameLst>
                                          <p:attrName>style.visibility</p:attrName>
                                        </p:attrNameLst>
                                      </p:cBhvr>
                                      <p:to>
                                        <p:strVal val="visible"/>
                                      </p:to>
                                    </p:set>
                                    <p:animEffect transition="in" filter="wipe(left)">
                                      <p:cBhvr>
                                        <p:cTn id="10" dur="500"/>
                                        <p:tgtEl>
                                          <p:spTgt spid="24">
                                            <p:txEl>
                                              <p:pRg st="0" end="0"/>
                                            </p:txEl>
                                          </p:spTgt>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25">
                                            <p:txEl>
                                              <p:pRg st="0" end="0"/>
                                            </p:txEl>
                                          </p:spTgt>
                                        </p:tgtEl>
                                        <p:attrNameLst>
                                          <p:attrName>style.visibility</p:attrName>
                                        </p:attrNameLst>
                                      </p:cBhvr>
                                      <p:to>
                                        <p:strVal val="visible"/>
                                      </p:to>
                                    </p:set>
                                    <p:animEffect transition="in" filter="wipe(left)">
                                      <p:cBhvr>
                                        <p:cTn id="13" dur="500"/>
                                        <p:tgtEl>
                                          <p:spTgt spid="25">
                                            <p:txEl>
                                              <p:pRg st="0" end="0"/>
                                            </p:txEl>
                                          </p:spTgt>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26">
                                            <p:txEl>
                                              <p:pRg st="0" end="0"/>
                                            </p:txEl>
                                          </p:spTgt>
                                        </p:tgtEl>
                                        <p:attrNameLst>
                                          <p:attrName>style.visibility</p:attrName>
                                        </p:attrNameLst>
                                      </p:cBhvr>
                                      <p:to>
                                        <p:strVal val="visible"/>
                                      </p:to>
                                    </p:set>
                                    <p:animEffect transition="in" filter="wipe(left)">
                                      <p:cBhvr>
                                        <p:cTn id="16" dur="500"/>
                                        <p:tgtEl>
                                          <p:spTgt spid="26">
                                            <p:txEl>
                                              <p:pRg st="0" end="0"/>
                                            </p:txEl>
                                          </p:spTgt>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27">
                                            <p:txEl>
                                              <p:pRg st="0" end="0"/>
                                            </p:txEl>
                                          </p:spTgt>
                                        </p:tgtEl>
                                        <p:attrNameLst>
                                          <p:attrName>style.visibility</p:attrName>
                                        </p:attrNameLst>
                                      </p:cBhvr>
                                      <p:to>
                                        <p:strVal val="visible"/>
                                      </p:to>
                                    </p:set>
                                    <p:animEffect transition="in" filter="wipe(left)">
                                      <p:cBhvr>
                                        <p:cTn id="19" dur="500"/>
                                        <p:tgtEl>
                                          <p:spTgt spid="27">
                                            <p:txEl>
                                              <p:pRg st="0" end="0"/>
                                            </p:txEl>
                                          </p:spTgt>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28">
                                            <p:txEl>
                                              <p:pRg st="0" end="0"/>
                                            </p:txEl>
                                          </p:spTgt>
                                        </p:tgtEl>
                                        <p:attrNameLst>
                                          <p:attrName>style.visibility</p:attrName>
                                        </p:attrNameLst>
                                      </p:cBhvr>
                                      <p:to>
                                        <p:strVal val="visible"/>
                                      </p:to>
                                    </p:set>
                                    <p:animEffect transition="in" filter="wipe(left)">
                                      <p:cBhvr>
                                        <p:cTn id="22" dur="500"/>
                                        <p:tgtEl>
                                          <p:spTgt spid="28">
                                            <p:txEl>
                                              <p:pRg st="0" end="0"/>
                                            </p:txEl>
                                          </p:spTgt>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29">
                                            <p:txEl>
                                              <p:pRg st="0" end="0"/>
                                            </p:txEl>
                                          </p:spTgt>
                                        </p:tgtEl>
                                        <p:attrNameLst>
                                          <p:attrName>style.visibility</p:attrName>
                                        </p:attrNameLst>
                                      </p:cBhvr>
                                      <p:to>
                                        <p:strVal val="visible"/>
                                      </p:to>
                                    </p:set>
                                    <p:animEffect transition="in" filter="wipe(left)">
                                      <p:cBhvr>
                                        <p:cTn id="25" dur="500"/>
                                        <p:tgtEl>
                                          <p:spTgt spid="2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build="p"/>
      <p:bldP spid="25" grpId="0" build="p"/>
      <p:bldP spid="26" grpId="0" build="p"/>
      <p:bldP spid="27" grpId="0" build="p"/>
      <p:bldP spid="28" grpId="0" build="p"/>
      <p:bldP spid="29" grpId="0" build="p"/>
    </p:bldLst>
  </p:timing>
</p:sld>
</file>

<file path=ppt/slides/slide46.xml><?xml version="1.0" encoding="utf-8"?>
<p:sld xmlns:a="http://schemas.openxmlformats.org/drawingml/2006/main" xmlns:r="http://schemas.openxmlformats.org/officeDocument/2006/relationships" xmlns:p="http://schemas.openxmlformats.org/presentationml/2006/main">
  <p:cSld>
    <p:bg>
      <p:bgPr>
        <a:solidFill>
          <a:schemeClr val="tx1">
            <a:lumMod val="75000"/>
            <a:lumOff val="25000"/>
          </a:schemeClr>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
        <p:nvSpPr>
          <p:cNvPr id="4" name="Picture Placeholder 3"/>
          <p:cNvSpPr>
            <a:spLocks noGrp="1"/>
          </p:cNvSpPr>
          <p:nvPr>
            <p:ph type="pic" sz="quarter" idx="12"/>
          </p:nvPr>
        </p:nvSpPr>
        <p:spPr/>
        <p:txBody>
          <a:bodyPr/>
          <a:lstStyle/>
          <a:p>
            <a:endParaRPr lang="en-MY"/>
          </a:p>
        </p:txBody>
      </p:sp>
      <p:sp>
        <p:nvSpPr>
          <p:cNvPr id="5" name="Picture Placeholder 4"/>
          <p:cNvSpPr>
            <a:spLocks noGrp="1"/>
          </p:cNvSpPr>
          <p:nvPr>
            <p:ph type="pic" sz="quarter" idx="13"/>
          </p:nvPr>
        </p:nvSpPr>
        <p:spPr/>
        <p:txBody>
          <a:bodyPr/>
          <a:lstStyle/>
          <a:p>
            <a:endParaRPr lang="en-MY"/>
          </a:p>
        </p:txBody>
      </p:sp>
      <p:sp>
        <p:nvSpPr>
          <p:cNvPr id="6" name="Picture Placeholder 5"/>
          <p:cNvSpPr>
            <a:spLocks noGrp="1"/>
          </p:cNvSpPr>
          <p:nvPr>
            <p:ph type="pic" sz="quarter" idx="14"/>
          </p:nvPr>
        </p:nvSpPr>
        <p:spPr/>
        <p:txBody>
          <a:bodyPr/>
          <a:lstStyle/>
          <a:p>
            <a:endParaRPr lang="en-MY"/>
          </a:p>
        </p:txBody>
      </p:sp>
      <p:sp>
        <p:nvSpPr>
          <p:cNvPr id="15" name="Rectangle 14"/>
          <p:cNvSpPr/>
          <p:nvPr/>
        </p:nvSpPr>
        <p:spPr>
          <a:xfrm>
            <a:off x="3045732" y="1752600"/>
            <a:ext cx="3044952" cy="777947"/>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3158156" y="1803019"/>
            <a:ext cx="1568058" cy="307777"/>
          </a:xfrm>
          <a:prstGeom prst="rect">
            <a:avLst/>
          </a:prstGeom>
          <a:noFill/>
        </p:spPr>
        <p:txBody>
          <a:bodyPr wrap="none" rtlCol="0">
            <a:spAutoFit/>
          </a:bodyPr>
          <a:lstStyle/>
          <a:p>
            <a:r>
              <a:rPr lang="en-US" sz="1400">
                <a:solidFill>
                  <a:schemeClr val="bg1"/>
                </a:solidFill>
                <a:latin typeface="Roboto" panose="02000000000000000000" pitchFamily="2" charset="0"/>
                <a:ea typeface="Roboto" panose="02000000000000000000" pitchFamily="2" charset="0"/>
              </a:rPr>
              <a:t>Product Package</a:t>
            </a:r>
          </a:p>
        </p:txBody>
      </p:sp>
      <p:sp>
        <p:nvSpPr>
          <p:cNvPr id="17" name="TextBox 16"/>
          <p:cNvSpPr txBox="1"/>
          <p:nvPr/>
        </p:nvSpPr>
        <p:spPr>
          <a:xfrm>
            <a:off x="3158156" y="2110796"/>
            <a:ext cx="1695819"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Rectangle 17"/>
          <p:cNvSpPr/>
          <p:nvPr/>
        </p:nvSpPr>
        <p:spPr>
          <a:xfrm>
            <a:off x="5531318" y="1803019"/>
            <a:ext cx="415498" cy="369332"/>
          </a:xfrm>
          <a:prstGeom prst="rect">
            <a:avLst/>
          </a:prstGeom>
        </p:spPr>
        <p:txBody>
          <a:bodyPr wrap="none">
            <a:spAutoFit/>
          </a:bodyPr>
          <a:lstStyle/>
          <a:p>
            <a:r>
              <a:rPr lang="en-US">
                <a:solidFill>
                  <a:schemeClr val="bg1"/>
                </a:solidFill>
                <a:latin typeface="Simple-Line-Icons" panose="02000503000000000000" pitchFamily="2" charset="2"/>
              </a:rPr>
              <a:t></a:t>
            </a:r>
            <a:endParaRPr lang="en-US">
              <a:solidFill>
                <a:schemeClr val="bg1"/>
              </a:solidFill>
            </a:endParaRPr>
          </a:p>
        </p:txBody>
      </p:sp>
      <p:cxnSp>
        <p:nvCxnSpPr>
          <p:cNvPr id="20" name="Straight Connector 19"/>
          <p:cNvCxnSpPr/>
          <p:nvPr/>
        </p:nvCxnSpPr>
        <p:spPr>
          <a:xfrm>
            <a:off x="5713227" y="3019647"/>
            <a:ext cx="0" cy="3152553"/>
          </a:xfrm>
          <a:prstGeom prst="line">
            <a:avLst/>
          </a:prstGeom>
          <a:ln w="31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6096000" y="3019647"/>
            <a:ext cx="2853858" cy="461665"/>
          </a:xfrm>
          <a:prstGeom prst="rect">
            <a:avLst/>
          </a:prstGeom>
          <a:noFill/>
        </p:spPr>
        <p:txBody>
          <a:bodyPr wrap="none" rtlCol="0">
            <a:spAutoFit/>
          </a:bodyPr>
          <a:lstStyle/>
          <a:p>
            <a:r>
              <a:rPr lang="en-US" sz="2400">
                <a:solidFill>
                  <a:schemeClr val="bg1"/>
                </a:solidFill>
                <a:latin typeface="Abel" panose="02000506030000020004" pitchFamily="2" charset="0"/>
                <a:ea typeface="Roboto" panose="02000000000000000000" pitchFamily="2" charset="0"/>
              </a:rPr>
              <a:t>Fashion New Solutions</a:t>
            </a:r>
          </a:p>
        </p:txBody>
      </p:sp>
      <p:sp>
        <p:nvSpPr>
          <p:cNvPr id="22" name="Rectangle 21"/>
          <p:cNvSpPr/>
          <p:nvPr/>
        </p:nvSpPr>
        <p:spPr>
          <a:xfrm>
            <a:off x="6096000" y="3481312"/>
            <a:ext cx="885179" cy="230832"/>
          </a:xfrm>
          <a:prstGeom prst="rect">
            <a:avLst/>
          </a:prstGeom>
        </p:spPr>
        <p:txBody>
          <a:bodyPr wrap="none">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July, 08, 2014</a:t>
            </a:r>
          </a:p>
        </p:txBody>
      </p:sp>
      <p:sp>
        <p:nvSpPr>
          <p:cNvPr id="23" name="TextBox 22"/>
          <p:cNvSpPr txBox="1"/>
          <p:nvPr/>
        </p:nvSpPr>
        <p:spPr>
          <a:xfrm>
            <a:off x="6096000" y="4058023"/>
            <a:ext cx="5334000" cy="923330"/>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Nemo enim ipsam voluptatem quia voluptas sit aspernatur aut odit aut fugit, sed quia consequuntur magni dolores eos qui ratione voluptatem sequi nesciunt.</a:t>
            </a:r>
          </a:p>
        </p:txBody>
      </p:sp>
      <p:sp>
        <p:nvSpPr>
          <p:cNvPr id="24" name="TextBox 23"/>
          <p:cNvSpPr txBox="1"/>
          <p:nvPr/>
        </p:nvSpPr>
        <p:spPr>
          <a:xfrm>
            <a:off x="6096000" y="5218354"/>
            <a:ext cx="939681"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Project Name:</a:t>
            </a:r>
          </a:p>
        </p:txBody>
      </p:sp>
      <p:sp>
        <p:nvSpPr>
          <p:cNvPr id="25" name="TextBox 24"/>
          <p:cNvSpPr txBox="1"/>
          <p:nvPr/>
        </p:nvSpPr>
        <p:spPr>
          <a:xfrm>
            <a:off x="7221682" y="5218354"/>
            <a:ext cx="1109599"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MINILINE GROUP</a:t>
            </a:r>
          </a:p>
        </p:txBody>
      </p:sp>
      <p:sp>
        <p:nvSpPr>
          <p:cNvPr id="26" name="TextBox 25"/>
          <p:cNvSpPr txBox="1"/>
          <p:nvPr/>
        </p:nvSpPr>
        <p:spPr>
          <a:xfrm>
            <a:off x="6096000" y="5592037"/>
            <a:ext cx="780983"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Catagories:</a:t>
            </a:r>
          </a:p>
        </p:txBody>
      </p:sp>
      <p:sp>
        <p:nvSpPr>
          <p:cNvPr id="27" name="TextBox 26"/>
          <p:cNvSpPr txBox="1"/>
          <p:nvPr/>
        </p:nvSpPr>
        <p:spPr>
          <a:xfrm>
            <a:off x="7221682" y="5592037"/>
            <a:ext cx="946093"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Brand Identity</a:t>
            </a:r>
          </a:p>
        </p:txBody>
      </p:sp>
      <p:sp>
        <p:nvSpPr>
          <p:cNvPr id="28" name="TextBox 27"/>
          <p:cNvSpPr txBox="1"/>
          <p:nvPr/>
        </p:nvSpPr>
        <p:spPr>
          <a:xfrm>
            <a:off x="6096000" y="5965720"/>
            <a:ext cx="574196"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Clients:</a:t>
            </a:r>
          </a:p>
        </p:txBody>
      </p:sp>
      <p:sp>
        <p:nvSpPr>
          <p:cNvPr id="29" name="TextBox 28"/>
          <p:cNvSpPr txBox="1"/>
          <p:nvPr/>
        </p:nvSpPr>
        <p:spPr>
          <a:xfrm>
            <a:off x="7221682" y="5965720"/>
            <a:ext cx="1091966"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SimpleSmart LLC</a:t>
            </a:r>
          </a:p>
        </p:txBody>
      </p:sp>
    </p:spTree>
    <p:extLst>
      <p:ext uri="{BB962C8B-B14F-4D97-AF65-F5344CB8AC3E}">
        <p14:creationId xmlns:p14="http://schemas.microsoft.com/office/powerpoint/2010/main" val="235328995"/>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1000"/>
                                        <p:tgtEl>
                                          <p:spTgt spid="23"/>
                                        </p:tgtEl>
                                      </p:cBhvr>
                                    </p:animEffect>
                                    <p:anim calcmode="lin" valueType="num">
                                      <p:cBhvr>
                                        <p:cTn id="8" dur="1000" fill="hold"/>
                                        <p:tgtEl>
                                          <p:spTgt spid="23"/>
                                        </p:tgtEl>
                                        <p:attrNameLst>
                                          <p:attrName>ppt_x</p:attrName>
                                        </p:attrNameLst>
                                      </p:cBhvr>
                                      <p:tavLst>
                                        <p:tav tm="0">
                                          <p:val>
                                            <p:strVal val="#ppt_x"/>
                                          </p:val>
                                        </p:tav>
                                        <p:tav tm="100000">
                                          <p:val>
                                            <p:strVal val="#ppt_x"/>
                                          </p:val>
                                        </p:tav>
                                      </p:tavLst>
                                    </p:anim>
                                    <p:anim calcmode="lin" valueType="num">
                                      <p:cBhvr>
                                        <p:cTn id="9" dur="1000" fill="hold"/>
                                        <p:tgtEl>
                                          <p:spTgt spid="23"/>
                                        </p:tgtEl>
                                        <p:attrNameLst>
                                          <p:attrName>ppt_y</p:attrName>
                                        </p:attrNameLst>
                                      </p:cBhvr>
                                      <p:tavLst>
                                        <p:tav tm="0">
                                          <p:val>
                                            <p:strVal val="#ppt_y+.1"/>
                                          </p:val>
                                        </p:tav>
                                        <p:tav tm="100000">
                                          <p:val>
                                            <p:strVal val="#ppt_y"/>
                                          </p:val>
                                        </p:tav>
                                      </p:tavLst>
                                    </p:anim>
                                  </p:childTnLst>
                                </p:cTn>
                              </p:par>
                              <p:par>
                                <p:cTn id="10" presetID="22" presetClass="entr" presetSubtype="8" fill="hold" grpId="0" nodeType="with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wipe(left)">
                                      <p:cBhvr>
                                        <p:cTn id="12" dur="500"/>
                                        <p:tgtEl>
                                          <p:spTgt spid="24"/>
                                        </p:tgtEl>
                                      </p:cBhvr>
                                    </p:animEffect>
                                  </p:childTnLst>
                                </p:cTn>
                              </p:par>
                              <p:par>
                                <p:cTn id="13" presetID="22" presetClass="entr" presetSubtype="8" fill="hold" grpId="0" nodeType="with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wipe(left)">
                                      <p:cBhvr>
                                        <p:cTn id="15" dur="500"/>
                                        <p:tgtEl>
                                          <p:spTgt spid="25"/>
                                        </p:tgtEl>
                                      </p:cBhvr>
                                    </p:animEffect>
                                  </p:childTnLst>
                                </p:cTn>
                              </p:par>
                              <p:par>
                                <p:cTn id="16" presetID="22" presetClass="entr" presetSubtype="8" fill="hold" grpId="0" nodeType="with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wipe(left)">
                                      <p:cBhvr>
                                        <p:cTn id="18" dur="500"/>
                                        <p:tgtEl>
                                          <p:spTgt spid="26"/>
                                        </p:tgtEl>
                                      </p:cBhvr>
                                    </p:animEffect>
                                  </p:childTnLst>
                                </p:cTn>
                              </p:par>
                              <p:par>
                                <p:cTn id="19" presetID="22" presetClass="entr" presetSubtype="8" fill="hold" grpId="0" nodeType="withEffect">
                                  <p:stCondLst>
                                    <p:cond delay="0"/>
                                  </p:stCondLst>
                                  <p:childTnLst>
                                    <p:set>
                                      <p:cBhvr>
                                        <p:cTn id="20" dur="1" fill="hold">
                                          <p:stCondLst>
                                            <p:cond delay="0"/>
                                          </p:stCondLst>
                                        </p:cTn>
                                        <p:tgtEl>
                                          <p:spTgt spid="27"/>
                                        </p:tgtEl>
                                        <p:attrNameLst>
                                          <p:attrName>style.visibility</p:attrName>
                                        </p:attrNameLst>
                                      </p:cBhvr>
                                      <p:to>
                                        <p:strVal val="visible"/>
                                      </p:to>
                                    </p:set>
                                    <p:animEffect transition="in" filter="wipe(left)">
                                      <p:cBhvr>
                                        <p:cTn id="21" dur="500"/>
                                        <p:tgtEl>
                                          <p:spTgt spid="27"/>
                                        </p:tgtEl>
                                      </p:cBhvr>
                                    </p:animEffect>
                                  </p:childTnLst>
                                </p:cTn>
                              </p:par>
                              <p:par>
                                <p:cTn id="22" presetID="22" presetClass="entr" presetSubtype="8" fill="hold" grpId="0" nodeType="with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wipe(left)">
                                      <p:cBhvr>
                                        <p:cTn id="24" dur="500"/>
                                        <p:tgtEl>
                                          <p:spTgt spid="28"/>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wipe(left)">
                                      <p:cBhvr>
                                        <p:cTn id="27"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P spid="25" grpId="0"/>
      <p:bldP spid="26" grpId="0"/>
      <p:bldP spid="27" grpId="0"/>
      <p:bldP spid="28" grpId="0"/>
      <p:bldP spid="29" grpId="0"/>
    </p:bldLst>
  </p:timing>
</p:sld>
</file>

<file path=ppt/slides/slide47.xml><?xml version="1.0" encoding="utf-8"?>
<p:sld xmlns:a="http://schemas.openxmlformats.org/drawingml/2006/main" xmlns:r="http://schemas.openxmlformats.org/officeDocument/2006/relationships" xmlns:p="http://schemas.openxmlformats.org/presentationml/2006/main">
  <p:cSld>
    <p:bg>
      <p:bgPr>
        <a:solidFill>
          <a:schemeClr val="accent6"/>
        </a:solidFill>
        <a:effectLst/>
      </p:bgPr>
    </p:bg>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p:txBody>
          <a:bodyPr/>
          <a:lstStyle/>
          <a:p>
            <a:endParaRPr lang="en-MY"/>
          </a:p>
        </p:txBody>
      </p:sp>
      <p:sp>
        <p:nvSpPr>
          <p:cNvPr id="6" name="Picture Placeholder 5"/>
          <p:cNvSpPr>
            <a:spLocks noGrp="1"/>
          </p:cNvSpPr>
          <p:nvPr>
            <p:ph type="pic" sz="quarter" idx="11"/>
          </p:nvPr>
        </p:nvSpPr>
        <p:spPr/>
        <p:txBody>
          <a:bodyPr/>
          <a:lstStyle/>
          <a:p>
            <a:endParaRPr lang="en-MY"/>
          </a:p>
        </p:txBody>
      </p:sp>
      <p:sp>
        <p:nvSpPr>
          <p:cNvPr id="7" name="Picture Placeholder 6"/>
          <p:cNvSpPr>
            <a:spLocks noGrp="1"/>
          </p:cNvSpPr>
          <p:nvPr>
            <p:ph type="pic" sz="quarter" idx="12"/>
          </p:nvPr>
        </p:nvSpPr>
        <p:spPr/>
        <p:txBody>
          <a:bodyPr/>
          <a:lstStyle/>
          <a:p>
            <a:endParaRPr lang="en-MY"/>
          </a:p>
        </p:txBody>
      </p:sp>
      <p:sp>
        <p:nvSpPr>
          <p:cNvPr id="8" name="Picture Placeholder 7"/>
          <p:cNvSpPr>
            <a:spLocks noGrp="1"/>
          </p:cNvSpPr>
          <p:nvPr>
            <p:ph type="pic" sz="quarter" idx="13"/>
          </p:nvPr>
        </p:nvSpPr>
        <p:spPr/>
        <p:txBody>
          <a:bodyPr/>
          <a:lstStyle/>
          <a:p>
            <a:endParaRPr lang="en-MY"/>
          </a:p>
        </p:txBody>
      </p:sp>
      <p:sp>
        <p:nvSpPr>
          <p:cNvPr id="9" name="Picture Placeholder 8"/>
          <p:cNvSpPr>
            <a:spLocks noGrp="1"/>
          </p:cNvSpPr>
          <p:nvPr>
            <p:ph type="pic" sz="quarter" idx="14"/>
          </p:nvPr>
        </p:nvSpPr>
        <p:spPr/>
        <p:txBody>
          <a:bodyPr/>
          <a:lstStyle/>
          <a:p>
            <a:endParaRPr lang="en-MY"/>
          </a:p>
        </p:txBody>
      </p:sp>
      <p:sp>
        <p:nvSpPr>
          <p:cNvPr id="15" name="Rectangle 14"/>
          <p:cNvSpPr/>
          <p:nvPr/>
        </p:nvSpPr>
        <p:spPr>
          <a:xfrm>
            <a:off x="6096000" y="1752600"/>
            <a:ext cx="3044952" cy="77794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6208424" y="1803019"/>
            <a:ext cx="1568058" cy="307777"/>
          </a:xfrm>
          <a:prstGeom prst="rect">
            <a:avLst/>
          </a:prstGeom>
          <a:noFill/>
        </p:spPr>
        <p:txBody>
          <a:bodyPr wrap="none" rtlCol="0">
            <a:spAutoFit/>
          </a:bodyPr>
          <a:lstStyle/>
          <a:p>
            <a:r>
              <a:rPr lang="en-US" sz="1400">
                <a:solidFill>
                  <a:schemeClr val="bg1"/>
                </a:solidFill>
                <a:latin typeface="Roboto" panose="02000000000000000000" pitchFamily="2" charset="0"/>
                <a:ea typeface="Roboto" panose="02000000000000000000" pitchFamily="2" charset="0"/>
              </a:rPr>
              <a:t>Product Package</a:t>
            </a:r>
          </a:p>
        </p:txBody>
      </p:sp>
      <p:sp>
        <p:nvSpPr>
          <p:cNvPr id="17" name="TextBox 16"/>
          <p:cNvSpPr txBox="1"/>
          <p:nvPr/>
        </p:nvSpPr>
        <p:spPr>
          <a:xfrm>
            <a:off x="6208424" y="2110796"/>
            <a:ext cx="1695819"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Rectangle 17"/>
          <p:cNvSpPr/>
          <p:nvPr/>
        </p:nvSpPr>
        <p:spPr>
          <a:xfrm>
            <a:off x="8581586" y="1803019"/>
            <a:ext cx="415498" cy="369332"/>
          </a:xfrm>
          <a:prstGeom prst="rect">
            <a:avLst/>
          </a:prstGeom>
        </p:spPr>
        <p:txBody>
          <a:bodyPr wrap="none">
            <a:spAutoFit/>
          </a:bodyPr>
          <a:lstStyle/>
          <a:p>
            <a:r>
              <a:rPr lang="en-US">
                <a:solidFill>
                  <a:schemeClr val="bg1"/>
                </a:solidFill>
                <a:latin typeface="Simple-Line-Icons" panose="02000503000000000000" pitchFamily="2" charset="2"/>
              </a:rPr>
              <a:t></a:t>
            </a:r>
            <a:endParaRPr lang="en-US">
              <a:solidFill>
                <a:schemeClr val="bg1"/>
              </a:solidFill>
            </a:endParaRPr>
          </a:p>
        </p:txBody>
      </p:sp>
      <p:cxnSp>
        <p:nvCxnSpPr>
          <p:cNvPr id="20" name="Straight Connector 19"/>
          <p:cNvCxnSpPr/>
          <p:nvPr/>
        </p:nvCxnSpPr>
        <p:spPr>
          <a:xfrm>
            <a:off x="5713227" y="3019647"/>
            <a:ext cx="0" cy="3152553"/>
          </a:xfrm>
          <a:prstGeom prst="line">
            <a:avLst/>
          </a:prstGeom>
          <a:ln w="31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6096000" y="3019647"/>
            <a:ext cx="3307316" cy="461665"/>
          </a:xfrm>
          <a:prstGeom prst="rect">
            <a:avLst/>
          </a:prstGeom>
          <a:noFill/>
        </p:spPr>
        <p:txBody>
          <a:bodyPr wrap="none" rtlCol="0">
            <a:spAutoFit/>
          </a:bodyPr>
          <a:lstStyle/>
          <a:p>
            <a:r>
              <a:rPr lang="en-US" sz="2400">
                <a:solidFill>
                  <a:schemeClr val="bg1"/>
                </a:solidFill>
                <a:latin typeface="Abel" panose="02000506030000020004" pitchFamily="2" charset="0"/>
                <a:ea typeface="Roboto" panose="02000000000000000000" pitchFamily="2" charset="0"/>
              </a:rPr>
              <a:t>Furniture City Life Concept</a:t>
            </a:r>
          </a:p>
        </p:txBody>
      </p:sp>
      <p:sp>
        <p:nvSpPr>
          <p:cNvPr id="22" name="Rectangle 21"/>
          <p:cNvSpPr/>
          <p:nvPr/>
        </p:nvSpPr>
        <p:spPr>
          <a:xfrm>
            <a:off x="6096000" y="3481312"/>
            <a:ext cx="885179" cy="230832"/>
          </a:xfrm>
          <a:prstGeom prst="rect">
            <a:avLst/>
          </a:prstGeom>
        </p:spPr>
        <p:txBody>
          <a:bodyPr wrap="none">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July, 08, 2014</a:t>
            </a:r>
          </a:p>
        </p:txBody>
      </p:sp>
      <p:sp>
        <p:nvSpPr>
          <p:cNvPr id="23" name="TextBox 22"/>
          <p:cNvSpPr txBox="1"/>
          <p:nvPr/>
        </p:nvSpPr>
        <p:spPr>
          <a:xfrm>
            <a:off x="6096000" y="4058023"/>
            <a:ext cx="5334000" cy="923330"/>
          </a:xfrm>
          <a:prstGeom prst="rect">
            <a:avLst/>
          </a:prstGeom>
          <a:noFill/>
        </p:spPr>
        <p:txBody>
          <a:bodyPr wrap="squar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Nemo enim ipsam voluptatem quia voluptas sit aspernatur aut odit aut fugit, sed quia consequuntur magni dolores eos qui ratione voluptatem sequi nesciunt.</a:t>
            </a:r>
          </a:p>
        </p:txBody>
      </p:sp>
      <p:sp>
        <p:nvSpPr>
          <p:cNvPr id="24" name="TextBox 23"/>
          <p:cNvSpPr txBox="1"/>
          <p:nvPr/>
        </p:nvSpPr>
        <p:spPr>
          <a:xfrm>
            <a:off x="6096000" y="5218354"/>
            <a:ext cx="939681"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 Name:</a:t>
            </a:r>
          </a:p>
        </p:txBody>
      </p:sp>
      <p:sp>
        <p:nvSpPr>
          <p:cNvPr id="25" name="TextBox 24"/>
          <p:cNvSpPr txBox="1"/>
          <p:nvPr/>
        </p:nvSpPr>
        <p:spPr>
          <a:xfrm>
            <a:off x="7221682" y="5218354"/>
            <a:ext cx="1109599"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MINILINE GROUP</a:t>
            </a:r>
          </a:p>
        </p:txBody>
      </p:sp>
      <p:sp>
        <p:nvSpPr>
          <p:cNvPr id="26" name="TextBox 25"/>
          <p:cNvSpPr txBox="1"/>
          <p:nvPr/>
        </p:nvSpPr>
        <p:spPr>
          <a:xfrm>
            <a:off x="6096000" y="5592037"/>
            <a:ext cx="780983"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Catagories:</a:t>
            </a:r>
          </a:p>
        </p:txBody>
      </p:sp>
      <p:sp>
        <p:nvSpPr>
          <p:cNvPr id="27" name="TextBox 26"/>
          <p:cNvSpPr txBox="1"/>
          <p:nvPr/>
        </p:nvSpPr>
        <p:spPr>
          <a:xfrm>
            <a:off x="7221682" y="5592037"/>
            <a:ext cx="946093"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Brand Identity</a:t>
            </a:r>
          </a:p>
        </p:txBody>
      </p:sp>
      <p:sp>
        <p:nvSpPr>
          <p:cNvPr id="28" name="TextBox 27"/>
          <p:cNvSpPr txBox="1"/>
          <p:nvPr/>
        </p:nvSpPr>
        <p:spPr>
          <a:xfrm>
            <a:off x="6096000" y="5965720"/>
            <a:ext cx="574196"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Clients:</a:t>
            </a:r>
          </a:p>
        </p:txBody>
      </p:sp>
      <p:sp>
        <p:nvSpPr>
          <p:cNvPr id="29" name="TextBox 28"/>
          <p:cNvSpPr txBox="1"/>
          <p:nvPr/>
        </p:nvSpPr>
        <p:spPr>
          <a:xfrm>
            <a:off x="7221682" y="5965720"/>
            <a:ext cx="1091966"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SimpleSmart LLC</a:t>
            </a:r>
          </a:p>
        </p:txBody>
      </p:sp>
    </p:spTree>
    <p:extLst>
      <p:ext uri="{BB962C8B-B14F-4D97-AF65-F5344CB8AC3E}">
        <p14:creationId xmlns:p14="http://schemas.microsoft.com/office/powerpoint/2010/main" val="1836236280"/>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23">
                                            <p:txEl>
                                              <p:pRg st="0" end="0"/>
                                            </p:txEl>
                                          </p:spTgt>
                                        </p:tgtEl>
                                        <p:attrNameLst>
                                          <p:attrName>style.visibility</p:attrName>
                                        </p:attrNameLst>
                                      </p:cBhvr>
                                      <p:to>
                                        <p:strVal val="visible"/>
                                      </p:to>
                                    </p:set>
                                    <p:anim calcmode="lin" valueType="num">
                                      <p:cBhvr>
                                        <p:cTn id="7"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23">
                                            <p:txEl>
                                              <p:pRg st="0" end="0"/>
                                            </p:txEl>
                                          </p:spTgt>
                                        </p:tgtEl>
                                      </p:cBhvr>
                                    </p:animEffect>
                                  </p:childTnLst>
                                </p:cTn>
                              </p:par>
                              <p:par>
                                <p:cTn id="10" presetID="10" presetClass="entr" presetSubtype="0" fill="hold" grpId="0" nodeType="with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fade">
                                      <p:cBhvr>
                                        <p:cTn id="12" dur="500"/>
                                        <p:tgtEl>
                                          <p:spTgt spid="2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fade">
                                      <p:cBhvr>
                                        <p:cTn id="15" dur="500"/>
                                        <p:tgtEl>
                                          <p:spTgt spid="2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fade">
                                      <p:cBhvr>
                                        <p:cTn id="18" dur="500"/>
                                        <p:tgtEl>
                                          <p:spTgt spid="2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27"/>
                                        </p:tgtEl>
                                        <p:attrNameLst>
                                          <p:attrName>style.visibility</p:attrName>
                                        </p:attrNameLst>
                                      </p:cBhvr>
                                      <p:to>
                                        <p:strVal val="visible"/>
                                      </p:to>
                                    </p:set>
                                    <p:animEffect transition="in" filter="fade">
                                      <p:cBhvr>
                                        <p:cTn id="21" dur="500"/>
                                        <p:tgtEl>
                                          <p:spTgt spid="27"/>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fade">
                                      <p:cBhvr>
                                        <p:cTn id="24" dur="500"/>
                                        <p:tgtEl>
                                          <p:spTgt spid="28"/>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fade">
                                      <p:cBhvr>
                                        <p:cTn id="27"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build="p"/>
      <p:bldP spid="24" grpId="0"/>
      <p:bldP spid="25" grpId="0"/>
      <p:bldP spid="26" grpId="0"/>
      <p:bldP spid="27" grpId="0"/>
      <p:bldP spid="28" grpId="0"/>
      <p:bldP spid="29" grpId="0"/>
    </p:bldLst>
  </p:timing>
</p:sld>
</file>

<file path=ppt/slides/slide48.xml><?xml version="1.0" encoding="utf-8"?>
<p:sld xmlns:a="http://schemas.openxmlformats.org/drawingml/2006/main" xmlns:r="http://schemas.openxmlformats.org/officeDocument/2006/relationships" xmlns:p="http://schemas.openxmlformats.org/presentationml/2006/main">
  <p:cSld>
    <p:bg>
      <p:bgPr>
        <a:solidFill>
          <a:schemeClr val="tx1">
            <a:lumMod val="75000"/>
            <a:lumOff val="25000"/>
          </a:schemeClr>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
        <p:nvSpPr>
          <p:cNvPr id="4" name="Picture Placeholder 3"/>
          <p:cNvSpPr>
            <a:spLocks noGrp="1"/>
          </p:cNvSpPr>
          <p:nvPr>
            <p:ph type="pic" sz="quarter" idx="12"/>
          </p:nvPr>
        </p:nvSpPr>
        <p:spPr/>
        <p:txBody>
          <a:bodyPr/>
          <a:lstStyle/>
          <a:p>
            <a:endParaRPr lang="en-MY"/>
          </a:p>
        </p:txBody>
      </p:sp>
      <p:sp>
        <p:nvSpPr>
          <p:cNvPr id="5" name="Picture Placeholder 4"/>
          <p:cNvSpPr>
            <a:spLocks noGrp="1"/>
          </p:cNvSpPr>
          <p:nvPr>
            <p:ph type="pic" sz="quarter" idx="13"/>
          </p:nvPr>
        </p:nvSpPr>
        <p:spPr/>
        <p:txBody>
          <a:bodyPr/>
          <a:lstStyle/>
          <a:p>
            <a:endParaRPr lang="en-MY"/>
          </a:p>
        </p:txBody>
      </p:sp>
      <p:sp>
        <p:nvSpPr>
          <p:cNvPr id="6" name="Picture Placeholder 5"/>
          <p:cNvSpPr>
            <a:spLocks noGrp="1"/>
          </p:cNvSpPr>
          <p:nvPr>
            <p:ph type="pic" sz="quarter" idx="14"/>
          </p:nvPr>
        </p:nvSpPr>
        <p:spPr/>
        <p:txBody>
          <a:bodyPr/>
          <a:lstStyle/>
          <a:p>
            <a:endParaRPr lang="en-MY"/>
          </a:p>
        </p:txBody>
      </p:sp>
      <p:sp>
        <p:nvSpPr>
          <p:cNvPr id="15" name="Rectangle 14"/>
          <p:cNvSpPr/>
          <p:nvPr/>
        </p:nvSpPr>
        <p:spPr>
          <a:xfrm>
            <a:off x="9147048" y="1752600"/>
            <a:ext cx="3044952" cy="777947"/>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9259472" y="1803019"/>
            <a:ext cx="1568058" cy="307777"/>
          </a:xfrm>
          <a:prstGeom prst="rect">
            <a:avLst/>
          </a:prstGeom>
          <a:noFill/>
        </p:spPr>
        <p:txBody>
          <a:bodyPr wrap="none" rtlCol="0">
            <a:spAutoFit/>
          </a:bodyPr>
          <a:lstStyle/>
          <a:p>
            <a:r>
              <a:rPr lang="en-US" sz="1400">
                <a:solidFill>
                  <a:schemeClr val="bg1"/>
                </a:solidFill>
                <a:latin typeface="Roboto" panose="02000000000000000000" pitchFamily="2" charset="0"/>
                <a:ea typeface="Roboto" panose="02000000000000000000" pitchFamily="2" charset="0"/>
              </a:rPr>
              <a:t>Product Package</a:t>
            </a:r>
          </a:p>
        </p:txBody>
      </p:sp>
      <p:sp>
        <p:nvSpPr>
          <p:cNvPr id="17" name="TextBox 16"/>
          <p:cNvSpPr txBox="1"/>
          <p:nvPr/>
        </p:nvSpPr>
        <p:spPr>
          <a:xfrm>
            <a:off x="9259472" y="2110796"/>
            <a:ext cx="1695819"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Rectangle 17"/>
          <p:cNvSpPr/>
          <p:nvPr/>
        </p:nvSpPr>
        <p:spPr>
          <a:xfrm>
            <a:off x="11632634" y="1803019"/>
            <a:ext cx="415498" cy="369332"/>
          </a:xfrm>
          <a:prstGeom prst="rect">
            <a:avLst/>
          </a:prstGeom>
        </p:spPr>
        <p:txBody>
          <a:bodyPr wrap="none">
            <a:spAutoFit/>
          </a:bodyPr>
          <a:lstStyle/>
          <a:p>
            <a:r>
              <a:rPr lang="en-US">
                <a:solidFill>
                  <a:schemeClr val="bg1"/>
                </a:solidFill>
                <a:latin typeface="Simple-Line-Icons" panose="02000503000000000000" pitchFamily="2" charset="2"/>
              </a:rPr>
              <a:t></a:t>
            </a:r>
            <a:endParaRPr lang="en-US">
              <a:solidFill>
                <a:schemeClr val="bg1"/>
              </a:solidFill>
            </a:endParaRPr>
          </a:p>
        </p:txBody>
      </p:sp>
      <p:cxnSp>
        <p:nvCxnSpPr>
          <p:cNvPr id="20" name="Straight Connector 19"/>
          <p:cNvCxnSpPr/>
          <p:nvPr/>
        </p:nvCxnSpPr>
        <p:spPr>
          <a:xfrm>
            <a:off x="5713227" y="3019647"/>
            <a:ext cx="0" cy="3152553"/>
          </a:xfrm>
          <a:prstGeom prst="line">
            <a:avLst/>
          </a:prstGeom>
          <a:ln w="31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6096000" y="3019647"/>
            <a:ext cx="2113079" cy="461665"/>
          </a:xfrm>
          <a:prstGeom prst="rect">
            <a:avLst/>
          </a:prstGeom>
          <a:noFill/>
        </p:spPr>
        <p:txBody>
          <a:bodyPr wrap="none" rtlCol="0">
            <a:spAutoFit/>
          </a:bodyPr>
          <a:lstStyle/>
          <a:p>
            <a:r>
              <a:rPr lang="en-US" sz="2400">
                <a:solidFill>
                  <a:schemeClr val="bg1"/>
                </a:solidFill>
                <a:latin typeface="Abel" panose="02000506030000020004" pitchFamily="2" charset="0"/>
                <a:ea typeface="Roboto" panose="02000000000000000000" pitchFamily="2" charset="0"/>
              </a:rPr>
              <a:t>Future Life Style</a:t>
            </a:r>
          </a:p>
        </p:txBody>
      </p:sp>
      <p:sp>
        <p:nvSpPr>
          <p:cNvPr id="22" name="Rectangle 21"/>
          <p:cNvSpPr/>
          <p:nvPr/>
        </p:nvSpPr>
        <p:spPr>
          <a:xfrm>
            <a:off x="6096000" y="3481312"/>
            <a:ext cx="885179" cy="230832"/>
          </a:xfrm>
          <a:prstGeom prst="rect">
            <a:avLst/>
          </a:prstGeom>
        </p:spPr>
        <p:txBody>
          <a:bodyPr wrap="none">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July, 08, 2014</a:t>
            </a:r>
          </a:p>
        </p:txBody>
      </p:sp>
      <p:sp>
        <p:nvSpPr>
          <p:cNvPr id="23" name="TextBox 22"/>
          <p:cNvSpPr txBox="1"/>
          <p:nvPr/>
        </p:nvSpPr>
        <p:spPr>
          <a:xfrm>
            <a:off x="6096000" y="4058023"/>
            <a:ext cx="5334000" cy="923330"/>
          </a:xfrm>
          <a:prstGeom prst="rect">
            <a:avLst/>
          </a:prstGeom>
          <a:noFill/>
        </p:spPr>
        <p:txBody>
          <a:bodyPr wrap="squar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Nemo enim ipsam voluptatem quia voluptas sit aspernatur aut odit aut fugit, sed quia consequuntur magni dolores eos qui ratione voluptatem sequi nesciunt.</a:t>
            </a:r>
          </a:p>
        </p:txBody>
      </p:sp>
      <p:sp>
        <p:nvSpPr>
          <p:cNvPr id="24" name="TextBox 23"/>
          <p:cNvSpPr txBox="1"/>
          <p:nvPr/>
        </p:nvSpPr>
        <p:spPr>
          <a:xfrm>
            <a:off x="6096000" y="5218354"/>
            <a:ext cx="939681"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 Name:</a:t>
            </a:r>
          </a:p>
        </p:txBody>
      </p:sp>
      <p:sp>
        <p:nvSpPr>
          <p:cNvPr id="25" name="TextBox 24"/>
          <p:cNvSpPr txBox="1"/>
          <p:nvPr/>
        </p:nvSpPr>
        <p:spPr>
          <a:xfrm>
            <a:off x="7221682" y="5218354"/>
            <a:ext cx="1109599"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MINILINE GROUP</a:t>
            </a:r>
          </a:p>
        </p:txBody>
      </p:sp>
      <p:sp>
        <p:nvSpPr>
          <p:cNvPr id="26" name="TextBox 25"/>
          <p:cNvSpPr txBox="1"/>
          <p:nvPr/>
        </p:nvSpPr>
        <p:spPr>
          <a:xfrm>
            <a:off x="6096000" y="5592037"/>
            <a:ext cx="780983"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Catagories:</a:t>
            </a:r>
          </a:p>
        </p:txBody>
      </p:sp>
      <p:sp>
        <p:nvSpPr>
          <p:cNvPr id="27" name="TextBox 26"/>
          <p:cNvSpPr txBox="1"/>
          <p:nvPr/>
        </p:nvSpPr>
        <p:spPr>
          <a:xfrm>
            <a:off x="7221682" y="5592037"/>
            <a:ext cx="946093"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Brand Identity</a:t>
            </a:r>
          </a:p>
        </p:txBody>
      </p:sp>
      <p:sp>
        <p:nvSpPr>
          <p:cNvPr id="28" name="TextBox 27"/>
          <p:cNvSpPr txBox="1"/>
          <p:nvPr/>
        </p:nvSpPr>
        <p:spPr>
          <a:xfrm>
            <a:off x="6096000" y="5965720"/>
            <a:ext cx="574196"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Clients:</a:t>
            </a:r>
          </a:p>
        </p:txBody>
      </p:sp>
      <p:sp>
        <p:nvSpPr>
          <p:cNvPr id="29" name="TextBox 28"/>
          <p:cNvSpPr txBox="1"/>
          <p:nvPr/>
        </p:nvSpPr>
        <p:spPr>
          <a:xfrm>
            <a:off x="7221682" y="5965720"/>
            <a:ext cx="1091966"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SimpleSmart LLC</a:t>
            </a:r>
          </a:p>
        </p:txBody>
      </p:sp>
    </p:spTree>
    <p:extLst>
      <p:ext uri="{BB962C8B-B14F-4D97-AF65-F5344CB8AC3E}">
        <p14:creationId xmlns:p14="http://schemas.microsoft.com/office/powerpoint/2010/main" val="1463243114"/>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1000"/>
                                        <p:tgtEl>
                                          <p:spTgt spid="23"/>
                                        </p:tgtEl>
                                      </p:cBhvr>
                                    </p:animEffect>
                                    <p:anim calcmode="lin" valueType="num">
                                      <p:cBhvr>
                                        <p:cTn id="8" dur="1000" fill="hold"/>
                                        <p:tgtEl>
                                          <p:spTgt spid="23"/>
                                        </p:tgtEl>
                                        <p:attrNameLst>
                                          <p:attrName>ppt_x</p:attrName>
                                        </p:attrNameLst>
                                      </p:cBhvr>
                                      <p:tavLst>
                                        <p:tav tm="0">
                                          <p:val>
                                            <p:strVal val="#ppt_x"/>
                                          </p:val>
                                        </p:tav>
                                        <p:tav tm="100000">
                                          <p:val>
                                            <p:strVal val="#ppt_x"/>
                                          </p:val>
                                        </p:tav>
                                      </p:tavLst>
                                    </p:anim>
                                    <p:anim calcmode="lin" valueType="num">
                                      <p:cBhvr>
                                        <p:cTn id="9" dur="1000" fill="hold"/>
                                        <p:tgtEl>
                                          <p:spTgt spid="23"/>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24"/>
                                        </p:tgtEl>
                                        <p:attrNameLst>
                                          <p:attrName>style.visibility</p:attrName>
                                        </p:attrNameLst>
                                      </p:cBhvr>
                                      <p:to>
                                        <p:strVal val="visible"/>
                                      </p:to>
                                    </p:set>
                                    <p:animEffect transition="in" filter="fade">
                                      <p:cBhvr>
                                        <p:cTn id="13" dur="500"/>
                                        <p:tgtEl>
                                          <p:spTgt spid="24"/>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5"/>
                                        </p:tgtEl>
                                        <p:attrNameLst>
                                          <p:attrName>style.visibility</p:attrName>
                                        </p:attrNameLst>
                                      </p:cBhvr>
                                      <p:to>
                                        <p:strVal val="visible"/>
                                      </p:to>
                                    </p:set>
                                    <p:animEffect transition="in" filter="fade">
                                      <p:cBhvr>
                                        <p:cTn id="16" dur="500"/>
                                        <p:tgtEl>
                                          <p:spTgt spid="25"/>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animEffect transition="in" filter="fade">
                                      <p:cBhvr>
                                        <p:cTn id="19" dur="500"/>
                                        <p:tgtEl>
                                          <p:spTgt spid="26"/>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7"/>
                                        </p:tgtEl>
                                        <p:attrNameLst>
                                          <p:attrName>style.visibility</p:attrName>
                                        </p:attrNameLst>
                                      </p:cBhvr>
                                      <p:to>
                                        <p:strVal val="visible"/>
                                      </p:to>
                                    </p:set>
                                    <p:animEffect transition="in" filter="fade">
                                      <p:cBhvr>
                                        <p:cTn id="22" dur="500"/>
                                        <p:tgtEl>
                                          <p:spTgt spid="27"/>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8"/>
                                        </p:tgtEl>
                                        <p:attrNameLst>
                                          <p:attrName>style.visibility</p:attrName>
                                        </p:attrNameLst>
                                      </p:cBhvr>
                                      <p:to>
                                        <p:strVal val="visible"/>
                                      </p:to>
                                    </p:set>
                                    <p:animEffect transition="in" filter="fade">
                                      <p:cBhvr>
                                        <p:cTn id="25" dur="500"/>
                                        <p:tgtEl>
                                          <p:spTgt spid="28"/>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29"/>
                                        </p:tgtEl>
                                        <p:attrNameLst>
                                          <p:attrName>style.visibility</p:attrName>
                                        </p:attrNameLst>
                                      </p:cBhvr>
                                      <p:to>
                                        <p:strVal val="visible"/>
                                      </p:to>
                                    </p:set>
                                    <p:animEffect transition="in" filter="fade">
                                      <p:cBhvr>
                                        <p:cTn id="28"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P spid="25" grpId="0"/>
      <p:bldP spid="26" grpId="0"/>
      <p:bldP spid="27" grpId="0"/>
      <p:bldP spid="28" grpId="0"/>
      <p:bldP spid="29"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034805"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PROJECT INTERVIEW</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49</a:t>
            </a:r>
          </a:p>
        </p:txBody>
      </p:sp>
      <p:sp>
        <p:nvSpPr>
          <p:cNvPr id="11" name="Rectangle 10"/>
          <p:cNvSpPr/>
          <p:nvPr/>
        </p:nvSpPr>
        <p:spPr>
          <a:xfrm>
            <a:off x="1132273" y="1752600"/>
            <a:ext cx="1679986" cy="167998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a:solidFill>
                  <a:schemeClr val="bg1"/>
                </a:solidFill>
                <a:latin typeface="FontAwesome" pitchFamily="2" charset="0"/>
              </a:rPr>
              <a:t></a:t>
            </a:r>
            <a:endParaRPr lang="en-US" sz="4400">
              <a:solidFill>
                <a:schemeClr val="bg1"/>
              </a:solidFill>
            </a:endParaRPr>
          </a:p>
        </p:txBody>
      </p:sp>
      <p:sp>
        <p:nvSpPr>
          <p:cNvPr id="13" name="Rectangle 12"/>
          <p:cNvSpPr/>
          <p:nvPr/>
        </p:nvSpPr>
        <p:spPr>
          <a:xfrm>
            <a:off x="1132273" y="3592157"/>
            <a:ext cx="1679986" cy="1679986"/>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a:solidFill>
                  <a:schemeClr val="bg1"/>
                </a:solidFill>
                <a:latin typeface="FontAwesome" pitchFamily="2" charset="0"/>
              </a:rPr>
              <a:t></a:t>
            </a:r>
            <a:endParaRPr lang="en-US" sz="4800">
              <a:solidFill>
                <a:schemeClr val="bg1"/>
              </a:solidFill>
            </a:endParaRPr>
          </a:p>
        </p:txBody>
      </p:sp>
      <p:sp>
        <p:nvSpPr>
          <p:cNvPr id="14" name="Rectangle 13"/>
          <p:cNvSpPr/>
          <p:nvPr/>
        </p:nvSpPr>
        <p:spPr>
          <a:xfrm>
            <a:off x="2964808" y="4508475"/>
            <a:ext cx="2586318" cy="1679986"/>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p:cNvSpPr txBox="1"/>
          <p:nvPr/>
        </p:nvSpPr>
        <p:spPr>
          <a:xfrm>
            <a:off x="3083814" y="4717526"/>
            <a:ext cx="2348305" cy="1261884"/>
          </a:xfrm>
          <a:prstGeom prst="rect">
            <a:avLst/>
          </a:prstGeom>
          <a:noFill/>
        </p:spPr>
        <p:txBody>
          <a:bodyPr wrap="square" rtlCol="0">
            <a:spAutoFit/>
          </a:bodyPr>
          <a:lstStyle/>
          <a:p>
            <a:pPr algn="ct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“CHILD DREAM”</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PROJECT</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16" name="Rectangle 15"/>
          <p:cNvSpPr/>
          <p:nvPr/>
        </p:nvSpPr>
        <p:spPr>
          <a:xfrm>
            <a:off x="5703675" y="1749014"/>
            <a:ext cx="2594344" cy="1676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8450568" y="1745428"/>
            <a:ext cx="1679986" cy="167998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a:solidFill>
                  <a:schemeClr val="bg1"/>
                </a:solidFill>
                <a:latin typeface="FontAwesome" pitchFamily="2" charset="0"/>
              </a:rPr>
              <a:t></a:t>
            </a:r>
            <a:endParaRPr lang="en-US" sz="4400">
              <a:solidFill>
                <a:schemeClr val="bg1"/>
              </a:solidFill>
            </a:endParaRPr>
          </a:p>
        </p:txBody>
      </p:sp>
      <p:sp>
        <p:nvSpPr>
          <p:cNvPr id="19" name="TextBox 18"/>
          <p:cNvSpPr txBox="1"/>
          <p:nvPr/>
        </p:nvSpPr>
        <p:spPr>
          <a:xfrm>
            <a:off x="5842659" y="2193006"/>
            <a:ext cx="2316376" cy="784830"/>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20" name="Rectangle 19"/>
          <p:cNvSpPr/>
          <p:nvPr/>
        </p:nvSpPr>
        <p:spPr>
          <a:xfrm>
            <a:off x="9379741" y="3592157"/>
            <a:ext cx="1679986" cy="1679986"/>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a:solidFill>
                  <a:schemeClr val="bg1"/>
                </a:solidFill>
                <a:latin typeface="FontAwesome" pitchFamily="2" charset="0"/>
              </a:rPr>
              <a:t></a:t>
            </a:r>
            <a:endParaRPr lang="en-US" sz="4800">
              <a:solidFill>
                <a:schemeClr val="bg1"/>
              </a:solidFill>
            </a:endParaRPr>
          </a:p>
        </p:txBody>
      </p:sp>
      <p:sp>
        <p:nvSpPr>
          <p:cNvPr id="5" name="Picture Placeholder 4"/>
          <p:cNvSpPr>
            <a:spLocks noGrp="1"/>
          </p:cNvSpPr>
          <p:nvPr>
            <p:ph type="pic" sz="quarter" idx="10"/>
          </p:nvPr>
        </p:nvSpPr>
        <p:spPr>
          <a:xfrm>
            <a:off x="2962248" y="1745428"/>
            <a:ext cx="2588878" cy="2589904"/>
          </a:xfrm>
        </p:spPr>
        <p:txBody>
          <a:bodyPr/>
          <a:lstStyle/>
          <a:p>
            <a:endParaRPr lang="en-MY"/>
          </a:p>
        </p:txBody>
      </p:sp>
      <p:sp>
        <p:nvSpPr>
          <p:cNvPr id="7" name="Picture Placeholder 6"/>
          <p:cNvSpPr>
            <a:spLocks noGrp="1"/>
          </p:cNvSpPr>
          <p:nvPr>
            <p:ph type="pic" sz="quarter" idx="11"/>
          </p:nvPr>
        </p:nvSpPr>
        <p:spPr>
          <a:xfrm>
            <a:off x="5701115" y="3592157"/>
            <a:ext cx="3526078" cy="2596304"/>
          </a:xfrm>
        </p:spPr>
        <p:txBody>
          <a:bodyPr/>
          <a:lstStyle/>
          <a:p>
            <a:endParaRPr lang="en-MY"/>
          </a:p>
        </p:txBody>
      </p:sp>
    </p:spTree>
    <p:extLst>
      <p:ext uri="{BB962C8B-B14F-4D97-AF65-F5344CB8AC3E}">
        <p14:creationId xmlns:p14="http://schemas.microsoft.com/office/powerpoint/2010/main" val="585394930"/>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18"/>
                                        </p:tgtEl>
                                        <p:attrNameLst>
                                          <p:attrName>style.visibility</p:attrName>
                                        </p:attrNameLst>
                                      </p:cBhvr>
                                      <p:to>
                                        <p:strVal val="visible"/>
                                      </p:to>
                                    </p:set>
                                    <p:anim calcmode="lin" valueType="num">
                                      <p:cBhvr>
                                        <p:cTn id="12" dur="500" fill="hold"/>
                                        <p:tgtEl>
                                          <p:spTgt spid="18"/>
                                        </p:tgtEl>
                                        <p:attrNameLst>
                                          <p:attrName>ppt_w</p:attrName>
                                        </p:attrNameLst>
                                      </p:cBhvr>
                                      <p:tavLst>
                                        <p:tav tm="0">
                                          <p:val>
                                            <p:fltVal val="0"/>
                                          </p:val>
                                        </p:tav>
                                        <p:tav tm="100000">
                                          <p:val>
                                            <p:strVal val="#ppt_w"/>
                                          </p:val>
                                        </p:tav>
                                      </p:tavLst>
                                    </p:anim>
                                    <p:anim calcmode="lin" valueType="num">
                                      <p:cBhvr>
                                        <p:cTn id="13" dur="500" fill="hold"/>
                                        <p:tgtEl>
                                          <p:spTgt spid="18"/>
                                        </p:tgtEl>
                                        <p:attrNameLst>
                                          <p:attrName>ppt_h</p:attrName>
                                        </p:attrNameLst>
                                      </p:cBhvr>
                                      <p:tavLst>
                                        <p:tav tm="0">
                                          <p:val>
                                            <p:fltVal val="0"/>
                                          </p:val>
                                        </p:tav>
                                        <p:tav tm="100000">
                                          <p:val>
                                            <p:strVal val="#ppt_h"/>
                                          </p:val>
                                        </p:tav>
                                      </p:tavLst>
                                    </p:anim>
                                  </p:childTnLst>
                                </p:cTn>
                              </p:par>
                            </p:childTnLst>
                          </p:cTn>
                        </p:par>
                        <p:par>
                          <p:cTn id="14" fill="hold">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p:cTn id="17" dur="500" fill="hold"/>
                                        <p:tgtEl>
                                          <p:spTgt spid="13"/>
                                        </p:tgtEl>
                                        <p:attrNameLst>
                                          <p:attrName>ppt_w</p:attrName>
                                        </p:attrNameLst>
                                      </p:cBhvr>
                                      <p:tavLst>
                                        <p:tav tm="0">
                                          <p:val>
                                            <p:fltVal val="0"/>
                                          </p:val>
                                        </p:tav>
                                        <p:tav tm="100000">
                                          <p:val>
                                            <p:strVal val="#ppt_w"/>
                                          </p:val>
                                        </p:tav>
                                      </p:tavLst>
                                    </p:anim>
                                    <p:anim calcmode="lin" valueType="num">
                                      <p:cBhvr>
                                        <p:cTn id="18" dur="500" fill="hold"/>
                                        <p:tgtEl>
                                          <p:spTgt spid="13"/>
                                        </p:tgtEl>
                                        <p:attrNameLst>
                                          <p:attrName>ppt_h</p:attrName>
                                        </p:attrNameLst>
                                      </p:cBhvr>
                                      <p:tavLst>
                                        <p:tav tm="0">
                                          <p:val>
                                            <p:fltVal val="0"/>
                                          </p:val>
                                        </p:tav>
                                        <p:tav tm="100000">
                                          <p:val>
                                            <p:strVal val="#ppt_h"/>
                                          </p:val>
                                        </p:tav>
                                      </p:tavLst>
                                    </p:anim>
                                  </p:childTnLst>
                                </p:cTn>
                              </p:par>
                            </p:childTnLst>
                          </p:cTn>
                        </p:par>
                        <p:par>
                          <p:cTn id="19" fill="hold">
                            <p:stCondLst>
                              <p:cond delay="1500"/>
                            </p:stCondLst>
                            <p:childTnLst>
                              <p:par>
                                <p:cTn id="20" presetID="23" presetClass="entr" presetSubtype="16" fill="hold" grpId="0" nodeType="afterEffect">
                                  <p:stCondLst>
                                    <p:cond delay="0"/>
                                  </p:stCondLst>
                                  <p:childTnLst>
                                    <p:set>
                                      <p:cBhvr>
                                        <p:cTn id="21" dur="1" fill="hold">
                                          <p:stCondLst>
                                            <p:cond delay="0"/>
                                          </p:stCondLst>
                                        </p:cTn>
                                        <p:tgtEl>
                                          <p:spTgt spid="20"/>
                                        </p:tgtEl>
                                        <p:attrNameLst>
                                          <p:attrName>style.visibility</p:attrName>
                                        </p:attrNameLst>
                                      </p:cBhvr>
                                      <p:to>
                                        <p:strVal val="visible"/>
                                      </p:to>
                                    </p:set>
                                    <p:anim calcmode="lin" valueType="num">
                                      <p:cBhvr>
                                        <p:cTn id="22" dur="500" fill="hold"/>
                                        <p:tgtEl>
                                          <p:spTgt spid="20"/>
                                        </p:tgtEl>
                                        <p:attrNameLst>
                                          <p:attrName>ppt_w</p:attrName>
                                        </p:attrNameLst>
                                      </p:cBhvr>
                                      <p:tavLst>
                                        <p:tav tm="0">
                                          <p:val>
                                            <p:fltVal val="0"/>
                                          </p:val>
                                        </p:tav>
                                        <p:tav tm="100000">
                                          <p:val>
                                            <p:strVal val="#ppt_w"/>
                                          </p:val>
                                        </p:tav>
                                      </p:tavLst>
                                    </p:anim>
                                    <p:anim calcmode="lin" valueType="num">
                                      <p:cBhvr>
                                        <p:cTn id="23" dur="500" fill="hold"/>
                                        <p:tgtEl>
                                          <p:spTgt spid="20"/>
                                        </p:tgtEl>
                                        <p:attrNameLst>
                                          <p:attrName>ppt_h</p:attrName>
                                        </p:attrNameLst>
                                      </p:cBhvr>
                                      <p:tavLst>
                                        <p:tav tm="0">
                                          <p:val>
                                            <p:fltVal val="0"/>
                                          </p:val>
                                        </p:tav>
                                        <p:tav tm="100000">
                                          <p:val>
                                            <p:strVal val="#ppt_h"/>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1000"/>
                                        <p:tgtEl>
                                          <p:spTgt spid="14"/>
                                        </p:tgtEl>
                                      </p:cBhvr>
                                    </p:animEffect>
                                    <p:anim calcmode="lin" valueType="num">
                                      <p:cBhvr>
                                        <p:cTn id="28" dur="1000" fill="hold"/>
                                        <p:tgtEl>
                                          <p:spTgt spid="14"/>
                                        </p:tgtEl>
                                        <p:attrNameLst>
                                          <p:attrName>ppt_x</p:attrName>
                                        </p:attrNameLst>
                                      </p:cBhvr>
                                      <p:tavLst>
                                        <p:tav tm="0">
                                          <p:val>
                                            <p:strVal val="#ppt_x"/>
                                          </p:val>
                                        </p:tav>
                                        <p:tav tm="100000">
                                          <p:val>
                                            <p:strVal val="#ppt_x"/>
                                          </p:val>
                                        </p:tav>
                                      </p:tavLst>
                                    </p:anim>
                                    <p:anim calcmode="lin" valueType="num">
                                      <p:cBhvr>
                                        <p:cTn id="29" dur="1000" fill="hold"/>
                                        <p:tgtEl>
                                          <p:spTgt spid="14"/>
                                        </p:tgtEl>
                                        <p:attrNameLst>
                                          <p:attrName>ppt_y</p:attrName>
                                        </p:attrNameLst>
                                      </p:cBhvr>
                                      <p:tavLst>
                                        <p:tav tm="0">
                                          <p:val>
                                            <p:strVal val="#ppt_y+.1"/>
                                          </p:val>
                                        </p:tav>
                                        <p:tav tm="100000">
                                          <p:val>
                                            <p:strVal val="#ppt_y"/>
                                          </p:val>
                                        </p:tav>
                                      </p:tavLst>
                                    </p:anim>
                                  </p:childTnLst>
                                </p:cTn>
                              </p:par>
                              <p:par>
                                <p:cTn id="30" presetID="10" presetClass="entr" presetSubtype="0" fill="hold" grpId="0" nodeType="with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P spid="14" grpId="0" animBg="1"/>
      <p:bldP spid="16" grpId="0" animBg="1"/>
      <p:bldP spid="18" grpId="0" animBg="1"/>
      <p:bldP spid="20"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
        <p:nvSpPr>
          <p:cNvPr id="4" name="Picture Placeholder 3"/>
          <p:cNvSpPr>
            <a:spLocks noGrp="1"/>
          </p:cNvSpPr>
          <p:nvPr>
            <p:ph type="pic" sz="quarter" idx="12"/>
          </p:nvPr>
        </p:nvSpPr>
        <p:spPr/>
        <p:txBody>
          <a:bodyPr/>
          <a:lstStyle/>
          <a:p>
            <a:endParaRPr lang="en-MY"/>
          </a:p>
        </p:txBody>
      </p:sp>
      <p:sp>
        <p:nvSpPr>
          <p:cNvPr id="6" name="Picture Placeholder 5"/>
          <p:cNvSpPr>
            <a:spLocks noGrp="1"/>
          </p:cNvSpPr>
          <p:nvPr>
            <p:ph type="pic" sz="quarter" idx="13"/>
          </p:nvPr>
        </p:nvSpPr>
        <p:spPr/>
        <p:txBody>
          <a:bodyPr/>
          <a:lstStyle/>
          <a:p>
            <a:endParaRPr lang="en-MY"/>
          </a:p>
        </p:txBody>
      </p:sp>
      <p:sp>
        <p:nvSpPr>
          <p:cNvPr id="7" name="Picture Placeholder 6"/>
          <p:cNvSpPr>
            <a:spLocks noGrp="1"/>
          </p:cNvSpPr>
          <p:nvPr>
            <p:ph type="pic" sz="quarter" idx="14"/>
          </p:nvPr>
        </p:nvSpPr>
        <p:spPr/>
        <p:txBody>
          <a:bodyPr/>
          <a:lstStyle/>
          <a:p>
            <a:endParaRPr lang="en-MY"/>
          </a:p>
        </p:txBody>
      </p:sp>
      <p:sp>
        <p:nvSpPr>
          <p:cNvPr id="8" name="Picture Placeholder 7"/>
          <p:cNvSpPr>
            <a:spLocks noGrp="1"/>
          </p:cNvSpPr>
          <p:nvPr>
            <p:ph type="pic" sz="quarter" idx="15"/>
          </p:nvPr>
        </p:nvSpPr>
        <p:spPr/>
        <p:txBody>
          <a:bodyPr/>
          <a:lstStyle/>
          <a:p>
            <a:endParaRPr lang="en-MY"/>
          </a:p>
        </p:txBody>
      </p:sp>
      <p:sp>
        <p:nvSpPr>
          <p:cNvPr id="12" name="Rectangle 11"/>
          <p:cNvSpPr/>
          <p:nvPr/>
        </p:nvSpPr>
        <p:spPr>
          <a:xfrm>
            <a:off x="2434856" y="0"/>
            <a:ext cx="3661144" cy="3505200"/>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9069572" y="3429000"/>
            <a:ext cx="3122428" cy="3429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2677564" y="706904"/>
            <a:ext cx="2231701" cy="954107"/>
          </a:xfrm>
          <a:prstGeom prst="rect">
            <a:avLst/>
          </a:prstGeom>
          <a:noFill/>
        </p:spPr>
        <p:txBody>
          <a:bodyPr wrap="none" rtlCol="0">
            <a:spAutoFit/>
          </a:bodyPr>
          <a:lstStyle/>
          <a:p>
            <a:r>
              <a:rPr lang="en-US" sz="2800">
                <a:solidFill>
                  <a:schemeClr val="bg1"/>
                </a:solidFill>
                <a:latin typeface="Abel" panose="02000506030000020004" pitchFamily="2" charset="0"/>
              </a:rPr>
              <a:t>CREATIVE </a:t>
            </a:r>
          </a:p>
          <a:p>
            <a:r>
              <a:rPr lang="en-US" sz="2800" b="1">
                <a:solidFill>
                  <a:schemeClr val="accent6"/>
                </a:solidFill>
                <a:latin typeface="Open Sans" panose="020B0606030504020204" pitchFamily="34" charset="0"/>
                <a:ea typeface="Open Sans" panose="020B0606030504020204" pitchFamily="34" charset="0"/>
                <a:cs typeface="Open Sans" panose="020B0606030504020204" pitchFamily="34" charset="0"/>
              </a:rPr>
              <a:t>PORTFOLIO</a:t>
            </a:r>
          </a:p>
        </p:txBody>
      </p:sp>
      <p:sp>
        <p:nvSpPr>
          <p:cNvPr id="19" name="TextBox 18"/>
          <p:cNvSpPr txBox="1"/>
          <p:nvPr/>
        </p:nvSpPr>
        <p:spPr>
          <a:xfrm>
            <a:off x="2654880" y="1661011"/>
            <a:ext cx="2827976"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0" name="TextBox 19"/>
          <p:cNvSpPr txBox="1"/>
          <p:nvPr/>
        </p:nvSpPr>
        <p:spPr>
          <a:xfrm>
            <a:off x="2654880" y="2476619"/>
            <a:ext cx="3288720" cy="507831"/>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21" name="TextBox 20"/>
          <p:cNvSpPr txBox="1"/>
          <p:nvPr/>
        </p:nvSpPr>
        <p:spPr>
          <a:xfrm>
            <a:off x="9310295" y="4550658"/>
            <a:ext cx="2348305" cy="1261884"/>
          </a:xfrm>
          <a:prstGeom prst="rect">
            <a:avLst/>
          </a:prstGeom>
          <a:noFill/>
        </p:spPr>
        <p:txBody>
          <a:bodyPr wrap="square" rtlCol="0">
            <a:spAutoFit/>
          </a:bodyPr>
          <a:lstStyle/>
          <a:p>
            <a:pPr algn="ct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“CHILD DREAM”</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PROJECT</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Tree>
    <p:extLst>
      <p:ext uri="{BB962C8B-B14F-4D97-AF65-F5344CB8AC3E}">
        <p14:creationId xmlns:p14="http://schemas.microsoft.com/office/powerpoint/2010/main" val="546003728"/>
      </p:ext>
    </p:extLst>
  </p:cSld>
  <p:clrMapOvr>
    <a:masterClrMapping/>
  </p:clrMapOvr>
  <p:transition spd="med">
    <p:pull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p:txBody>
          <a:bodyPr/>
          <a:lstStyle/>
          <a:p>
            <a:endParaRPr lang="en-MY"/>
          </a:p>
        </p:txBody>
      </p:sp>
      <p:sp>
        <p:nvSpPr>
          <p:cNvPr id="19" name="Picture Placeholder 18"/>
          <p:cNvSpPr>
            <a:spLocks noGrp="1"/>
          </p:cNvSpPr>
          <p:nvPr>
            <p:ph type="pic" sz="quarter" idx="11"/>
          </p:nvPr>
        </p:nvSpPr>
        <p:spPr/>
        <p:txBody>
          <a:bodyPr/>
          <a:lstStyle/>
          <a:p>
            <a:endParaRPr lang="en-MY"/>
          </a:p>
        </p:txBody>
      </p:sp>
      <p:sp>
        <p:nvSpPr>
          <p:cNvPr id="20" name="Picture Placeholder 19"/>
          <p:cNvSpPr>
            <a:spLocks noGrp="1"/>
          </p:cNvSpPr>
          <p:nvPr>
            <p:ph type="pic" sz="quarter" idx="12"/>
          </p:nvPr>
        </p:nvSpPr>
        <p:spPr/>
        <p:txBody>
          <a:bodyPr/>
          <a:lstStyle/>
          <a:p>
            <a:endParaRPr lang="en-MY"/>
          </a:p>
        </p:txBody>
      </p:sp>
      <p:sp>
        <p:nvSpPr>
          <p:cNvPr id="2" name="TextBox 1"/>
          <p:cNvSpPr txBox="1"/>
          <p:nvPr/>
        </p:nvSpPr>
        <p:spPr>
          <a:xfrm>
            <a:off x="3614397" y="429414"/>
            <a:ext cx="4963218"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THREE COLUMN IMAGE &amp; PRODUCT</a:t>
            </a:r>
          </a:p>
        </p:txBody>
      </p:sp>
      <p:sp>
        <p:nvSpPr>
          <p:cNvPr id="3" name="TextBox 2"/>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51</a:t>
            </a:r>
          </a:p>
        </p:txBody>
      </p:sp>
      <p:sp>
        <p:nvSpPr>
          <p:cNvPr id="13" name="Rectangle 12"/>
          <p:cNvSpPr/>
          <p:nvPr/>
        </p:nvSpPr>
        <p:spPr>
          <a:xfrm>
            <a:off x="1608271" y="3429000"/>
            <a:ext cx="1657599" cy="59542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85%</a:t>
            </a:r>
          </a:p>
        </p:txBody>
      </p:sp>
      <p:sp>
        <p:nvSpPr>
          <p:cNvPr id="14" name="Rectangle 13"/>
          <p:cNvSpPr/>
          <p:nvPr/>
        </p:nvSpPr>
        <p:spPr>
          <a:xfrm>
            <a:off x="5267200" y="3429000"/>
            <a:ext cx="1657599" cy="59542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70%</a:t>
            </a:r>
          </a:p>
        </p:txBody>
      </p:sp>
      <p:sp>
        <p:nvSpPr>
          <p:cNvPr id="15" name="Rectangle 14"/>
          <p:cNvSpPr/>
          <p:nvPr/>
        </p:nvSpPr>
        <p:spPr>
          <a:xfrm>
            <a:off x="8926129" y="3429000"/>
            <a:ext cx="1657599" cy="59542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90%</a:t>
            </a:r>
          </a:p>
        </p:txBody>
      </p:sp>
      <p:sp>
        <p:nvSpPr>
          <p:cNvPr id="16" name="TextBox 15"/>
          <p:cNvSpPr txBox="1"/>
          <p:nvPr/>
        </p:nvSpPr>
        <p:spPr>
          <a:xfrm>
            <a:off x="1262917" y="4438939"/>
            <a:ext cx="2348305" cy="1261884"/>
          </a:xfrm>
          <a:prstGeom prst="rect">
            <a:avLst/>
          </a:prstGeom>
          <a:noFill/>
        </p:spPr>
        <p:txBody>
          <a:bodyPr wrap="square" rtlCol="0">
            <a:spAutoFit/>
          </a:bodyPr>
          <a:lstStyle/>
          <a:p>
            <a:pPr algn="ctr"/>
            <a:r>
              <a:rPr lang="en-US" sz="13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“CHILD DREAM”</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17" name="TextBox 16"/>
          <p:cNvSpPr txBox="1"/>
          <p:nvPr/>
        </p:nvSpPr>
        <p:spPr>
          <a:xfrm>
            <a:off x="4921846" y="4438939"/>
            <a:ext cx="2348305" cy="1261884"/>
          </a:xfrm>
          <a:prstGeom prst="rect">
            <a:avLst/>
          </a:prstGeom>
          <a:noFill/>
        </p:spPr>
        <p:txBody>
          <a:bodyPr wrap="square" rtlCol="0">
            <a:spAutoFit/>
          </a:bodyPr>
          <a:lstStyle/>
          <a:p>
            <a:pPr algn="ctr"/>
            <a:r>
              <a:rPr lang="en-US" sz="13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“CHILD DREAM”</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18" name="TextBox 17"/>
          <p:cNvSpPr txBox="1"/>
          <p:nvPr/>
        </p:nvSpPr>
        <p:spPr>
          <a:xfrm>
            <a:off x="8580775" y="4438939"/>
            <a:ext cx="2348305" cy="1261884"/>
          </a:xfrm>
          <a:prstGeom prst="rect">
            <a:avLst/>
          </a:prstGeom>
          <a:noFill/>
        </p:spPr>
        <p:txBody>
          <a:bodyPr wrap="square" rtlCol="0">
            <a:spAutoFit/>
          </a:bodyPr>
          <a:lstStyle/>
          <a:p>
            <a:pPr algn="ctr"/>
            <a:r>
              <a:rPr lang="en-US" sz="13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“CHILD DREAM”</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Tree>
    <p:extLst>
      <p:ext uri="{BB962C8B-B14F-4D97-AF65-F5344CB8AC3E}">
        <p14:creationId xmlns:p14="http://schemas.microsoft.com/office/powerpoint/2010/main" val="909456180"/>
      </p:ext>
    </p:extLst>
  </p:cSld>
  <p:clrMapOvr>
    <a:masterClrMapping/>
  </p:clrMapOvr>
  <mc:AlternateContent xmlns:mc="http://schemas.openxmlformats.org/markup-compatibility/2006" xmlns:p14="http://schemas.microsoft.com/office/powerpoint/2010/main">
    <mc:Choice Requires="p14">
      <p:transition spd="slow" p14:dur="1300">
        <p14:pan di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anim calcmode="lin" valueType="num">
                                      <p:cBhvr>
                                        <p:cTn id="8" dur="500" fill="hold"/>
                                        <p:tgtEl>
                                          <p:spTgt spid="13"/>
                                        </p:tgtEl>
                                        <p:attrNameLst>
                                          <p:attrName>ppt_x</p:attrName>
                                        </p:attrNameLst>
                                      </p:cBhvr>
                                      <p:tavLst>
                                        <p:tav tm="0">
                                          <p:val>
                                            <p:strVal val="#ppt_x"/>
                                          </p:val>
                                        </p:tav>
                                        <p:tav tm="100000">
                                          <p:val>
                                            <p:strVal val="#ppt_x"/>
                                          </p:val>
                                        </p:tav>
                                      </p:tavLst>
                                    </p:anim>
                                    <p:anim calcmode="lin" valueType="num">
                                      <p:cBhvr>
                                        <p:cTn id="9" dur="500" fill="hold"/>
                                        <p:tgtEl>
                                          <p:spTgt spid="1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500"/>
                                        <p:tgtEl>
                                          <p:spTgt spid="14"/>
                                        </p:tgtEl>
                                      </p:cBhvr>
                                    </p:animEffect>
                                    <p:anim calcmode="lin" valueType="num">
                                      <p:cBhvr>
                                        <p:cTn id="14" dur="500" fill="hold"/>
                                        <p:tgtEl>
                                          <p:spTgt spid="14"/>
                                        </p:tgtEl>
                                        <p:attrNameLst>
                                          <p:attrName>ppt_x</p:attrName>
                                        </p:attrNameLst>
                                      </p:cBhvr>
                                      <p:tavLst>
                                        <p:tav tm="0">
                                          <p:val>
                                            <p:strVal val="#ppt_x"/>
                                          </p:val>
                                        </p:tav>
                                        <p:tav tm="100000">
                                          <p:val>
                                            <p:strVal val="#ppt_x"/>
                                          </p:val>
                                        </p:tav>
                                      </p:tavLst>
                                    </p:anim>
                                    <p:anim calcmode="lin" valueType="num">
                                      <p:cBhvr>
                                        <p:cTn id="15" dur="500" fill="hold"/>
                                        <p:tgtEl>
                                          <p:spTgt spid="14"/>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grpId="0" nodeType="after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500"/>
                                        <p:tgtEl>
                                          <p:spTgt spid="15"/>
                                        </p:tgtEl>
                                      </p:cBhvr>
                                    </p:animEffect>
                                    <p:anim calcmode="lin" valueType="num">
                                      <p:cBhvr>
                                        <p:cTn id="20" dur="500" fill="hold"/>
                                        <p:tgtEl>
                                          <p:spTgt spid="15"/>
                                        </p:tgtEl>
                                        <p:attrNameLst>
                                          <p:attrName>ppt_x</p:attrName>
                                        </p:attrNameLst>
                                      </p:cBhvr>
                                      <p:tavLst>
                                        <p:tav tm="0">
                                          <p:val>
                                            <p:strVal val="#ppt_x"/>
                                          </p:val>
                                        </p:tav>
                                        <p:tav tm="100000">
                                          <p:val>
                                            <p:strVal val="#ppt_x"/>
                                          </p:val>
                                        </p:tav>
                                      </p:tavLst>
                                    </p:anim>
                                    <p:anim calcmode="lin" valueType="num">
                                      <p:cBhvr>
                                        <p:cTn id="21" dur="500" fill="hold"/>
                                        <p:tgtEl>
                                          <p:spTgt spid="1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p:txBody>
          <a:bodyPr/>
          <a:lstStyle/>
          <a:p>
            <a:endParaRPr lang="en-MY"/>
          </a:p>
        </p:txBody>
      </p:sp>
      <p:sp>
        <p:nvSpPr>
          <p:cNvPr id="5" name="Picture Placeholder 4"/>
          <p:cNvSpPr>
            <a:spLocks noGrp="1"/>
          </p:cNvSpPr>
          <p:nvPr>
            <p:ph type="pic" sz="quarter" idx="11"/>
          </p:nvPr>
        </p:nvSpPr>
        <p:spPr/>
        <p:txBody>
          <a:bodyPr/>
          <a:lstStyle/>
          <a:p>
            <a:endParaRPr lang="en-MY"/>
          </a:p>
        </p:txBody>
      </p:sp>
      <p:sp>
        <p:nvSpPr>
          <p:cNvPr id="6" name="Picture Placeholder 5"/>
          <p:cNvSpPr>
            <a:spLocks noGrp="1"/>
          </p:cNvSpPr>
          <p:nvPr>
            <p:ph type="pic" sz="quarter" idx="12"/>
          </p:nvPr>
        </p:nvSpPr>
        <p:spPr/>
        <p:txBody>
          <a:bodyPr/>
          <a:lstStyle/>
          <a:p>
            <a:endParaRPr lang="en-MY"/>
          </a:p>
        </p:txBody>
      </p:sp>
      <p:sp>
        <p:nvSpPr>
          <p:cNvPr id="3" name="Rectangle 2"/>
          <p:cNvSpPr/>
          <p:nvPr/>
        </p:nvSpPr>
        <p:spPr>
          <a:xfrm>
            <a:off x="3352800" y="1714500"/>
            <a:ext cx="88392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a:off x="3352800" y="3429000"/>
            <a:ext cx="2743200" cy="1834116"/>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3352800" y="5263116"/>
            <a:ext cx="2743200" cy="159488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extBox 3"/>
          <p:cNvSpPr txBox="1"/>
          <p:nvPr/>
        </p:nvSpPr>
        <p:spPr>
          <a:xfrm>
            <a:off x="3998004" y="2148557"/>
            <a:ext cx="7317696" cy="846386"/>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NEW PRODUCT INFORMATION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9" name="TextBox 8"/>
          <p:cNvSpPr txBox="1"/>
          <p:nvPr/>
        </p:nvSpPr>
        <p:spPr>
          <a:xfrm>
            <a:off x="4691582" y="3703222"/>
            <a:ext cx="3418436" cy="523220"/>
          </a:xfrm>
          <a:prstGeom prst="rect">
            <a:avLst/>
          </a:prstGeom>
          <a:solidFill>
            <a:schemeClr val="tx1">
              <a:lumMod val="75000"/>
              <a:lumOff val="25000"/>
            </a:schemeClr>
          </a:solidFill>
        </p:spPr>
        <p:txBody>
          <a:bodyPr wrap="none" rtlCol="0">
            <a:spAutoFit/>
          </a:bodyPr>
          <a:lstStyle/>
          <a:p>
            <a:r>
              <a:rPr lang="en-US" sz="2800">
                <a:solidFill>
                  <a:schemeClr val="bg1"/>
                </a:solidFill>
                <a:latin typeface="Abel" panose="02000506030000020004" pitchFamily="2" charset="0"/>
              </a:rPr>
              <a:t>CREATIVE INFOGRAPHIC</a:t>
            </a:r>
          </a:p>
        </p:txBody>
      </p:sp>
      <p:sp>
        <p:nvSpPr>
          <p:cNvPr id="11" name="TextBox 10"/>
          <p:cNvSpPr txBox="1"/>
          <p:nvPr/>
        </p:nvSpPr>
        <p:spPr>
          <a:xfrm>
            <a:off x="3352800" y="4319477"/>
            <a:ext cx="2642043" cy="6463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2014 PROFESSIONAL</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2" name="TextBox 11"/>
          <p:cNvSpPr txBox="1"/>
          <p:nvPr/>
        </p:nvSpPr>
        <p:spPr>
          <a:xfrm>
            <a:off x="1708298" y="5479262"/>
            <a:ext cx="2400017" cy="523220"/>
          </a:xfrm>
          <a:prstGeom prst="rect">
            <a:avLst/>
          </a:prstGeom>
          <a:solidFill>
            <a:schemeClr val="accent6"/>
          </a:solidFill>
        </p:spPr>
        <p:txBody>
          <a:bodyPr wrap="none" rtlCol="0">
            <a:spAutoFit/>
          </a:bodyPr>
          <a:lstStyle/>
          <a:p>
            <a:pPr algn="r"/>
            <a:r>
              <a:rPr lang="en-US" sz="2800">
                <a:solidFill>
                  <a:schemeClr val="bg1"/>
                </a:solidFill>
                <a:latin typeface="Abel" panose="02000506030000020004" pitchFamily="2" charset="0"/>
              </a:rPr>
              <a:t>EXCLUSIVE IDEA</a:t>
            </a:r>
          </a:p>
        </p:txBody>
      </p:sp>
      <p:sp>
        <p:nvSpPr>
          <p:cNvPr id="13" name="TextBox 12"/>
          <p:cNvSpPr txBox="1"/>
          <p:nvPr/>
        </p:nvSpPr>
        <p:spPr>
          <a:xfrm>
            <a:off x="3453957" y="6060558"/>
            <a:ext cx="2642043" cy="6463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2014 PROFESSIONAL</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4" name="Rectangle 13"/>
          <p:cNvSpPr/>
          <p:nvPr/>
        </p:nvSpPr>
        <p:spPr>
          <a:xfrm>
            <a:off x="4774978" y="3702992"/>
            <a:ext cx="2743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3705574" y="5470118"/>
            <a:ext cx="2743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455956645"/>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53</a:t>
            </a:r>
          </a:p>
        </p:txBody>
      </p:sp>
      <p:sp>
        <p:nvSpPr>
          <p:cNvPr id="11" name="Freeform 10"/>
          <p:cNvSpPr/>
          <p:nvPr/>
        </p:nvSpPr>
        <p:spPr>
          <a:xfrm>
            <a:off x="2033985" y="3442491"/>
            <a:ext cx="1766093" cy="706437"/>
          </a:xfrm>
          <a:custGeom>
            <a:avLst/>
            <a:gdLst>
              <a:gd name="connsiteX0" fmla="*/ 0 w 1766093"/>
              <a:gd name="connsiteY0" fmla="*/ 0 h 706437"/>
              <a:gd name="connsiteX1" fmla="*/ 1412875 w 1766093"/>
              <a:gd name="connsiteY1" fmla="*/ 0 h 706437"/>
              <a:gd name="connsiteX2" fmla="*/ 1766093 w 1766093"/>
              <a:gd name="connsiteY2" fmla="*/ 353219 h 706437"/>
              <a:gd name="connsiteX3" fmla="*/ 1412875 w 1766093"/>
              <a:gd name="connsiteY3" fmla="*/ 706437 h 706437"/>
              <a:gd name="connsiteX4" fmla="*/ 0 w 1766093"/>
              <a:gd name="connsiteY4" fmla="*/ 706437 h 706437"/>
              <a:gd name="connsiteX5" fmla="*/ 353219 w 1766093"/>
              <a:gd name="connsiteY5" fmla="*/ 353219 h 706437"/>
              <a:gd name="connsiteX6" fmla="*/ 0 w 1766093"/>
              <a:gd name="connsiteY6" fmla="*/ 0 h 70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6093" h="706437">
                <a:moveTo>
                  <a:pt x="0" y="0"/>
                </a:moveTo>
                <a:lnTo>
                  <a:pt x="1412875" y="0"/>
                </a:lnTo>
                <a:lnTo>
                  <a:pt x="1766093" y="353219"/>
                </a:lnTo>
                <a:lnTo>
                  <a:pt x="1412875" y="706437"/>
                </a:lnTo>
                <a:lnTo>
                  <a:pt x="0" y="706437"/>
                </a:lnTo>
                <a:lnTo>
                  <a:pt x="353219" y="353219"/>
                </a:lnTo>
                <a:lnTo>
                  <a:pt x="0"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77235" tIns="41339" rIns="394557" bIns="41339" numCol="1" spcCol="1270" anchor="ctr" anchorCtr="0">
            <a:noAutofit/>
          </a:bodyPr>
          <a:lstStyle/>
          <a:p>
            <a:pPr lvl="0" algn="ctr" defTabSz="1377950">
              <a:lnSpc>
                <a:spcPct val="90000"/>
              </a:lnSpc>
              <a:spcBef>
                <a:spcPct val="0"/>
              </a:spcBef>
              <a:spcAft>
                <a:spcPct val="35000"/>
              </a:spcAft>
            </a:pPr>
            <a:endParaRPr lang="en-US" sz="3100" kern="1200"/>
          </a:p>
        </p:txBody>
      </p:sp>
      <p:sp>
        <p:nvSpPr>
          <p:cNvPr id="12" name="Freeform 11"/>
          <p:cNvSpPr/>
          <p:nvPr/>
        </p:nvSpPr>
        <p:spPr>
          <a:xfrm>
            <a:off x="3623469" y="3442491"/>
            <a:ext cx="1766093" cy="706437"/>
          </a:xfrm>
          <a:custGeom>
            <a:avLst/>
            <a:gdLst>
              <a:gd name="connsiteX0" fmla="*/ 0 w 1766093"/>
              <a:gd name="connsiteY0" fmla="*/ 0 h 706437"/>
              <a:gd name="connsiteX1" fmla="*/ 1412875 w 1766093"/>
              <a:gd name="connsiteY1" fmla="*/ 0 h 706437"/>
              <a:gd name="connsiteX2" fmla="*/ 1766093 w 1766093"/>
              <a:gd name="connsiteY2" fmla="*/ 353219 h 706437"/>
              <a:gd name="connsiteX3" fmla="*/ 1412875 w 1766093"/>
              <a:gd name="connsiteY3" fmla="*/ 706437 h 706437"/>
              <a:gd name="connsiteX4" fmla="*/ 0 w 1766093"/>
              <a:gd name="connsiteY4" fmla="*/ 706437 h 706437"/>
              <a:gd name="connsiteX5" fmla="*/ 353219 w 1766093"/>
              <a:gd name="connsiteY5" fmla="*/ 353219 h 706437"/>
              <a:gd name="connsiteX6" fmla="*/ 0 w 1766093"/>
              <a:gd name="connsiteY6" fmla="*/ 0 h 70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6093" h="706437">
                <a:moveTo>
                  <a:pt x="0" y="0"/>
                </a:moveTo>
                <a:lnTo>
                  <a:pt x="1412875" y="0"/>
                </a:lnTo>
                <a:lnTo>
                  <a:pt x="1766093" y="353219"/>
                </a:lnTo>
                <a:lnTo>
                  <a:pt x="1412875" y="706437"/>
                </a:lnTo>
                <a:lnTo>
                  <a:pt x="0" y="706437"/>
                </a:lnTo>
                <a:lnTo>
                  <a:pt x="353219" y="353219"/>
                </a:lnTo>
                <a:lnTo>
                  <a:pt x="0" y="0"/>
                </a:lnTo>
                <a:close/>
              </a:path>
            </a:pathLst>
          </a:custGeom>
          <a:solidFill>
            <a:schemeClr val="tx1">
              <a:lumMod val="75000"/>
              <a:lumOff val="2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77235" tIns="41339" rIns="394557" bIns="41339" numCol="1" spcCol="1270" anchor="ctr" anchorCtr="0">
            <a:noAutofit/>
          </a:bodyPr>
          <a:lstStyle/>
          <a:p>
            <a:pPr lvl="0" algn="ctr" defTabSz="1377950">
              <a:lnSpc>
                <a:spcPct val="90000"/>
              </a:lnSpc>
              <a:spcBef>
                <a:spcPct val="0"/>
              </a:spcBef>
              <a:spcAft>
                <a:spcPct val="35000"/>
              </a:spcAft>
            </a:pPr>
            <a:endParaRPr lang="en-US" sz="3100" kern="1200"/>
          </a:p>
        </p:txBody>
      </p:sp>
      <p:sp>
        <p:nvSpPr>
          <p:cNvPr id="13" name="Freeform 12"/>
          <p:cNvSpPr/>
          <p:nvPr/>
        </p:nvSpPr>
        <p:spPr>
          <a:xfrm>
            <a:off x="5212954" y="3442491"/>
            <a:ext cx="1766093" cy="706437"/>
          </a:xfrm>
          <a:custGeom>
            <a:avLst/>
            <a:gdLst>
              <a:gd name="connsiteX0" fmla="*/ 0 w 1766093"/>
              <a:gd name="connsiteY0" fmla="*/ 0 h 706437"/>
              <a:gd name="connsiteX1" fmla="*/ 1412875 w 1766093"/>
              <a:gd name="connsiteY1" fmla="*/ 0 h 706437"/>
              <a:gd name="connsiteX2" fmla="*/ 1766093 w 1766093"/>
              <a:gd name="connsiteY2" fmla="*/ 353219 h 706437"/>
              <a:gd name="connsiteX3" fmla="*/ 1412875 w 1766093"/>
              <a:gd name="connsiteY3" fmla="*/ 706437 h 706437"/>
              <a:gd name="connsiteX4" fmla="*/ 0 w 1766093"/>
              <a:gd name="connsiteY4" fmla="*/ 706437 h 706437"/>
              <a:gd name="connsiteX5" fmla="*/ 353219 w 1766093"/>
              <a:gd name="connsiteY5" fmla="*/ 353219 h 706437"/>
              <a:gd name="connsiteX6" fmla="*/ 0 w 1766093"/>
              <a:gd name="connsiteY6" fmla="*/ 0 h 70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6093" h="706437">
                <a:moveTo>
                  <a:pt x="0" y="0"/>
                </a:moveTo>
                <a:lnTo>
                  <a:pt x="1412875" y="0"/>
                </a:lnTo>
                <a:lnTo>
                  <a:pt x="1766093" y="353219"/>
                </a:lnTo>
                <a:lnTo>
                  <a:pt x="1412875" y="706437"/>
                </a:lnTo>
                <a:lnTo>
                  <a:pt x="0" y="706437"/>
                </a:lnTo>
                <a:lnTo>
                  <a:pt x="353219" y="353219"/>
                </a:lnTo>
                <a:lnTo>
                  <a:pt x="0"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77235" tIns="41339" rIns="394557" bIns="41339" numCol="1" spcCol="1270" anchor="ctr" anchorCtr="0">
            <a:noAutofit/>
          </a:bodyPr>
          <a:lstStyle/>
          <a:p>
            <a:pPr lvl="0" algn="ctr" defTabSz="1377950">
              <a:lnSpc>
                <a:spcPct val="90000"/>
              </a:lnSpc>
              <a:spcBef>
                <a:spcPct val="0"/>
              </a:spcBef>
              <a:spcAft>
                <a:spcPct val="35000"/>
              </a:spcAft>
            </a:pPr>
            <a:endParaRPr lang="en-US" sz="3100" kern="1200"/>
          </a:p>
        </p:txBody>
      </p:sp>
      <p:sp>
        <p:nvSpPr>
          <p:cNvPr id="14" name="Freeform 13"/>
          <p:cNvSpPr/>
          <p:nvPr/>
        </p:nvSpPr>
        <p:spPr>
          <a:xfrm>
            <a:off x="6802438" y="3442491"/>
            <a:ext cx="1766093" cy="706437"/>
          </a:xfrm>
          <a:custGeom>
            <a:avLst/>
            <a:gdLst>
              <a:gd name="connsiteX0" fmla="*/ 0 w 1766093"/>
              <a:gd name="connsiteY0" fmla="*/ 0 h 706437"/>
              <a:gd name="connsiteX1" fmla="*/ 1412875 w 1766093"/>
              <a:gd name="connsiteY1" fmla="*/ 0 h 706437"/>
              <a:gd name="connsiteX2" fmla="*/ 1766093 w 1766093"/>
              <a:gd name="connsiteY2" fmla="*/ 353219 h 706437"/>
              <a:gd name="connsiteX3" fmla="*/ 1412875 w 1766093"/>
              <a:gd name="connsiteY3" fmla="*/ 706437 h 706437"/>
              <a:gd name="connsiteX4" fmla="*/ 0 w 1766093"/>
              <a:gd name="connsiteY4" fmla="*/ 706437 h 706437"/>
              <a:gd name="connsiteX5" fmla="*/ 353219 w 1766093"/>
              <a:gd name="connsiteY5" fmla="*/ 353219 h 706437"/>
              <a:gd name="connsiteX6" fmla="*/ 0 w 1766093"/>
              <a:gd name="connsiteY6" fmla="*/ 0 h 70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6093" h="706437">
                <a:moveTo>
                  <a:pt x="0" y="0"/>
                </a:moveTo>
                <a:lnTo>
                  <a:pt x="1412875" y="0"/>
                </a:lnTo>
                <a:lnTo>
                  <a:pt x="1766093" y="353219"/>
                </a:lnTo>
                <a:lnTo>
                  <a:pt x="1412875" y="706437"/>
                </a:lnTo>
                <a:lnTo>
                  <a:pt x="0" y="706437"/>
                </a:lnTo>
                <a:lnTo>
                  <a:pt x="353219" y="353219"/>
                </a:lnTo>
                <a:lnTo>
                  <a:pt x="0" y="0"/>
                </a:lnTo>
                <a:close/>
              </a:path>
            </a:pathLst>
          </a:custGeom>
          <a:solidFill>
            <a:schemeClr val="tx1">
              <a:lumMod val="75000"/>
              <a:lumOff val="2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21240" tIns="56007" rIns="409225" bIns="56007" numCol="1" spcCol="1270" anchor="ctr" anchorCtr="0">
            <a:noAutofit/>
          </a:bodyPr>
          <a:lstStyle/>
          <a:p>
            <a:pPr lvl="0" algn="ctr" defTabSz="1866900">
              <a:lnSpc>
                <a:spcPct val="90000"/>
              </a:lnSpc>
              <a:spcBef>
                <a:spcPct val="0"/>
              </a:spcBef>
              <a:spcAft>
                <a:spcPct val="35000"/>
              </a:spcAft>
            </a:pPr>
            <a:endParaRPr lang="en-US" sz="4200" kern="1200"/>
          </a:p>
        </p:txBody>
      </p:sp>
      <p:sp>
        <p:nvSpPr>
          <p:cNvPr id="15" name="Freeform 14"/>
          <p:cNvSpPr/>
          <p:nvPr/>
        </p:nvSpPr>
        <p:spPr>
          <a:xfrm>
            <a:off x="8391922" y="3442491"/>
            <a:ext cx="1766093" cy="706437"/>
          </a:xfrm>
          <a:custGeom>
            <a:avLst/>
            <a:gdLst>
              <a:gd name="connsiteX0" fmla="*/ 0 w 1766093"/>
              <a:gd name="connsiteY0" fmla="*/ 0 h 706437"/>
              <a:gd name="connsiteX1" fmla="*/ 1412875 w 1766093"/>
              <a:gd name="connsiteY1" fmla="*/ 0 h 706437"/>
              <a:gd name="connsiteX2" fmla="*/ 1766093 w 1766093"/>
              <a:gd name="connsiteY2" fmla="*/ 353219 h 706437"/>
              <a:gd name="connsiteX3" fmla="*/ 1412875 w 1766093"/>
              <a:gd name="connsiteY3" fmla="*/ 706437 h 706437"/>
              <a:gd name="connsiteX4" fmla="*/ 0 w 1766093"/>
              <a:gd name="connsiteY4" fmla="*/ 706437 h 706437"/>
              <a:gd name="connsiteX5" fmla="*/ 353219 w 1766093"/>
              <a:gd name="connsiteY5" fmla="*/ 353219 h 706437"/>
              <a:gd name="connsiteX6" fmla="*/ 0 w 1766093"/>
              <a:gd name="connsiteY6" fmla="*/ 0 h 70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6093" h="706437">
                <a:moveTo>
                  <a:pt x="0" y="0"/>
                </a:moveTo>
                <a:lnTo>
                  <a:pt x="1412875" y="0"/>
                </a:lnTo>
                <a:lnTo>
                  <a:pt x="1766093" y="353219"/>
                </a:lnTo>
                <a:lnTo>
                  <a:pt x="1412875" y="706437"/>
                </a:lnTo>
                <a:lnTo>
                  <a:pt x="0" y="706437"/>
                </a:lnTo>
                <a:lnTo>
                  <a:pt x="353219" y="353219"/>
                </a:lnTo>
                <a:lnTo>
                  <a:pt x="0"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21240" tIns="56007" rIns="409225" bIns="56007" numCol="1" spcCol="1270" anchor="ctr" anchorCtr="0">
            <a:noAutofit/>
          </a:bodyPr>
          <a:lstStyle/>
          <a:p>
            <a:pPr lvl="0" algn="ctr" defTabSz="1866900">
              <a:lnSpc>
                <a:spcPct val="90000"/>
              </a:lnSpc>
              <a:spcBef>
                <a:spcPct val="0"/>
              </a:spcBef>
              <a:spcAft>
                <a:spcPct val="35000"/>
              </a:spcAft>
            </a:pPr>
            <a:endParaRPr lang="en-US" sz="4200" kern="1200"/>
          </a:p>
        </p:txBody>
      </p:sp>
      <p:sp>
        <p:nvSpPr>
          <p:cNvPr id="16" name="Rounded Rectangle 15"/>
          <p:cNvSpPr/>
          <p:nvPr/>
        </p:nvSpPr>
        <p:spPr>
          <a:xfrm>
            <a:off x="2392327" y="3684068"/>
            <a:ext cx="7623543" cy="21265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ounded Rectangle 16"/>
          <p:cNvSpPr/>
          <p:nvPr/>
        </p:nvSpPr>
        <p:spPr>
          <a:xfrm>
            <a:off x="2392327" y="3684068"/>
            <a:ext cx="5029200" cy="212652"/>
          </a:xfrm>
          <a:prstGeom prst="round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19" name="TextBox 18"/>
          <p:cNvSpPr txBox="1"/>
          <p:nvPr/>
        </p:nvSpPr>
        <p:spPr>
          <a:xfrm>
            <a:off x="2033985" y="4460795"/>
            <a:ext cx="1589484" cy="1323439"/>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TextBox 19"/>
          <p:cNvSpPr txBox="1"/>
          <p:nvPr/>
        </p:nvSpPr>
        <p:spPr>
          <a:xfrm>
            <a:off x="3623469" y="4460795"/>
            <a:ext cx="1589484" cy="13234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1" name="TextBox 20"/>
          <p:cNvSpPr txBox="1"/>
          <p:nvPr/>
        </p:nvSpPr>
        <p:spPr>
          <a:xfrm>
            <a:off x="5212953" y="4460795"/>
            <a:ext cx="1589484" cy="1323439"/>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2" name="TextBox 21"/>
          <p:cNvSpPr txBox="1"/>
          <p:nvPr/>
        </p:nvSpPr>
        <p:spPr>
          <a:xfrm>
            <a:off x="6979047" y="4460795"/>
            <a:ext cx="1589484" cy="13234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3" name="TextBox 22"/>
          <p:cNvSpPr txBox="1"/>
          <p:nvPr/>
        </p:nvSpPr>
        <p:spPr>
          <a:xfrm>
            <a:off x="8568531" y="4460795"/>
            <a:ext cx="1589484" cy="1323439"/>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05</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cxnSp>
        <p:nvCxnSpPr>
          <p:cNvPr id="25" name="Straight Connector 24"/>
          <p:cNvCxnSpPr/>
          <p:nvPr/>
        </p:nvCxnSpPr>
        <p:spPr>
          <a:xfrm>
            <a:off x="7421527" y="2006895"/>
            <a:ext cx="0" cy="1422105"/>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6537523" y="2001452"/>
            <a:ext cx="883047"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29" name="TextBox 28"/>
          <p:cNvSpPr txBox="1"/>
          <p:nvPr/>
        </p:nvSpPr>
        <p:spPr>
          <a:xfrm>
            <a:off x="4093534" y="1650215"/>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75%</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105371060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wipe(left)">
                                      <p:cBhvr>
                                        <p:cTn id="27" dur="500"/>
                                        <p:tgtEl>
                                          <p:spTgt spid="16"/>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wipe(left)">
                                      <p:cBhvr>
                                        <p:cTn id="31" dur="500"/>
                                        <p:tgtEl>
                                          <p:spTgt spid="17"/>
                                        </p:tgtEl>
                                      </p:cBhvr>
                                    </p:animEffect>
                                  </p:childTnLst>
                                </p:cTn>
                              </p:par>
                            </p:childTnLst>
                          </p:cTn>
                        </p:par>
                        <p:par>
                          <p:cTn id="32" fill="hold">
                            <p:stCondLst>
                              <p:cond delay="3500"/>
                            </p:stCondLst>
                            <p:childTnLst>
                              <p:par>
                                <p:cTn id="33" presetID="22" presetClass="entr" presetSubtype="4" fill="hold" nodeType="after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wipe(down)">
                                      <p:cBhvr>
                                        <p:cTn id="35" dur="500"/>
                                        <p:tgtEl>
                                          <p:spTgt spid="25"/>
                                        </p:tgtEl>
                                      </p:cBhvr>
                                    </p:animEffect>
                                  </p:childTnLst>
                                </p:cTn>
                              </p:par>
                            </p:childTnLst>
                          </p:cTn>
                        </p:par>
                        <p:par>
                          <p:cTn id="36" fill="hold">
                            <p:stCondLst>
                              <p:cond delay="4000"/>
                            </p:stCondLst>
                            <p:childTnLst>
                              <p:par>
                                <p:cTn id="37" presetID="22" presetClass="entr" presetSubtype="2" fill="hold" nodeType="afterEffect">
                                  <p:stCondLst>
                                    <p:cond delay="0"/>
                                  </p:stCondLst>
                                  <p:childTnLst>
                                    <p:set>
                                      <p:cBhvr>
                                        <p:cTn id="38" dur="1" fill="hold">
                                          <p:stCondLst>
                                            <p:cond delay="0"/>
                                          </p:stCondLst>
                                        </p:cTn>
                                        <p:tgtEl>
                                          <p:spTgt spid="27"/>
                                        </p:tgtEl>
                                        <p:attrNameLst>
                                          <p:attrName>style.visibility</p:attrName>
                                        </p:attrNameLst>
                                      </p:cBhvr>
                                      <p:to>
                                        <p:strVal val="visible"/>
                                      </p:to>
                                    </p:set>
                                    <p:animEffect transition="in" filter="wipe(right)">
                                      <p:cBhvr>
                                        <p:cTn id="39" dur="500"/>
                                        <p:tgtEl>
                                          <p:spTgt spid="27"/>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29"/>
                                        </p:tgtEl>
                                        <p:attrNameLst>
                                          <p:attrName>style.visibility</p:attrName>
                                        </p:attrNameLst>
                                      </p:cBhvr>
                                      <p:to>
                                        <p:strVal val="visible"/>
                                      </p:to>
                                    </p:set>
                                    <p:animEffect transition="in" filter="fade">
                                      <p:cBhvr>
                                        <p:cTn id="43" dur="500"/>
                                        <p:tgtEl>
                                          <p:spTgt spid="29"/>
                                        </p:tgtEl>
                                      </p:cBhvr>
                                    </p:animEffect>
                                  </p:childTnLst>
                                </p:cTn>
                              </p:par>
                              <p:par>
                                <p:cTn id="44" presetID="42" presetClass="entr" presetSubtype="0" fill="hold" grpId="0" nodeType="withEffect">
                                  <p:stCondLst>
                                    <p:cond delay="0"/>
                                  </p:stCondLst>
                                  <p:childTnLst>
                                    <p:set>
                                      <p:cBhvr>
                                        <p:cTn id="45" dur="1" fill="hold">
                                          <p:stCondLst>
                                            <p:cond delay="0"/>
                                          </p:stCondLst>
                                        </p:cTn>
                                        <p:tgtEl>
                                          <p:spTgt spid="19"/>
                                        </p:tgtEl>
                                        <p:attrNameLst>
                                          <p:attrName>style.visibility</p:attrName>
                                        </p:attrNameLst>
                                      </p:cBhvr>
                                      <p:to>
                                        <p:strVal val="visible"/>
                                      </p:to>
                                    </p:set>
                                    <p:animEffect transition="in" filter="fade">
                                      <p:cBhvr>
                                        <p:cTn id="46" dur="500"/>
                                        <p:tgtEl>
                                          <p:spTgt spid="19"/>
                                        </p:tgtEl>
                                      </p:cBhvr>
                                    </p:animEffect>
                                    <p:anim calcmode="lin" valueType="num">
                                      <p:cBhvr>
                                        <p:cTn id="47" dur="500" fill="hold"/>
                                        <p:tgtEl>
                                          <p:spTgt spid="19"/>
                                        </p:tgtEl>
                                        <p:attrNameLst>
                                          <p:attrName>ppt_x</p:attrName>
                                        </p:attrNameLst>
                                      </p:cBhvr>
                                      <p:tavLst>
                                        <p:tav tm="0">
                                          <p:val>
                                            <p:strVal val="#ppt_x"/>
                                          </p:val>
                                        </p:tav>
                                        <p:tav tm="100000">
                                          <p:val>
                                            <p:strVal val="#ppt_x"/>
                                          </p:val>
                                        </p:tav>
                                      </p:tavLst>
                                    </p:anim>
                                    <p:anim calcmode="lin" valueType="num">
                                      <p:cBhvr>
                                        <p:cTn id="48" dur="500" fill="hold"/>
                                        <p:tgtEl>
                                          <p:spTgt spid="19"/>
                                        </p:tgtEl>
                                        <p:attrNameLst>
                                          <p:attrName>ppt_y</p:attrName>
                                        </p:attrNameLst>
                                      </p:cBhvr>
                                      <p:tavLst>
                                        <p:tav tm="0">
                                          <p:val>
                                            <p:strVal val="#ppt_y+.1"/>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fade">
                                      <p:cBhvr>
                                        <p:cTn id="51" dur="500"/>
                                        <p:tgtEl>
                                          <p:spTgt spid="20"/>
                                        </p:tgtEl>
                                      </p:cBhvr>
                                    </p:animEffect>
                                    <p:anim calcmode="lin" valueType="num">
                                      <p:cBhvr>
                                        <p:cTn id="52" dur="500" fill="hold"/>
                                        <p:tgtEl>
                                          <p:spTgt spid="20"/>
                                        </p:tgtEl>
                                        <p:attrNameLst>
                                          <p:attrName>ppt_x</p:attrName>
                                        </p:attrNameLst>
                                      </p:cBhvr>
                                      <p:tavLst>
                                        <p:tav tm="0">
                                          <p:val>
                                            <p:strVal val="#ppt_x"/>
                                          </p:val>
                                        </p:tav>
                                        <p:tav tm="100000">
                                          <p:val>
                                            <p:strVal val="#ppt_x"/>
                                          </p:val>
                                        </p:tav>
                                      </p:tavLst>
                                    </p:anim>
                                    <p:anim calcmode="lin" valueType="num">
                                      <p:cBhvr>
                                        <p:cTn id="53" dur="500" fill="hold"/>
                                        <p:tgtEl>
                                          <p:spTgt spid="20"/>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Effect transition="in" filter="fade">
                                      <p:cBhvr>
                                        <p:cTn id="56" dur="500"/>
                                        <p:tgtEl>
                                          <p:spTgt spid="21"/>
                                        </p:tgtEl>
                                      </p:cBhvr>
                                    </p:animEffect>
                                    <p:anim calcmode="lin" valueType="num">
                                      <p:cBhvr>
                                        <p:cTn id="57" dur="500" fill="hold"/>
                                        <p:tgtEl>
                                          <p:spTgt spid="21"/>
                                        </p:tgtEl>
                                        <p:attrNameLst>
                                          <p:attrName>ppt_x</p:attrName>
                                        </p:attrNameLst>
                                      </p:cBhvr>
                                      <p:tavLst>
                                        <p:tav tm="0">
                                          <p:val>
                                            <p:strVal val="#ppt_x"/>
                                          </p:val>
                                        </p:tav>
                                        <p:tav tm="100000">
                                          <p:val>
                                            <p:strVal val="#ppt_x"/>
                                          </p:val>
                                        </p:tav>
                                      </p:tavLst>
                                    </p:anim>
                                    <p:anim calcmode="lin" valueType="num">
                                      <p:cBhvr>
                                        <p:cTn id="58" dur="500" fill="hold"/>
                                        <p:tgtEl>
                                          <p:spTgt spid="21"/>
                                        </p:tgtEl>
                                        <p:attrNameLst>
                                          <p:attrName>ppt_y</p:attrName>
                                        </p:attrNameLst>
                                      </p:cBhvr>
                                      <p:tavLst>
                                        <p:tav tm="0">
                                          <p:val>
                                            <p:strVal val="#ppt_y+.1"/>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fade">
                                      <p:cBhvr>
                                        <p:cTn id="61" dur="500"/>
                                        <p:tgtEl>
                                          <p:spTgt spid="22"/>
                                        </p:tgtEl>
                                      </p:cBhvr>
                                    </p:animEffect>
                                    <p:anim calcmode="lin" valueType="num">
                                      <p:cBhvr>
                                        <p:cTn id="62" dur="500" fill="hold"/>
                                        <p:tgtEl>
                                          <p:spTgt spid="22"/>
                                        </p:tgtEl>
                                        <p:attrNameLst>
                                          <p:attrName>ppt_x</p:attrName>
                                        </p:attrNameLst>
                                      </p:cBhvr>
                                      <p:tavLst>
                                        <p:tav tm="0">
                                          <p:val>
                                            <p:strVal val="#ppt_x"/>
                                          </p:val>
                                        </p:tav>
                                        <p:tav tm="100000">
                                          <p:val>
                                            <p:strVal val="#ppt_x"/>
                                          </p:val>
                                        </p:tav>
                                      </p:tavLst>
                                    </p:anim>
                                    <p:anim calcmode="lin" valueType="num">
                                      <p:cBhvr>
                                        <p:cTn id="63" dur="500" fill="hold"/>
                                        <p:tgtEl>
                                          <p:spTgt spid="22"/>
                                        </p:tgtEl>
                                        <p:attrNameLst>
                                          <p:attrName>ppt_y</p:attrName>
                                        </p:attrNameLst>
                                      </p:cBhvr>
                                      <p:tavLst>
                                        <p:tav tm="0">
                                          <p:val>
                                            <p:strVal val="#ppt_y+.1"/>
                                          </p:val>
                                        </p:tav>
                                        <p:tav tm="100000">
                                          <p:val>
                                            <p:strVal val="#ppt_y"/>
                                          </p:val>
                                        </p:tav>
                                      </p:tavLst>
                                    </p:anim>
                                  </p:childTnLst>
                                </p:cTn>
                              </p:par>
                              <p:par>
                                <p:cTn id="64" presetID="42" presetClass="entr" presetSubtype="0" fill="hold" grpId="0" nodeType="withEffect">
                                  <p:stCondLst>
                                    <p:cond delay="0"/>
                                  </p:stCondLst>
                                  <p:childTnLst>
                                    <p:set>
                                      <p:cBhvr>
                                        <p:cTn id="65" dur="1" fill="hold">
                                          <p:stCondLst>
                                            <p:cond delay="0"/>
                                          </p:stCondLst>
                                        </p:cTn>
                                        <p:tgtEl>
                                          <p:spTgt spid="23"/>
                                        </p:tgtEl>
                                        <p:attrNameLst>
                                          <p:attrName>style.visibility</p:attrName>
                                        </p:attrNameLst>
                                      </p:cBhvr>
                                      <p:to>
                                        <p:strVal val="visible"/>
                                      </p:to>
                                    </p:set>
                                    <p:animEffect transition="in" filter="fade">
                                      <p:cBhvr>
                                        <p:cTn id="66" dur="500"/>
                                        <p:tgtEl>
                                          <p:spTgt spid="23"/>
                                        </p:tgtEl>
                                      </p:cBhvr>
                                    </p:animEffect>
                                    <p:anim calcmode="lin" valueType="num">
                                      <p:cBhvr>
                                        <p:cTn id="67" dur="500" fill="hold"/>
                                        <p:tgtEl>
                                          <p:spTgt spid="23"/>
                                        </p:tgtEl>
                                        <p:attrNameLst>
                                          <p:attrName>ppt_x</p:attrName>
                                        </p:attrNameLst>
                                      </p:cBhvr>
                                      <p:tavLst>
                                        <p:tav tm="0">
                                          <p:val>
                                            <p:strVal val="#ppt_x"/>
                                          </p:val>
                                        </p:tav>
                                        <p:tav tm="100000">
                                          <p:val>
                                            <p:strVal val="#ppt_x"/>
                                          </p:val>
                                        </p:tav>
                                      </p:tavLst>
                                    </p:anim>
                                    <p:anim calcmode="lin" valueType="num">
                                      <p:cBhvr>
                                        <p:cTn id="68" dur="500" fill="hold"/>
                                        <p:tgtEl>
                                          <p:spTgt spid="2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animBg="1"/>
      <p:bldP spid="15" grpId="0" animBg="1"/>
      <p:bldP spid="16" grpId="0" animBg="1"/>
      <p:bldP spid="17" grpId="0" animBg="1"/>
      <p:bldP spid="19" grpId="0"/>
      <p:bldP spid="20" grpId="0"/>
      <p:bldP spid="21" grpId="0"/>
      <p:bldP spid="22" grpId="0"/>
      <p:bldP spid="23" grpId="0"/>
      <p:bldP spid="29"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54</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1164772" y="2354227"/>
            <a:ext cx="1828800" cy="1828800"/>
          </a:xfrm>
          <a:prstGeom prst="ellipse">
            <a:avLst/>
          </a:prstGeom>
          <a:no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Arc 14"/>
          <p:cNvSpPr/>
          <p:nvPr/>
        </p:nvSpPr>
        <p:spPr>
          <a:xfrm>
            <a:off x="1164772" y="2354227"/>
            <a:ext cx="1828800" cy="1828800"/>
          </a:xfrm>
          <a:prstGeom prst="arc">
            <a:avLst>
              <a:gd name="adj1" fmla="val 16200000"/>
              <a:gd name="adj2" fmla="val 9362541"/>
            </a:avLst>
          </a:prstGeom>
          <a:noFill/>
          <a:ln w="7620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1222342" y="2814656"/>
            <a:ext cx="1713660"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7" name="Oval 16"/>
          <p:cNvSpPr/>
          <p:nvPr/>
        </p:nvSpPr>
        <p:spPr>
          <a:xfrm>
            <a:off x="3842658" y="2354227"/>
            <a:ext cx="1828800" cy="1828800"/>
          </a:xfrm>
          <a:prstGeom prst="ellipse">
            <a:avLst/>
          </a:prstGeom>
          <a:no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Arc 17"/>
          <p:cNvSpPr/>
          <p:nvPr/>
        </p:nvSpPr>
        <p:spPr>
          <a:xfrm>
            <a:off x="3842658" y="2354227"/>
            <a:ext cx="1828800" cy="1828800"/>
          </a:xfrm>
          <a:prstGeom prst="arc">
            <a:avLst>
              <a:gd name="adj1" fmla="val 16200000"/>
              <a:gd name="adj2" fmla="val 5682519"/>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p:cNvSpPr txBox="1"/>
          <p:nvPr/>
        </p:nvSpPr>
        <p:spPr>
          <a:xfrm>
            <a:off x="3900228" y="2814656"/>
            <a:ext cx="1713660"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50%</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0" name="Oval 19"/>
          <p:cNvSpPr/>
          <p:nvPr/>
        </p:nvSpPr>
        <p:spPr>
          <a:xfrm>
            <a:off x="6520544" y="2354227"/>
            <a:ext cx="1828800" cy="1828800"/>
          </a:xfrm>
          <a:prstGeom prst="ellipse">
            <a:avLst/>
          </a:prstGeom>
          <a:no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Arc 20"/>
          <p:cNvSpPr/>
          <p:nvPr/>
        </p:nvSpPr>
        <p:spPr>
          <a:xfrm>
            <a:off x="6520544" y="2354227"/>
            <a:ext cx="1828800" cy="1828800"/>
          </a:xfrm>
          <a:prstGeom prst="arc">
            <a:avLst>
              <a:gd name="adj1" fmla="val 16200000"/>
              <a:gd name="adj2" fmla="val 19153541"/>
            </a:avLst>
          </a:prstGeom>
          <a:noFill/>
          <a:ln w="7620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6578114" y="2814656"/>
            <a:ext cx="1713660"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3" name="Oval 22"/>
          <p:cNvSpPr/>
          <p:nvPr/>
        </p:nvSpPr>
        <p:spPr>
          <a:xfrm>
            <a:off x="9198430" y="2354227"/>
            <a:ext cx="1828800" cy="1828800"/>
          </a:xfrm>
          <a:prstGeom prst="ellipse">
            <a:avLst/>
          </a:prstGeom>
          <a:no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Arc 23"/>
          <p:cNvSpPr/>
          <p:nvPr/>
        </p:nvSpPr>
        <p:spPr>
          <a:xfrm>
            <a:off x="9198430" y="2354227"/>
            <a:ext cx="1828800" cy="1828800"/>
          </a:xfrm>
          <a:prstGeom prst="arc">
            <a:avLst>
              <a:gd name="adj1" fmla="val 16200000"/>
              <a:gd name="adj2" fmla="val 13725737"/>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p:cNvSpPr txBox="1"/>
          <p:nvPr/>
        </p:nvSpPr>
        <p:spPr>
          <a:xfrm>
            <a:off x="9256000" y="2814656"/>
            <a:ext cx="1713660"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6" name="TextBox 25"/>
          <p:cNvSpPr txBox="1"/>
          <p:nvPr/>
        </p:nvSpPr>
        <p:spPr>
          <a:xfrm>
            <a:off x="831618" y="4848374"/>
            <a:ext cx="2495107" cy="569387"/>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7" name="TextBox 26"/>
          <p:cNvSpPr txBox="1"/>
          <p:nvPr/>
        </p:nvSpPr>
        <p:spPr>
          <a:xfrm>
            <a:off x="3509504" y="4863763"/>
            <a:ext cx="2495107" cy="569387"/>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8" name="TextBox 27"/>
          <p:cNvSpPr txBox="1"/>
          <p:nvPr/>
        </p:nvSpPr>
        <p:spPr>
          <a:xfrm>
            <a:off x="6187390" y="4865887"/>
            <a:ext cx="2495107" cy="569387"/>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9" name="TextBox 28"/>
          <p:cNvSpPr txBox="1"/>
          <p:nvPr/>
        </p:nvSpPr>
        <p:spPr>
          <a:xfrm>
            <a:off x="8865276" y="4864825"/>
            <a:ext cx="2495107" cy="569387"/>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0" name="Oval 29"/>
          <p:cNvSpPr/>
          <p:nvPr/>
        </p:nvSpPr>
        <p:spPr>
          <a:xfrm>
            <a:off x="2012349" y="4459511"/>
            <a:ext cx="112379" cy="112379"/>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p:cNvSpPr/>
          <p:nvPr/>
        </p:nvSpPr>
        <p:spPr>
          <a:xfrm>
            <a:off x="4690235" y="4459511"/>
            <a:ext cx="112379" cy="11237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Oval 31"/>
          <p:cNvSpPr/>
          <p:nvPr/>
        </p:nvSpPr>
        <p:spPr>
          <a:xfrm>
            <a:off x="7368121" y="4459511"/>
            <a:ext cx="112379" cy="112379"/>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p:cNvSpPr/>
          <p:nvPr/>
        </p:nvSpPr>
        <p:spPr>
          <a:xfrm>
            <a:off x="10048791" y="4459511"/>
            <a:ext cx="112379" cy="11237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213171036"/>
      </p:ext>
    </p:extLst>
  </p:cSld>
  <p:clrMapOvr>
    <a:masterClrMapping/>
  </p:clrMapOvr>
  <mc:AlternateContent xmlns:mc="http://schemas.openxmlformats.org/markup-compatibility/2006" xmlns:p14="http://schemas.microsoft.com/office/powerpoint/2010/main">
    <mc:Choice Requires="p14">
      <p:transition spd="slow" p14:dur="1200">
        <p14:prism dir="d"/>
      </p:transition>
    </mc:Choice>
    <mc:Fallback xmlns="">
      <p:transition spd="slow">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55</a:t>
            </a:r>
          </a:p>
        </p:txBody>
      </p:sp>
      <p:sp>
        <p:nvSpPr>
          <p:cNvPr id="29" name="Rounded Rectangle 28"/>
          <p:cNvSpPr/>
          <p:nvPr/>
        </p:nvSpPr>
        <p:spPr>
          <a:xfrm>
            <a:off x="5918158" y="1895407"/>
            <a:ext cx="355684" cy="1586763"/>
          </a:xfrm>
          <a:prstGeom prst="roundRect">
            <a:avLst>
              <a:gd name="adj" fmla="val 1965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ounded Rectangle 29"/>
          <p:cNvSpPr/>
          <p:nvPr/>
        </p:nvSpPr>
        <p:spPr>
          <a:xfrm>
            <a:off x="6401432" y="2607559"/>
            <a:ext cx="355684" cy="900370"/>
          </a:xfrm>
          <a:prstGeom prst="roundRect">
            <a:avLst>
              <a:gd name="adj" fmla="val 1965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ounded Rectangle 30"/>
          <p:cNvSpPr/>
          <p:nvPr/>
        </p:nvSpPr>
        <p:spPr>
          <a:xfrm>
            <a:off x="5437796" y="2362689"/>
            <a:ext cx="355684" cy="1145239"/>
          </a:xfrm>
          <a:prstGeom prst="roundRect">
            <a:avLst>
              <a:gd name="adj" fmla="val 1965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ounded Rectangle 31"/>
          <p:cNvSpPr/>
          <p:nvPr/>
        </p:nvSpPr>
        <p:spPr>
          <a:xfrm>
            <a:off x="4059741" y="2152066"/>
            <a:ext cx="355684" cy="1586763"/>
          </a:xfrm>
          <a:prstGeom prst="roundRect">
            <a:avLst>
              <a:gd name="adj" fmla="val 1965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ounded Rectangle 32"/>
          <p:cNvSpPr/>
          <p:nvPr/>
        </p:nvSpPr>
        <p:spPr>
          <a:xfrm>
            <a:off x="7776576" y="2152067"/>
            <a:ext cx="355684" cy="1586763"/>
          </a:xfrm>
          <a:prstGeom prst="roundRect">
            <a:avLst>
              <a:gd name="adj" fmla="val 1965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p:cNvSpPr/>
          <p:nvPr/>
        </p:nvSpPr>
        <p:spPr>
          <a:xfrm>
            <a:off x="3567730" y="3615072"/>
            <a:ext cx="1339703" cy="1339703"/>
          </a:xfrm>
          <a:prstGeom prst="ellipse">
            <a:avLst/>
          </a:prstGeom>
          <a:solidFill>
            <a:schemeClr val="bg1"/>
          </a:solidFill>
          <a:ln>
            <a:solidFill>
              <a:srgbClr val="ECF0F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lumMod val="65000"/>
                    <a:lumOff val="35000"/>
                  </a:schemeClr>
                </a:solidFill>
                <a:latin typeface="GeosansLight" panose="02000603020000020003" pitchFamily="2" charset="0"/>
                <a:ea typeface="Open Sans" panose="020B0606030504020204" pitchFamily="34" charset="0"/>
                <a:cs typeface="Open Sans" panose="020B0606030504020204" pitchFamily="34" charset="0"/>
              </a:rPr>
              <a:t>65%</a:t>
            </a:r>
          </a:p>
        </p:txBody>
      </p:sp>
      <p:sp>
        <p:nvSpPr>
          <p:cNvPr id="35" name="Arc 34"/>
          <p:cNvSpPr/>
          <p:nvPr/>
        </p:nvSpPr>
        <p:spPr>
          <a:xfrm>
            <a:off x="3695320" y="3742662"/>
            <a:ext cx="1084521" cy="1084521"/>
          </a:xfrm>
          <a:prstGeom prst="arc">
            <a:avLst>
              <a:gd name="adj1" fmla="val 16200000"/>
              <a:gd name="adj2" fmla="val 7447828"/>
            </a:avLst>
          </a:prstGeom>
          <a:ln w="1016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6" name="Oval 35"/>
          <p:cNvSpPr/>
          <p:nvPr/>
        </p:nvSpPr>
        <p:spPr>
          <a:xfrm>
            <a:off x="5035023" y="3223944"/>
            <a:ext cx="2121955" cy="2121955"/>
          </a:xfrm>
          <a:prstGeom prst="ellipse">
            <a:avLst/>
          </a:prstGeom>
          <a:solidFill>
            <a:schemeClr val="bg1"/>
          </a:solidFill>
          <a:ln>
            <a:solidFill>
              <a:srgbClr val="ECF0F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GeosansLight" panose="02000603020000020003" pitchFamily="2" charset="0"/>
                <a:ea typeface="Open Sans" panose="020B0606030504020204" pitchFamily="34" charset="0"/>
                <a:cs typeface="Open Sans" panose="020B0606030504020204" pitchFamily="34" charset="0"/>
              </a:rPr>
              <a:t>90%</a:t>
            </a:r>
          </a:p>
        </p:txBody>
      </p:sp>
      <p:sp>
        <p:nvSpPr>
          <p:cNvPr id="37" name="Oval 36"/>
          <p:cNvSpPr/>
          <p:nvPr/>
        </p:nvSpPr>
        <p:spPr>
          <a:xfrm>
            <a:off x="7284568" y="3615072"/>
            <a:ext cx="1339703" cy="1339703"/>
          </a:xfrm>
          <a:prstGeom prst="ellipse">
            <a:avLst/>
          </a:prstGeom>
          <a:solidFill>
            <a:schemeClr val="bg1"/>
          </a:solidFill>
          <a:ln>
            <a:solidFill>
              <a:srgbClr val="ECF0F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lumMod val="65000"/>
                    <a:lumOff val="35000"/>
                  </a:schemeClr>
                </a:solidFill>
                <a:latin typeface="GeosansLight" panose="02000603020000020003" pitchFamily="2" charset="0"/>
                <a:ea typeface="Open Sans" panose="020B0606030504020204" pitchFamily="34" charset="0"/>
                <a:cs typeface="Open Sans" panose="020B0606030504020204" pitchFamily="34" charset="0"/>
              </a:rPr>
              <a:t>85%</a:t>
            </a:r>
          </a:p>
        </p:txBody>
      </p:sp>
      <p:sp>
        <p:nvSpPr>
          <p:cNvPr id="38" name="Arc 37"/>
          <p:cNvSpPr/>
          <p:nvPr/>
        </p:nvSpPr>
        <p:spPr>
          <a:xfrm>
            <a:off x="5163312" y="3352233"/>
            <a:ext cx="1865376" cy="1865376"/>
          </a:xfrm>
          <a:prstGeom prst="arc">
            <a:avLst>
              <a:gd name="adj1" fmla="val 16200000"/>
              <a:gd name="adj2" fmla="val 12264189"/>
            </a:avLst>
          </a:prstGeom>
          <a:ln w="1016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9" name="Arc 38"/>
          <p:cNvSpPr/>
          <p:nvPr/>
        </p:nvSpPr>
        <p:spPr>
          <a:xfrm>
            <a:off x="7412158" y="3742660"/>
            <a:ext cx="1084521" cy="1084521"/>
          </a:xfrm>
          <a:prstGeom prst="arc">
            <a:avLst>
              <a:gd name="adj1" fmla="val 16200000"/>
              <a:gd name="adj2" fmla="val 9599996"/>
            </a:avLst>
          </a:prstGeom>
          <a:ln w="1016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0" name="Rectangle 39"/>
          <p:cNvSpPr/>
          <p:nvPr/>
        </p:nvSpPr>
        <p:spPr>
          <a:xfrm>
            <a:off x="4029831" y="1730167"/>
            <a:ext cx="415498"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1" name="Rectangle 40"/>
          <p:cNvSpPr/>
          <p:nvPr/>
        </p:nvSpPr>
        <p:spPr>
          <a:xfrm>
            <a:off x="5424762" y="1980468"/>
            <a:ext cx="365806"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2" name="Rectangle 41"/>
          <p:cNvSpPr/>
          <p:nvPr/>
        </p:nvSpPr>
        <p:spPr>
          <a:xfrm>
            <a:off x="5905082" y="1475424"/>
            <a:ext cx="381836"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3" name="Rectangle 42"/>
          <p:cNvSpPr/>
          <p:nvPr/>
        </p:nvSpPr>
        <p:spPr>
          <a:xfrm>
            <a:off x="6379540" y="2246282"/>
            <a:ext cx="399468"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4" name="Rectangle 43"/>
          <p:cNvSpPr/>
          <p:nvPr/>
        </p:nvSpPr>
        <p:spPr>
          <a:xfrm>
            <a:off x="7746669" y="1728254"/>
            <a:ext cx="415498"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5" name="TextBox 44"/>
          <p:cNvSpPr txBox="1"/>
          <p:nvPr/>
        </p:nvSpPr>
        <p:spPr>
          <a:xfrm>
            <a:off x="4663007" y="5473487"/>
            <a:ext cx="2746359" cy="707886"/>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6" name="TextBox 45"/>
          <p:cNvSpPr txBox="1"/>
          <p:nvPr/>
        </p:nvSpPr>
        <p:spPr>
          <a:xfrm>
            <a:off x="7838793" y="5092991"/>
            <a:ext cx="2746359" cy="707886"/>
          </a:xfrm>
          <a:prstGeom prst="rect">
            <a:avLst/>
          </a:prstGeom>
          <a:noFill/>
        </p:spPr>
        <p:txBody>
          <a:bodyPr wrap="squar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CONCEPT</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7" name="TextBox 46"/>
          <p:cNvSpPr txBox="1"/>
          <p:nvPr/>
        </p:nvSpPr>
        <p:spPr>
          <a:xfrm>
            <a:off x="1606849" y="5092991"/>
            <a:ext cx="2746359" cy="707886"/>
          </a:xfrm>
          <a:prstGeom prst="rect">
            <a:avLst/>
          </a:prstGeom>
          <a:noFill/>
        </p:spPr>
        <p:txBody>
          <a:bodyPr wrap="squar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EVOLUTIONS</a:t>
            </a: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8" name="TextBox 47"/>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49" name="TextBox 48"/>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50" name="Rectangle 49"/>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94278947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wipe(down)">
                                      <p:cBhvr>
                                        <p:cTn id="7" dur="500"/>
                                        <p:tgtEl>
                                          <p:spTgt spid="32"/>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wipe(down)">
                                      <p:cBhvr>
                                        <p:cTn id="10" dur="500"/>
                                        <p:tgtEl>
                                          <p:spTgt spid="31"/>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29"/>
                                        </p:tgtEl>
                                        <p:attrNameLst>
                                          <p:attrName>style.visibility</p:attrName>
                                        </p:attrNameLst>
                                      </p:cBhvr>
                                      <p:to>
                                        <p:strVal val="visible"/>
                                      </p:to>
                                    </p:set>
                                    <p:animEffect transition="in" filter="wipe(down)">
                                      <p:cBhvr>
                                        <p:cTn id="13" dur="500"/>
                                        <p:tgtEl>
                                          <p:spTgt spid="29"/>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30"/>
                                        </p:tgtEl>
                                        <p:attrNameLst>
                                          <p:attrName>style.visibility</p:attrName>
                                        </p:attrNameLst>
                                      </p:cBhvr>
                                      <p:to>
                                        <p:strVal val="visible"/>
                                      </p:to>
                                    </p:set>
                                    <p:animEffect transition="in" filter="wipe(down)">
                                      <p:cBhvr>
                                        <p:cTn id="16" dur="500"/>
                                        <p:tgtEl>
                                          <p:spTgt spid="30"/>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wipe(down)">
                                      <p:cBhvr>
                                        <p:cTn id="19" dur="500"/>
                                        <p:tgtEl>
                                          <p:spTgt spid="33"/>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40"/>
                                        </p:tgtEl>
                                        <p:attrNameLst>
                                          <p:attrName>style.visibility</p:attrName>
                                        </p:attrNameLst>
                                      </p:cBhvr>
                                      <p:to>
                                        <p:strVal val="visible"/>
                                      </p:to>
                                    </p:set>
                                    <p:animEffect transition="in" filter="fade">
                                      <p:cBhvr>
                                        <p:cTn id="22" dur="500"/>
                                        <p:tgtEl>
                                          <p:spTgt spid="40"/>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41"/>
                                        </p:tgtEl>
                                        <p:attrNameLst>
                                          <p:attrName>style.visibility</p:attrName>
                                        </p:attrNameLst>
                                      </p:cBhvr>
                                      <p:to>
                                        <p:strVal val="visible"/>
                                      </p:to>
                                    </p:set>
                                    <p:animEffect transition="in" filter="fade">
                                      <p:cBhvr>
                                        <p:cTn id="25" dur="500"/>
                                        <p:tgtEl>
                                          <p:spTgt spid="41"/>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42"/>
                                        </p:tgtEl>
                                        <p:attrNameLst>
                                          <p:attrName>style.visibility</p:attrName>
                                        </p:attrNameLst>
                                      </p:cBhvr>
                                      <p:to>
                                        <p:strVal val="visible"/>
                                      </p:to>
                                    </p:set>
                                    <p:animEffect transition="in" filter="fade">
                                      <p:cBhvr>
                                        <p:cTn id="28" dur="500"/>
                                        <p:tgtEl>
                                          <p:spTgt spid="42"/>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43"/>
                                        </p:tgtEl>
                                        <p:attrNameLst>
                                          <p:attrName>style.visibility</p:attrName>
                                        </p:attrNameLst>
                                      </p:cBhvr>
                                      <p:to>
                                        <p:strVal val="visible"/>
                                      </p:to>
                                    </p:set>
                                    <p:animEffect transition="in" filter="fade">
                                      <p:cBhvr>
                                        <p:cTn id="31" dur="500"/>
                                        <p:tgtEl>
                                          <p:spTgt spid="43"/>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44"/>
                                        </p:tgtEl>
                                        <p:attrNameLst>
                                          <p:attrName>style.visibility</p:attrName>
                                        </p:attrNameLst>
                                      </p:cBhvr>
                                      <p:to>
                                        <p:strVal val="visible"/>
                                      </p:to>
                                    </p:set>
                                    <p:animEffect transition="in" filter="fade">
                                      <p:cBhvr>
                                        <p:cTn id="34"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0" grpId="0" animBg="1"/>
      <p:bldP spid="31" grpId="0" animBg="1"/>
      <p:bldP spid="32" grpId="0" animBg="1"/>
      <p:bldP spid="33" grpId="0" animBg="1"/>
      <p:bldP spid="40" grpId="0"/>
      <p:bldP spid="41" grpId="0"/>
      <p:bldP spid="42" grpId="0"/>
      <p:bldP spid="43" grpId="0"/>
      <p:bldP spid="44"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Block Arc 22"/>
          <p:cNvSpPr/>
          <p:nvPr/>
        </p:nvSpPr>
        <p:spPr>
          <a:xfrm rot="5400000">
            <a:off x="2212206" y="-55944"/>
            <a:ext cx="4229732" cy="4229732"/>
          </a:xfrm>
          <a:prstGeom prst="blockArc">
            <a:avLst>
              <a:gd name="adj1" fmla="val 16204435"/>
              <a:gd name="adj2" fmla="val 2"/>
              <a:gd name="adj3" fmla="val 16353"/>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Block Arc 23"/>
          <p:cNvSpPr/>
          <p:nvPr/>
        </p:nvSpPr>
        <p:spPr>
          <a:xfrm rot="10800000">
            <a:off x="5750063" y="-55944"/>
            <a:ext cx="4229732" cy="4229732"/>
          </a:xfrm>
          <a:prstGeom prst="blockArc">
            <a:avLst>
              <a:gd name="adj1" fmla="val 16204435"/>
              <a:gd name="adj2" fmla="val 2"/>
              <a:gd name="adj3" fmla="val 16353"/>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Block Arc 24"/>
          <p:cNvSpPr/>
          <p:nvPr/>
        </p:nvSpPr>
        <p:spPr>
          <a:xfrm>
            <a:off x="2212206" y="3481660"/>
            <a:ext cx="4229732" cy="4229732"/>
          </a:xfrm>
          <a:prstGeom prst="blockArc">
            <a:avLst>
              <a:gd name="adj1" fmla="val 16204435"/>
              <a:gd name="adj2" fmla="val 2"/>
              <a:gd name="adj3" fmla="val 16353"/>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Block Arc 25"/>
          <p:cNvSpPr/>
          <p:nvPr/>
        </p:nvSpPr>
        <p:spPr>
          <a:xfrm flipH="1">
            <a:off x="5750063" y="3492293"/>
            <a:ext cx="4229732" cy="4229732"/>
          </a:xfrm>
          <a:prstGeom prst="blockArc">
            <a:avLst>
              <a:gd name="adj1" fmla="val 16204435"/>
              <a:gd name="adj2" fmla="val 2"/>
              <a:gd name="adj3" fmla="val 16353"/>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6"/>
          <p:cNvSpPr txBox="1"/>
          <p:nvPr/>
        </p:nvSpPr>
        <p:spPr>
          <a:xfrm>
            <a:off x="6837687" y="2004240"/>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8" name="TextBox 27"/>
          <p:cNvSpPr txBox="1"/>
          <p:nvPr/>
        </p:nvSpPr>
        <p:spPr>
          <a:xfrm>
            <a:off x="6837687" y="5015511"/>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PHOTO STUDIO</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9" name="TextBox 28"/>
          <p:cNvSpPr txBox="1"/>
          <p:nvPr/>
        </p:nvSpPr>
        <p:spPr>
          <a:xfrm>
            <a:off x="2607955" y="2004239"/>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SOLUTIONS</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0" name="TextBox 29"/>
          <p:cNvSpPr txBox="1"/>
          <p:nvPr/>
        </p:nvSpPr>
        <p:spPr>
          <a:xfrm>
            <a:off x="2607955" y="5015510"/>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VIDEO STUDIO</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1" name="Rectangle 30"/>
          <p:cNvSpPr/>
          <p:nvPr/>
        </p:nvSpPr>
        <p:spPr>
          <a:xfrm>
            <a:off x="7433401" y="3648374"/>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32" name="Rectangle 31"/>
          <p:cNvSpPr/>
          <p:nvPr/>
        </p:nvSpPr>
        <p:spPr>
          <a:xfrm>
            <a:off x="4327072" y="3630424"/>
            <a:ext cx="316112"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33" name="Rectangle 32"/>
          <p:cNvSpPr/>
          <p:nvPr/>
        </p:nvSpPr>
        <p:spPr>
          <a:xfrm>
            <a:off x="5888251" y="2074273"/>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34" name="Rectangle 33"/>
          <p:cNvSpPr/>
          <p:nvPr/>
        </p:nvSpPr>
        <p:spPr>
          <a:xfrm>
            <a:off x="5888251" y="5211843"/>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35" name="Rectangle 34"/>
          <p:cNvSpPr/>
          <p:nvPr/>
        </p:nvSpPr>
        <p:spPr>
          <a:xfrm>
            <a:off x="5888251" y="3658408"/>
            <a:ext cx="431528" cy="369332"/>
          </a:xfrm>
          <a:prstGeom prst="rect">
            <a:avLst/>
          </a:prstGeom>
        </p:spPr>
        <p:txBody>
          <a:bodyPr wrap="none">
            <a:spAutoFit/>
          </a:bodyPr>
          <a:lstStyle/>
          <a:p>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Tree>
    <p:extLst>
      <p:ext uri="{BB962C8B-B14F-4D97-AF65-F5344CB8AC3E}">
        <p14:creationId xmlns:p14="http://schemas.microsoft.com/office/powerpoint/2010/main" val="1160136476"/>
      </p:ext>
    </p:extLst>
  </p:cSld>
  <p:clrMapOvr>
    <a:masterClrMapping/>
  </p:clrMapOvr>
  <p:transition spd="slow">
    <p:push dir="u"/>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57</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rot="16200000" flipH="1">
            <a:off x="4413351" y="2104917"/>
            <a:ext cx="1701029" cy="1701028"/>
          </a:xfrm>
          <a:custGeom>
            <a:avLst/>
            <a:gdLst>
              <a:gd name="connsiteX0" fmla="*/ 0 w 1701029"/>
              <a:gd name="connsiteY0" fmla="*/ 1701028 h 1701028"/>
              <a:gd name="connsiteX1" fmla="*/ 591471 w 1701029"/>
              <a:gd name="connsiteY1" fmla="*/ 1701028 h 1701028"/>
              <a:gd name="connsiteX2" fmla="*/ 599788 w 1701029"/>
              <a:gd name="connsiteY2" fmla="*/ 1604677 h 1701028"/>
              <a:gd name="connsiteX3" fmla="*/ 636580 w 1701029"/>
              <a:gd name="connsiteY3" fmla="*/ 1465242 h 1701028"/>
              <a:gd name="connsiteX4" fmla="*/ 770912 w 1701029"/>
              <a:gd name="connsiteY4" fmla="*/ 1217700 h 1701028"/>
              <a:gd name="connsiteX5" fmla="*/ 985253 w 1701029"/>
              <a:gd name="connsiteY5" fmla="*/ 1041103 h 1701028"/>
              <a:gd name="connsiteX6" fmla="*/ 1263737 w 1701029"/>
              <a:gd name="connsiteY6" fmla="*/ 973931 h 1701028"/>
              <a:gd name="connsiteX7" fmla="*/ 1668258 w 1701029"/>
              <a:gd name="connsiteY7" fmla="*/ 1129407 h 1701028"/>
              <a:gd name="connsiteX8" fmla="*/ 1701029 w 1701029"/>
              <a:gd name="connsiteY8" fmla="*/ 1158547 h 1701028"/>
              <a:gd name="connsiteX9" fmla="*/ 1701029 w 1701029"/>
              <a:gd name="connsiteY9" fmla="*/ 0 h 1701028"/>
              <a:gd name="connsiteX10" fmla="*/ 1567916 w 1701029"/>
              <a:gd name="connsiteY10" fmla="*/ 6722 h 1701028"/>
              <a:gd name="connsiteX11" fmla="*/ 6721 w 1701029"/>
              <a:gd name="connsiteY11" fmla="*/ 1567917 h 1701028"/>
              <a:gd name="connsiteX12" fmla="*/ 0 w 1701029"/>
              <a:gd name="connsiteY12" fmla="*/ 1701028 h 170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01029" h="1701028">
                <a:moveTo>
                  <a:pt x="0" y="1701028"/>
                </a:moveTo>
                <a:lnTo>
                  <a:pt x="591471" y="1701028"/>
                </a:lnTo>
                <a:lnTo>
                  <a:pt x="599788" y="1604677"/>
                </a:lnTo>
                <a:cubicBezTo>
                  <a:pt x="607964" y="1557759"/>
                  <a:pt x="620228" y="1511281"/>
                  <a:pt x="636580" y="1465242"/>
                </a:cubicBezTo>
                <a:cubicBezTo>
                  <a:pt x="669284" y="1373175"/>
                  <a:pt x="714057" y="1290657"/>
                  <a:pt x="770912" y="1217700"/>
                </a:cubicBezTo>
                <a:cubicBezTo>
                  <a:pt x="827765" y="1144754"/>
                  <a:pt x="899209" y="1085876"/>
                  <a:pt x="985253" y="1041103"/>
                </a:cubicBezTo>
                <a:cubicBezTo>
                  <a:pt x="1071285" y="996317"/>
                  <a:pt x="1164109" y="973931"/>
                  <a:pt x="1263737" y="973931"/>
                </a:cubicBezTo>
                <a:cubicBezTo>
                  <a:pt x="1419709" y="973931"/>
                  <a:pt x="1554550" y="1025757"/>
                  <a:pt x="1668258" y="1129407"/>
                </a:cubicBezTo>
                <a:lnTo>
                  <a:pt x="1701029" y="1158547"/>
                </a:lnTo>
                <a:lnTo>
                  <a:pt x="1701029" y="0"/>
                </a:lnTo>
                <a:lnTo>
                  <a:pt x="1567916" y="6722"/>
                </a:lnTo>
                <a:cubicBezTo>
                  <a:pt x="744743" y="90320"/>
                  <a:pt x="90319" y="744743"/>
                  <a:pt x="6721" y="1567917"/>
                </a:cubicBezTo>
                <a:lnTo>
                  <a:pt x="0" y="1701028"/>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rot="16200000" flipH="1">
            <a:off x="6205818" y="2104918"/>
            <a:ext cx="1701029" cy="1701027"/>
          </a:xfrm>
          <a:custGeom>
            <a:avLst/>
            <a:gdLst>
              <a:gd name="connsiteX0" fmla="*/ 0 w 1701029"/>
              <a:gd name="connsiteY0" fmla="*/ 0 h 1701027"/>
              <a:gd name="connsiteX1" fmla="*/ 6721 w 1701029"/>
              <a:gd name="connsiteY1" fmla="*/ 133111 h 1701027"/>
              <a:gd name="connsiteX2" fmla="*/ 1567916 w 1701029"/>
              <a:gd name="connsiteY2" fmla="*/ 1694306 h 1701027"/>
              <a:gd name="connsiteX3" fmla="*/ 1701029 w 1701029"/>
              <a:gd name="connsiteY3" fmla="*/ 1701027 h 1701027"/>
              <a:gd name="connsiteX4" fmla="*/ 1701029 w 1701029"/>
              <a:gd name="connsiteY4" fmla="*/ 542485 h 1701027"/>
              <a:gd name="connsiteX5" fmla="*/ 1668258 w 1701029"/>
              <a:gd name="connsiteY5" fmla="*/ 571623 h 1701027"/>
              <a:gd name="connsiteX6" fmla="*/ 1263737 w 1701029"/>
              <a:gd name="connsiteY6" fmla="*/ 727099 h 1701027"/>
              <a:gd name="connsiteX7" fmla="*/ 985253 w 1701029"/>
              <a:gd name="connsiteY7" fmla="*/ 659927 h 1701027"/>
              <a:gd name="connsiteX8" fmla="*/ 770912 w 1701029"/>
              <a:gd name="connsiteY8" fmla="*/ 483331 h 1701027"/>
              <a:gd name="connsiteX9" fmla="*/ 636580 w 1701029"/>
              <a:gd name="connsiteY9" fmla="*/ 235788 h 1701027"/>
              <a:gd name="connsiteX10" fmla="*/ 599788 w 1701029"/>
              <a:gd name="connsiteY10" fmla="*/ 96356 h 1701027"/>
              <a:gd name="connsiteX11" fmla="*/ 591470 w 1701029"/>
              <a:gd name="connsiteY11" fmla="*/ 0 h 1701027"/>
              <a:gd name="connsiteX12" fmla="*/ 0 w 1701029"/>
              <a:gd name="connsiteY12" fmla="*/ 0 h 1701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01029" h="1701027">
                <a:moveTo>
                  <a:pt x="0" y="0"/>
                </a:moveTo>
                <a:lnTo>
                  <a:pt x="6721" y="133111"/>
                </a:lnTo>
                <a:cubicBezTo>
                  <a:pt x="90319" y="956285"/>
                  <a:pt x="744743" y="1610708"/>
                  <a:pt x="1567916" y="1694306"/>
                </a:cubicBezTo>
                <a:lnTo>
                  <a:pt x="1701029" y="1701027"/>
                </a:lnTo>
                <a:lnTo>
                  <a:pt x="1701029" y="542485"/>
                </a:lnTo>
                <a:lnTo>
                  <a:pt x="1668258" y="571623"/>
                </a:lnTo>
                <a:cubicBezTo>
                  <a:pt x="1554550" y="675274"/>
                  <a:pt x="1419709" y="727099"/>
                  <a:pt x="1263737" y="727099"/>
                </a:cubicBezTo>
                <a:cubicBezTo>
                  <a:pt x="1164109" y="727099"/>
                  <a:pt x="1071285" y="704712"/>
                  <a:pt x="985253" y="659927"/>
                </a:cubicBezTo>
                <a:cubicBezTo>
                  <a:pt x="899209" y="615153"/>
                  <a:pt x="827765" y="556277"/>
                  <a:pt x="770912" y="483331"/>
                </a:cubicBezTo>
                <a:cubicBezTo>
                  <a:pt x="714057" y="410372"/>
                  <a:pt x="669284" y="327855"/>
                  <a:pt x="636580" y="235788"/>
                </a:cubicBezTo>
                <a:cubicBezTo>
                  <a:pt x="620228" y="189749"/>
                  <a:pt x="607964" y="143272"/>
                  <a:pt x="599788" y="96356"/>
                </a:cubicBezTo>
                <a:lnTo>
                  <a:pt x="591470" y="0"/>
                </a:lnTo>
                <a:lnTo>
                  <a:pt x="0"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rot="16200000" flipH="1">
            <a:off x="4413352" y="3897384"/>
            <a:ext cx="1701026" cy="1701028"/>
          </a:xfrm>
          <a:custGeom>
            <a:avLst/>
            <a:gdLst>
              <a:gd name="connsiteX0" fmla="*/ 0 w 1701026"/>
              <a:gd name="connsiteY0" fmla="*/ 0 h 1701028"/>
              <a:gd name="connsiteX1" fmla="*/ 0 w 1701026"/>
              <a:gd name="connsiteY1" fmla="*/ 1236031 h 1701028"/>
              <a:gd name="connsiteX2" fmla="*/ 7104 w 1701026"/>
              <a:gd name="connsiteY2" fmla="*/ 1241849 h 1701028"/>
              <a:gd name="connsiteX3" fmla="*/ 151256 w 1701026"/>
              <a:gd name="connsiteY3" fmla="*/ 1331668 h 1701028"/>
              <a:gd name="connsiteX4" fmla="*/ 313512 w 1701026"/>
              <a:gd name="connsiteY4" fmla="*/ 1382984 h 1701028"/>
              <a:gd name="connsiteX5" fmla="*/ 437289 w 1701026"/>
              <a:gd name="connsiteY5" fmla="*/ 1312038 h 1701028"/>
              <a:gd name="connsiteX6" fmla="*/ 533888 w 1701026"/>
              <a:gd name="connsiteY6" fmla="*/ 1349771 h 1701028"/>
              <a:gd name="connsiteX7" fmla="*/ 630487 w 1701026"/>
              <a:gd name="connsiteY7" fmla="*/ 1312038 h 1701028"/>
              <a:gd name="connsiteX8" fmla="*/ 752750 w 1701026"/>
              <a:gd name="connsiteY8" fmla="*/ 1379967 h 1701028"/>
              <a:gd name="connsiteX9" fmla="*/ 823696 w 1701026"/>
              <a:gd name="connsiteY9" fmla="*/ 1360338 h 1701028"/>
              <a:gd name="connsiteX10" fmla="*/ 930860 w 1701026"/>
              <a:gd name="connsiteY10" fmla="*/ 1407891 h 1701028"/>
              <a:gd name="connsiteX11" fmla="*/ 968594 w 1701026"/>
              <a:gd name="connsiteY11" fmla="*/ 1524864 h 1701028"/>
              <a:gd name="connsiteX12" fmla="*/ 1074256 w 1701026"/>
              <a:gd name="connsiteY12" fmla="*/ 1615429 h 1701028"/>
              <a:gd name="connsiteX13" fmla="*/ 1103690 w 1701026"/>
              <a:gd name="connsiteY13" fmla="*/ 1678447 h 1701028"/>
              <a:gd name="connsiteX14" fmla="*/ 1106934 w 1701026"/>
              <a:gd name="connsiteY14" fmla="*/ 1701028 h 1701028"/>
              <a:gd name="connsiteX15" fmla="*/ 1701026 w 1701026"/>
              <a:gd name="connsiteY15" fmla="*/ 1701028 h 1701028"/>
              <a:gd name="connsiteX16" fmla="*/ 1694305 w 1701026"/>
              <a:gd name="connsiteY16" fmla="*/ 1567917 h 1701028"/>
              <a:gd name="connsiteX17" fmla="*/ 133110 w 1701026"/>
              <a:gd name="connsiteY17" fmla="*/ 6722 h 1701028"/>
              <a:gd name="connsiteX18" fmla="*/ 0 w 1701026"/>
              <a:gd name="connsiteY18" fmla="*/ 0 h 170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1026" h="1701028">
                <a:moveTo>
                  <a:pt x="0" y="0"/>
                </a:moveTo>
                <a:lnTo>
                  <a:pt x="0" y="1236031"/>
                </a:lnTo>
                <a:lnTo>
                  <a:pt x="7104" y="1241849"/>
                </a:lnTo>
                <a:cubicBezTo>
                  <a:pt x="45346" y="1271537"/>
                  <a:pt x="93397" y="1301472"/>
                  <a:pt x="151256" y="1331668"/>
                </a:cubicBezTo>
                <a:cubicBezTo>
                  <a:pt x="209117" y="1361852"/>
                  <a:pt x="263202" y="1378961"/>
                  <a:pt x="313512" y="1382984"/>
                </a:cubicBezTo>
                <a:cubicBezTo>
                  <a:pt x="341685" y="1335690"/>
                  <a:pt x="382944" y="1312038"/>
                  <a:pt x="437289" y="1312038"/>
                </a:cubicBezTo>
                <a:cubicBezTo>
                  <a:pt x="474514" y="1312038"/>
                  <a:pt x="506722" y="1324616"/>
                  <a:pt x="533888" y="1349771"/>
                </a:cubicBezTo>
                <a:cubicBezTo>
                  <a:pt x="561056" y="1324616"/>
                  <a:pt x="593263" y="1312038"/>
                  <a:pt x="630487" y="1312038"/>
                </a:cubicBezTo>
                <a:cubicBezTo>
                  <a:pt x="682821" y="1312038"/>
                  <a:pt x="723571" y="1334685"/>
                  <a:pt x="752750" y="1379967"/>
                </a:cubicBezTo>
                <a:cubicBezTo>
                  <a:pt x="775894" y="1366881"/>
                  <a:pt x="799546" y="1360338"/>
                  <a:pt x="823696" y="1360338"/>
                </a:cubicBezTo>
                <a:cubicBezTo>
                  <a:pt x="869983" y="1360338"/>
                  <a:pt x="905705" y="1376192"/>
                  <a:pt x="930860" y="1407891"/>
                </a:cubicBezTo>
                <a:cubicBezTo>
                  <a:pt x="956015" y="1439590"/>
                  <a:pt x="968594" y="1478577"/>
                  <a:pt x="968594" y="1524864"/>
                </a:cubicBezTo>
                <a:cubicBezTo>
                  <a:pt x="1012870" y="1544991"/>
                  <a:pt x="1048095" y="1575176"/>
                  <a:pt x="1074256" y="1615429"/>
                </a:cubicBezTo>
                <a:cubicBezTo>
                  <a:pt x="1087336" y="1635555"/>
                  <a:pt x="1097148" y="1656560"/>
                  <a:pt x="1103690" y="1678447"/>
                </a:cubicBezTo>
                <a:lnTo>
                  <a:pt x="1106934" y="1701028"/>
                </a:lnTo>
                <a:lnTo>
                  <a:pt x="1701026" y="1701028"/>
                </a:lnTo>
                <a:lnTo>
                  <a:pt x="1694305" y="1567917"/>
                </a:lnTo>
                <a:cubicBezTo>
                  <a:pt x="1610707" y="744743"/>
                  <a:pt x="956284" y="90320"/>
                  <a:pt x="133110" y="6722"/>
                </a:cubicBezTo>
                <a:lnTo>
                  <a:pt x="0"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rot="16200000" flipH="1">
            <a:off x="6205819" y="3897385"/>
            <a:ext cx="1701026" cy="1701027"/>
          </a:xfrm>
          <a:custGeom>
            <a:avLst/>
            <a:gdLst>
              <a:gd name="connsiteX0" fmla="*/ 0 w 1701026"/>
              <a:gd name="connsiteY0" fmla="*/ 464999 h 1701027"/>
              <a:gd name="connsiteX1" fmla="*/ 0 w 1701026"/>
              <a:gd name="connsiteY1" fmla="*/ 1701027 h 1701027"/>
              <a:gd name="connsiteX2" fmla="*/ 133110 w 1701026"/>
              <a:gd name="connsiteY2" fmla="*/ 1694306 h 1701027"/>
              <a:gd name="connsiteX3" fmla="*/ 1694305 w 1701026"/>
              <a:gd name="connsiteY3" fmla="*/ 133111 h 1701027"/>
              <a:gd name="connsiteX4" fmla="*/ 1701026 w 1701026"/>
              <a:gd name="connsiteY4" fmla="*/ 0 h 1701027"/>
              <a:gd name="connsiteX5" fmla="*/ 1106935 w 1701026"/>
              <a:gd name="connsiteY5" fmla="*/ 0 h 1701027"/>
              <a:gd name="connsiteX6" fmla="*/ 1103690 w 1701026"/>
              <a:gd name="connsiteY6" fmla="*/ 22585 h 1701027"/>
              <a:gd name="connsiteX7" fmla="*/ 1074256 w 1701026"/>
              <a:gd name="connsiteY7" fmla="*/ 85602 h 1701027"/>
              <a:gd name="connsiteX8" fmla="*/ 968594 w 1701026"/>
              <a:gd name="connsiteY8" fmla="*/ 176165 h 1701027"/>
              <a:gd name="connsiteX9" fmla="*/ 930860 w 1701026"/>
              <a:gd name="connsiteY9" fmla="*/ 293139 h 1701027"/>
              <a:gd name="connsiteX10" fmla="*/ 823696 w 1701026"/>
              <a:gd name="connsiteY10" fmla="*/ 340693 h 1701027"/>
              <a:gd name="connsiteX11" fmla="*/ 752750 w 1701026"/>
              <a:gd name="connsiteY11" fmla="*/ 321063 h 1701027"/>
              <a:gd name="connsiteX12" fmla="*/ 630487 w 1701026"/>
              <a:gd name="connsiteY12" fmla="*/ 388992 h 1701027"/>
              <a:gd name="connsiteX13" fmla="*/ 533888 w 1701026"/>
              <a:gd name="connsiteY13" fmla="*/ 351259 h 1701027"/>
              <a:gd name="connsiteX14" fmla="*/ 437289 w 1701026"/>
              <a:gd name="connsiteY14" fmla="*/ 388992 h 1701027"/>
              <a:gd name="connsiteX15" fmla="*/ 313512 w 1701026"/>
              <a:gd name="connsiteY15" fmla="*/ 318046 h 1701027"/>
              <a:gd name="connsiteX16" fmla="*/ 151256 w 1701026"/>
              <a:gd name="connsiteY16" fmla="*/ 369363 h 1701027"/>
              <a:gd name="connsiteX17" fmla="*/ 7104 w 1701026"/>
              <a:gd name="connsiteY17" fmla="*/ 459181 h 1701027"/>
              <a:gd name="connsiteX18" fmla="*/ 0 w 1701026"/>
              <a:gd name="connsiteY18" fmla="*/ 464999 h 1701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1026" h="1701027">
                <a:moveTo>
                  <a:pt x="0" y="464999"/>
                </a:moveTo>
                <a:lnTo>
                  <a:pt x="0" y="1701027"/>
                </a:lnTo>
                <a:lnTo>
                  <a:pt x="133110" y="1694306"/>
                </a:lnTo>
                <a:cubicBezTo>
                  <a:pt x="956284" y="1610708"/>
                  <a:pt x="1610707" y="956285"/>
                  <a:pt x="1694305" y="133111"/>
                </a:cubicBezTo>
                <a:lnTo>
                  <a:pt x="1701026" y="0"/>
                </a:lnTo>
                <a:lnTo>
                  <a:pt x="1106935" y="0"/>
                </a:lnTo>
                <a:lnTo>
                  <a:pt x="1103690" y="22585"/>
                </a:lnTo>
                <a:cubicBezTo>
                  <a:pt x="1097148" y="44470"/>
                  <a:pt x="1087336" y="65475"/>
                  <a:pt x="1074256" y="85602"/>
                </a:cubicBezTo>
                <a:cubicBezTo>
                  <a:pt x="1048095" y="125855"/>
                  <a:pt x="1012870" y="156039"/>
                  <a:pt x="968594" y="176165"/>
                </a:cubicBezTo>
                <a:cubicBezTo>
                  <a:pt x="968594" y="222454"/>
                  <a:pt x="956015" y="261440"/>
                  <a:pt x="930860" y="293139"/>
                </a:cubicBezTo>
                <a:cubicBezTo>
                  <a:pt x="905705" y="324837"/>
                  <a:pt x="869983" y="340693"/>
                  <a:pt x="823696" y="340693"/>
                </a:cubicBezTo>
                <a:cubicBezTo>
                  <a:pt x="799546" y="340693"/>
                  <a:pt x="775894" y="334150"/>
                  <a:pt x="752750" y="321063"/>
                </a:cubicBezTo>
                <a:cubicBezTo>
                  <a:pt x="723571" y="366345"/>
                  <a:pt x="682821" y="388992"/>
                  <a:pt x="630487" y="388992"/>
                </a:cubicBezTo>
                <a:cubicBezTo>
                  <a:pt x="593263" y="388992"/>
                  <a:pt x="561056" y="376415"/>
                  <a:pt x="533888" y="351259"/>
                </a:cubicBezTo>
                <a:cubicBezTo>
                  <a:pt x="506722" y="376415"/>
                  <a:pt x="474514" y="388992"/>
                  <a:pt x="437289" y="388992"/>
                </a:cubicBezTo>
                <a:cubicBezTo>
                  <a:pt x="382944" y="388992"/>
                  <a:pt x="341685" y="365339"/>
                  <a:pt x="313512" y="318046"/>
                </a:cubicBezTo>
                <a:cubicBezTo>
                  <a:pt x="263202" y="322068"/>
                  <a:pt x="209117" y="339179"/>
                  <a:pt x="151256" y="369363"/>
                </a:cubicBezTo>
                <a:cubicBezTo>
                  <a:pt x="93397" y="399559"/>
                  <a:pt x="45346" y="429494"/>
                  <a:pt x="7104" y="459181"/>
                </a:cubicBezTo>
                <a:lnTo>
                  <a:pt x="0" y="464999"/>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5589270" y="3220723"/>
            <a:ext cx="1141658" cy="630942"/>
          </a:xfrm>
          <a:prstGeom prst="rect">
            <a:avLst/>
          </a:prstGeom>
          <a:noFill/>
        </p:spPr>
        <p:txBody>
          <a:bodyPr wrap="non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MOST</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SOLUTIONS</a:t>
            </a:r>
          </a:p>
        </p:txBody>
      </p:sp>
      <p:sp>
        <p:nvSpPr>
          <p:cNvPr id="19" name="Rectangle 18"/>
          <p:cNvSpPr/>
          <p:nvPr/>
        </p:nvSpPr>
        <p:spPr>
          <a:xfrm>
            <a:off x="6002042" y="2944618"/>
            <a:ext cx="316112" cy="369332"/>
          </a:xfrm>
          <a:prstGeom prst="rect">
            <a:avLst/>
          </a:prstGeom>
        </p:spPr>
        <p:txBody>
          <a:bodyPr wrap="none">
            <a:spAutoFit/>
          </a:bodyPr>
          <a:lstStyle/>
          <a:p>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0" name="TextBox 19"/>
          <p:cNvSpPr txBox="1"/>
          <p:nvPr/>
        </p:nvSpPr>
        <p:spPr>
          <a:xfrm>
            <a:off x="4703793" y="3089695"/>
            <a:ext cx="595035" cy="523220"/>
          </a:xfrm>
          <a:prstGeom prst="rect">
            <a:avLst/>
          </a:prstGeom>
          <a:noFill/>
        </p:spPr>
        <p:txBody>
          <a:bodyPr wrap="none" rtlCol="0">
            <a:spAutoFit/>
          </a:bodyPr>
          <a:lstStyle/>
          <a:p>
            <a:r>
              <a:rPr lang="en-US" sz="28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21" name="TextBox 20"/>
          <p:cNvSpPr txBox="1"/>
          <p:nvPr/>
        </p:nvSpPr>
        <p:spPr>
          <a:xfrm>
            <a:off x="7021368" y="3089695"/>
            <a:ext cx="595035" cy="523220"/>
          </a:xfrm>
          <a:prstGeom prst="rect">
            <a:avLst/>
          </a:prstGeom>
          <a:noFill/>
        </p:spPr>
        <p:txBody>
          <a:bodyPr wrap="none" rtlCol="0">
            <a:spAutoFit/>
          </a:bodyPr>
          <a:lstStyle/>
          <a:p>
            <a:r>
              <a:rPr lang="en-US" sz="2800" b="1">
                <a:solidFill>
                  <a:schemeClr val="bg1"/>
                </a:solidFill>
                <a:latin typeface="Open Sans" panose="020B0606030504020204" pitchFamily="34" charset="0"/>
                <a:ea typeface="Open Sans" panose="020B0606030504020204" pitchFamily="34" charset="0"/>
                <a:cs typeface="Open Sans" panose="020B0606030504020204" pitchFamily="34" charset="0"/>
              </a:rPr>
              <a:t>02</a:t>
            </a:r>
          </a:p>
        </p:txBody>
      </p:sp>
      <p:sp>
        <p:nvSpPr>
          <p:cNvPr id="22" name="TextBox 21"/>
          <p:cNvSpPr txBox="1"/>
          <p:nvPr/>
        </p:nvSpPr>
        <p:spPr>
          <a:xfrm>
            <a:off x="4705474" y="4091056"/>
            <a:ext cx="595035" cy="523220"/>
          </a:xfrm>
          <a:prstGeom prst="rect">
            <a:avLst/>
          </a:prstGeom>
          <a:noFill/>
        </p:spPr>
        <p:txBody>
          <a:bodyPr wrap="none" rtlCol="0">
            <a:spAutoFit/>
          </a:bodyPr>
          <a:lstStyle/>
          <a:p>
            <a:r>
              <a:rPr lang="en-US" sz="2800" b="1">
                <a:solidFill>
                  <a:schemeClr val="bg1"/>
                </a:solidFill>
                <a:latin typeface="Open Sans" panose="020B0606030504020204" pitchFamily="34" charset="0"/>
                <a:ea typeface="Open Sans" panose="020B0606030504020204" pitchFamily="34" charset="0"/>
                <a:cs typeface="Open Sans" panose="020B0606030504020204" pitchFamily="34" charset="0"/>
              </a:rPr>
              <a:t>03</a:t>
            </a:r>
          </a:p>
        </p:txBody>
      </p:sp>
      <p:sp>
        <p:nvSpPr>
          <p:cNvPr id="23" name="TextBox 22"/>
          <p:cNvSpPr txBox="1"/>
          <p:nvPr/>
        </p:nvSpPr>
        <p:spPr>
          <a:xfrm>
            <a:off x="7021368" y="4091056"/>
            <a:ext cx="595035" cy="523220"/>
          </a:xfrm>
          <a:prstGeom prst="rect">
            <a:avLst/>
          </a:prstGeom>
          <a:noFill/>
        </p:spPr>
        <p:txBody>
          <a:bodyPr wrap="none" rtlCol="0">
            <a:spAutoFit/>
          </a:bodyPr>
          <a:lstStyle/>
          <a:p>
            <a:r>
              <a:rPr lang="en-US" sz="2800" b="1">
                <a:solidFill>
                  <a:schemeClr val="bg1"/>
                </a:solidFill>
                <a:latin typeface="Open Sans" panose="020B0606030504020204" pitchFamily="34" charset="0"/>
                <a:ea typeface="Open Sans" panose="020B0606030504020204" pitchFamily="34" charset="0"/>
                <a:cs typeface="Open Sans" panose="020B0606030504020204" pitchFamily="34" charset="0"/>
              </a:rPr>
              <a:t>04</a:t>
            </a:r>
          </a:p>
        </p:txBody>
      </p:sp>
      <p:sp>
        <p:nvSpPr>
          <p:cNvPr id="24" name="TextBox 23"/>
          <p:cNvSpPr txBox="1"/>
          <p:nvPr/>
        </p:nvSpPr>
        <p:spPr>
          <a:xfrm>
            <a:off x="8693026" y="2944618"/>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5" name="Rectangle 24"/>
          <p:cNvSpPr/>
          <p:nvPr/>
        </p:nvSpPr>
        <p:spPr>
          <a:xfrm>
            <a:off x="8117813" y="2944618"/>
            <a:ext cx="381836" cy="461665"/>
          </a:xfrm>
          <a:prstGeom prst="rect">
            <a:avLst/>
          </a:prstGeom>
        </p:spPr>
        <p:txBody>
          <a:bodyPr wrap="none">
            <a:spAutoFit/>
          </a:bodyPr>
          <a:lstStyle/>
          <a:p>
            <a:r>
              <a:rPr lang="en-US" sz="2400">
                <a:solidFill>
                  <a:schemeClr val="tx1">
                    <a:lumMod val="65000"/>
                    <a:lumOff val="35000"/>
                  </a:schemeClr>
                </a:solidFill>
                <a:latin typeface="FontAwesome" pitchFamily="2" charset="0"/>
              </a:rPr>
              <a:t></a:t>
            </a:r>
            <a:endParaRPr lang="en-US" sz="2400">
              <a:solidFill>
                <a:schemeClr val="tx1">
                  <a:lumMod val="65000"/>
                  <a:lumOff val="35000"/>
                </a:schemeClr>
              </a:solidFill>
            </a:endParaRPr>
          </a:p>
        </p:txBody>
      </p:sp>
      <p:sp>
        <p:nvSpPr>
          <p:cNvPr id="26" name="TextBox 25"/>
          <p:cNvSpPr txBox="1"/>
          <p:nvPr/>
        </p:nvSpPr>
        <p:spPr>
          <a:xfrm>
            <a:off x="8693026" y="4614276"/>
            <a:ext cx="2746359"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CONSULTING SERVICE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7" name="Rectangle 26"/>
          <p:cNvSpPr/>
          <p:nvPr/>
        </p:nvSpPr>
        <p:spPr>
          <a:xfrm>
            <a:off x="8117813" y="4614276"/>
            <a:ext cx="492443" cy="461665"/>
          </a:xfrm>
          <a:prstGeom prst="rect">
            <a:avLst/>
          </a:prstGeom>
        </p:spPr>
        <p:txBody>
          <a:bodyPr wrap="none">
            <a:spAutoFit/>
          </a:bodyPr>
          <a:lstStyle/>
          <a:p>
            <a:r>
              <a:rPr lang="en-US" sz="2400">
                <a:solidFill>
                  <a:schemeClr val="tx1">
                    <a:lumMod val="65000"/>
                    <a:lumOff val="35000"/>
                  </a:schemeClr>
                </a:solidFill>
                <a:latin typeface="FontAwesome" pitchFamily="2" charset="0"/>
              </a:rPr>
              <a:t></a:t>
            </a:r>
            <a:endParaRPr lang="en-US" sz="2400">
              <a:solidFill>
                <a:schemeClr val="tx1">
                  <a:lumMod val="65000"/>
                  <a:lumOff val="35000"/>
                </a:schemeClr>
              </a:solidFill>
            </a:endParaRPr>
          </a:p>
        </p:txBody>
      </p:sp>
      <p:sp>
        <p:nvSpPr>
          <p:cNvPr id="28" name="Rectangle 27"/>
          <p:cNvSpPr/>
          <p:nvPr/>
        </p:nvSpPr>
        <p:spPr>
          <a:xfrm>
            <a:off x="3709941" y="4614276"/>
            <a:ext cx="514885" cy="461665"/>
          </a:xfrm>
          <a:prstGeom prst="rect">
            <a:avLst/>
          </a:prstGeom>
        </p:spPr>
        <p:txBody>
          <a:bodyPr wrap="none">
            <a:spAutoFit/>
          </a:bodyPr>
          <a:lstStyle/>
          <a:p>
            <a:r>
              <a:rPr lang="en-US" sz="2400">
                <a:solidFill>
                  <a:schemeClr val="tx1">
                    <a:lumMod val="65000"/>
                    <a:lumOff val="35000"/>
                  </a:schemeClr>
                </a:solidFill>
                <a:latin typeface="FontAwesome" pitchFamily="2" charset="0"/>
              </a:rPr>
              <a:t></a:t>
            </a:r>
            <a:endParaRPr lang="en-US" sz="2400">
              <a:solidFill>
                <a:schemeClr val="tx1">
                  <a:lumMod val="65000"/>
                  <a:lumOff val="35000"/>
                </a:schemeClr>
              </a:solidFill>
            </a:endParaRPr>
          </a:p>
        </p:txBody>
      </p:sp>
      <p:sp>
        <p:nvSpPr>
          <p:cNvPr id="29" name="TextBox 28"/>
          <p:cNvSpPr txBox="1"/>
          <p:nvPr/>
        </p:nvSpPr>
        <p:spPr>
          <a:xfrm>
            <a:off x="752615" y="4614276"/>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0" name="Rectangle 29"/>
          <p:cNvSpPr/>
          <p:nvPr/>
        </p:nvSpPr>
        <p:spPr>
          <a:xfrm>
            <a:off x="3753223" y="2941085"/>
            <a:ext cx="449162" cy="461665"/>
          </a:xfrm>
          <a:prstGeom prst="rect">
            <a:avLst/>
          </a:prstGeom>
        </p:spPr>
        <p:txBody>
          <a:bodyPr wrap="none">
            <a:spAutoFit/>
          </a:bodyPr>
          <a:lstStyle/>
          <a:p>
            <a:r>
              <a:rPr lang="en-US" sz="2400">
                <a:solidFill>
                  <a:schemeClr val="tx1">
                    <a:lumMod val="65000"/>
                    <a:lumOff val="35000"/>
                  </a:schemeClr>
                </a:solidFill>
                <a:latin typeface="FontAwesome" pitchFamily="2" charset="0"/>
              </a:rPr>
              <a:t></a:t>
            </a:r>
            <a:endParaRPr lang="en-US" sz="2400">
              <a:solidFill>
                <a:schemeClr val="tx1">
                  <a:lumMod val="65000"/>
                  <a:lumOff val="35000"/>
                </a:schemeClr>
              </a:solidFill>
            </a:endParaRPr>
          </a:p>
        </p:txBody>
      </p:sp>
      <p:sp>
        <p:nvSpPr>
          <p:cNvPr id="31" name="TextBox 30"/>
          <p:cNvSpPr txBox="1"/>
          <p:nvPr/>
        </p:nvSpPr>
        <p:spPr>
          <a:xfrm>
            <a:off x="753011" y="2944618"/>
            <a:ext cx="2746359" cy="64633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BEST PRODUCT</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Tree>
    <p:extLst>
      <p:ext uri="{BB962C8B-B14F-4D97-AF65-F5344CB8AC3E}">
        <p14:creationId xmlns:p14="http://schemas.microsoft.com/office/powerpoint/2010/main" val="3304337344"/>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1000" fill="hold"/>
                                        <p:tgtEl>
                                          <p:spTgt spid="14"/>
                                        </p:tgtEl>
                                        <p:attrNameLst>
                                          <p:attrName>ppt_w</p:attrName>
                                        </p:attrNameLst>
                                      </p:cBhvr>
                                      <p:tavLst>
                                        <p:tav tm="0">
                                          <p:val>
                                            <p:fltVal val="0"/>
                                          </p:val>
                                        </p:tav>
                                        <p:tav tm="100000">
                                          <p:val>
                                            <p:strVal val="#ppt_w"/>
                                          </p:val>
                                        </p:tav>
                                      </p:tavLst>
                                    </p:anim>
                                    <p:anim calcmode="lin" valueType="num">
                                      <p:cBhvr>
                                        <p:cTn id="8" dur="1000" fill="hold"/>
                                        <p:tgtEl>
                                          <p:spTgt spid="14"/>
                                        </p:tgtEl>
                                        <p:attrNameLst>
                                          <p:attrName>ppt_h</p:attrName>
                                        </p:attrNameLst>
                                      </p:cBhvr>
                                      <p:tavLst>
                                        <p:tav tm="0">
                                          <p:val>
                                            <p:fltVal val="0"/>
                                          </p:val>
                                        </p:tav>
                                        <p:tav tm="100000">
                                          <p:val>
                                            <p:strVal val="#ppt_h"/>
                                          </p:val>
                                        </p:tav>
                                      </p:tavLst>
                                    </p:anim>
                                    <p:anim calcmode="lin" valueType="num">
                                      <p:cBhvr>
                                        <p:cTn id="9" dur="1000" fill="hold"/>
                                        <p:tgtEl>
                                          <p:spTgt spid="14"/>
                                        </p:tgtEl>
                                        <p:attrNameLst>
                                          <p:attrName>style.rotation</p:attrName>
                                        </p:attrNameLst>
                                      </p:cBhvr>
                                      <p:tavLst>
                                        <p:tav tm="0">
                                          <p:val>
                                            <p:fltVal val="90"/>
                                          </p:val>
                                        </p:tav>
                                        <p:tav tm="100000">
                                          <p:val>
                                            <p:fltVal val="0"/>
                                          </p:val>
                                        </p:tav>
                                      </p:tavLst>
                                    </p:anim>
                                    <p:animEffect transition="in" filter="fade">
                                      <p:cBhvr>
                                        <p:cTn id="10" dur="1000"/>
                                        <p:tgtEl>
                                          <p:spTgt spid="1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5"/>
                                        </p:tgtEl>
                                        <p:attrNameLst>
                                          <p:attrName>style.visibility</p:attrName>
                                        </p:attrNameLst>
                                      </p:cBhvr>
                                      <p:to>
                                        <p:strVal val="visible"/>
                                      </p:to>
                                    </p:set>
                                    <p:anim calcmode="lin" valueType="num">
                                      <p:cBhvr>
                                        <p:cTn id="13" dur="1000" fill="hold"/>
                                        <p:tgtEl>
                                          <p:spTgt spid="15"/>
                                        </p:tgtEl>
                                        <p:attrNameLst>
                                          <p:attrName>ppt_w</p:attrName>
                                        </p:attrNameLst>
                                      </p:cBhvr>
                                      <p:tavLst>
                                        <p:tav tm="0">
                                          <p:val>
                                            <p:fltVal val="0"/>
                                          </p:val>
                                        </p:tav>
                                        <p:tav tm="100000">
                                          <p:val>
                                            <p:strVal val="#ppt_w"/>
                                          </p:val>
                                        </p:tav>
                                      </p:tavLst>
                                    </p:anim>
                                    <p:anim calcmode="lin" valueType="num">
                                      <p:cBhvr>
                                        <p:cTn id="14" dur="1000" fill="hold"/>
                                        <p:tgtEl>
                                          <p:spTgt spid="15"/>
                                        </p:tgtEl>
                                        <p:attrNameLst>
                                          <p:attrName>ppt_h</p:attrName>
                                        </p:attrNameLst>
                                      </p:cBhvr>
                                      <p:tavLst>
                                        <p:tav tm="0">
                                          <p:val>
                                            <p:fltVal val="0"/>
                                          </p:val>
                                        </p:tav>
                                        <p:tav tm="100000">
                                          <p:val>
                                            <p:strVal val="#ppt_h"/>
                                          </p:val>
                                        </p:tav>
                                      </p:tavLst>
                                    </p:anim>
                                    <p:anim calcmode="lin" valueType="num">
                                      <p:cBhvr>
                                        <p:cTn id="15" dur="1000" fill="hold"/>
                                        <p:tgtEl>
                                          <p:spTgt spid="15"/>
                                        </p:tgtEl>
                                        <p:attrNameLst>
                                          <p:attrName>style.rotation</p:attrName>
                                        </p:attrNameLst>
                                      </p:cBhvr>
                                      <p:tavLst>
                                        <p:tav tm="0">
                                          <p:val>
                                            <p:fltVal val="90"/>
                                          </p:val>
                                        </p:tav>
                                        <p:tav tm="100000">
                                          <p:val>
                                            <p:fltVal val="0"/>
                                          </p:val>
                                        </p:tav>
                                      </p:tavLst>
                                    </p:anim>
                                    <p:animEffect transition="in" filter="fade">
                                      <p:cBhvr>
                                        <p:cTn id="16" dur="1000"/>
                                        <p:tgtEl>
                                          <p:spTgt spid="1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p:cTn id="19" dur="1000" fill="hold"/>
                                        <p:tgtEl>
                                          <p:spTgt spid="16"/>
                                        </p:tgtEl>
                                        <p:attrNameLst>
                                          <p:attrName>ppt_w</p:attrName>
                                        </p:attrNameLst>
                                      </p:cBhvr>
                                      <p:tavLst>
                                        <p:tav tm="0">
                                          <p:val>
                                            <p:fltVal val="0"/>
                                          </p:val>
                                        </p:tav>
                                        <p:tav tm="100000">
                                          <p:val>
                                            <p:strVal val="#ppt_w"/>
                                          </p:val>
                                        </p:tav>
                                      </p:tavLst>
                                    </p:anim>
                                    <p:anim calcmode="lin" valueType="num">
                                      <p:cBhvr>
                                        <p:cTn id="20" dur="1000" fill="hold"/>
                                        <p:tgtEl>
                                          <p:spTgt spid="16"/>
                                        </p:tgtEl>
                                        <p:attrNameLst>
                                          <p:attrName>ppt_h</p:attrName>
                                        </p:attrNameLst>
                                      </p:cBhvr>
                                      <p:tavLst>
                                        <p:tav tm="0">
                                          <p:val>
                                            <p:fltVal val="0"/>
                                          </p:val>
                                        </p:tav>
                                        <p:tav tm="100000">
                                          <p:val>
                                            <p:strVal val="#ppt_h"/>
                                          </p:val>
                                        </p:tav>
                                      </p:tavLst>
                                    </p:anim>
                                    <p:anim calcmode="lin" valueType="num">
                                      <p:cBhvr>
                                        <p:cTn id="21" dur="1000" fill="hold"/>
                                        <p:tgtEl>
                                          <p:spTgt spid="16"/>
                                        </p:tgtEl>
                                        <p:attrNameLst>
                                          <p:attrName>style.rotation</p:attrName>
                                        </p:attrNameLst>
                                      </p:cBhvr>
                                      <p:tavLst>
                                        <p:tav tm="0">
                                          <p:val>
                                            <p:fltVal val="90"/>
                                          </p:val>
                                        </p:tav>
                                        <p:tav tm="100000">
                                          <p:val>
                                            <p:fltVal val="0"/>
                                          </p:val>
                                        </p:tav>
                                      </p:tavLst>
                                    </p:anim>
                                    <p:animEffect transition="in" filter="fade">
                                      <p:cBhvr>
                                        <p:cTn id="22" dur="1000"/>
                                        <p:tgtEl>
                                          <p:spTgt spid="16"/>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7"/>
                                        </p:tgtEl>
                                        <p:attrNameLst>
                                          <p:attrName>style.visibility</p:attrName>
                                        </p:attrNameLst>
                                      </p:cBhvr>
                                      <p:to>
                                        <p:strVal val="visible"/>
                                      </p:to>
                                    </p:set>
                                    <p:anim calcmode="lin" valueType="num">
                                      <p:cBhvr>
                                        <p:cTn id="25" dur="1000" fill="hold"/>
                                        <p:tgtEl>
                                          <p:spTgt spid="17"/>
                                        </p:tgtEl>
                                        <p:attrNameLst>
                                          <p:attrName>ppt_w</p:attrName>
                                        </p:attrNameLst>
                                      </p:cBhvr>
                                      <p:tavLst>
                                        <p:tav tm="0">
                                          <p:val>
                                            <p:fltVal val="0"/>
                                          </p:val>
                                        </p:tav>
                                        <p:tav tm="100000">
                                          <p:val>
                                            <p:strVal val="#ppt_w"/>
                                          </p:val>
                                        </p:tav>
                                      </p:tavLst>
                                    </p:anim>
                                    <p:anim calcmode="lin" valueType="num">
                                      <p:cBhvr>
                                        <p:cTn id="26" dur="1000" fill="hold"/>
                                        <p:tgtEl>
                                          <p:spTgt spid="17"/>
                                        </p:tgtEl>
                                        <p:attrNameLst>
                                          <p:attrName>ppt_h</p:attrName>
                                        </p:attrNameLst>
                                      </p:cBhvr>
                                      <p:tavLst>
                                        <p:tav tm="0">
                                          <p:val>
                                            <p:fltVal val="0"/>
                                          </p:val>
                                        </p:tav>
                                        <p:tav tm="100000">
                                          <p:val>
                                            <p:strVal val="#ppt_h"/>
                                          </p:val>
                                        </p:tav>
                                      </p:tavLst>
                                    </p:anim>
                                    <p:anim calcmode="lin" valueType="num">
                                      <p:cBhvr>
                                        <p:cTn id="27" dur="1000" fill="hold"/>
                                        <p:tgtEl>
                                          <p:spTgt spid="17"/>
                                        </p:tgtEl>
                                        <p:attrNameLst>
                                          <p:attrName>style.rotation</p:attrName>
                                        </p:attrNameLst>
                                      </p:cBhvr>
                                      <p:tavLst>
                                        <p:tav tm="0">
                                          <p:val>
                                            <p:fltVal val="90"/>
                                          </p:val>
                                        </p:tav>
                                        <p:tav tm="100000">
                                          <p:val>
                                            <p:fltVal val="0"/>
                                          </p:val>
                                        </p:tav>
                                      </p:tavLst>
                                    </p:anim>
                                    <p:animEffect transition="in" filter="fade">
                                      <p:cBhvr>
                                        <p:cTn id="28" dur="1000"/>
                                        <p:tgtEl>
                                          <p:spTgt spid="17"/>
                                        </p:tgtEl>
                                      </p:cBhvr>
                                    </p:animEffect>
                                  </p:childTnLst>
                                </p:cTn>
                              </p:par>
                            </p:childTnLst>
                          </p:cTn>
                        </p:par>
                        <p:par>
                          <p:cTn id="29" fill="hold">
                            <p:stCondLst>
                              <p:cond delay="1000"/>
                            </p:stCondLst>
                            <p:childTnLst>
                              <p:par>
                                <p:cTn id="30" presetID="10" presetClass="entr" presetSubtype="0" fill="hold" grpId="0" nodeType="after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fade">
                                      <p:cBhvr>
                                        <p:cTn id="32" dur="500"/>
                                        <p:tgtEl>
                                          <p:spTgt spid="18"/>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fade">
                                      <p:cBhvr>
                                        <p:cTn id="35"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p:bldP spid="19"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58</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6211411" y="1616404"/>
            <a:ext cx="1577932" cy="1159027"/>
          </a:xfrm>
          <a:custGeom>
            <a:avLst/>
            <a:gdLst>
              <a:gd name="connsiteX0" fmla="*/ 0 w 1577932"/>
              <a:gd name="connsiteY0" fmla="*/ 0 h 1159027"/>
              <a:gd name="connsiteX1" fmla="*/ 70214 w 1577932"/>
              <a:gd name="connsiteY1" fmla="*/ 3545 h 1159027"/>
              <a:gd name="connsiteX2" fmla="*/ 1557427 w 1577932"/>
              <a:gd name="connsiteY2" fmla="*/ 1103004 h 1159027"/>
              <a:gd name="connsiteX3" fmla="*/ 1577932 w 1577932"/>
              <a:gd name="connsiteY3" fmla="*/ 1159027 h 1159027"/>
              <a:gd name="connsiteX4" fmla="*/ 1573850 w 1577932"/>
              <a:gd name="connsiteY4" fmla="*/ 1156643 h 1159027"/>
              <a:gd name="connsiteX5" fmla="*/ 1522151 w 1577932"/>
              <a:gd name="connsiteY5" fmla="*/ 1142818 h 1159027"/>
              <a:gd name="connsiteX6" fmla="*/ 462794 w 1577932"/>
              <a:gd name="connsiteY6" fmla="*/ 981301 h 1159027"/>
              <a:gd name="connsiteX7" fmla="*/ 0 w 1577932"/>
              <a:gd name="connsiteY7" fmla="*/ 0 h 1159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7932" h="1159027">
                <a:moveTo>
                  <a:pt x="0" y="0"/>
                </a:moveTo>
                <a:lnTo>
                  <a:pt x="70214" y="3545"/>
                </a:lnTo>
                <a:cubicBezTo>
                  <a:pt x="741568" y="71725"/>
                  <a:pt x="1304785" y="505691"/>
                  <a:pt x="1557427" y="1103004"/>
                </a:cubicBezTo>
                <a:lnTo>
                  <a:pt x="1577932" y="1159027"/>
                </a:lnTo>
                <a:lnTo>
                  <a:pt x="1573850" y="1156643"/>
                </a:lnTo>
                <a:cubicBezTo>
                  <a:pt x="1559078" y="1150744"/>
                  <a:pt x="1541845" y="1146135"/>
                  <a:pt x="1522151" y="1142818"/>
                </a:cubicBezTo>
                <a:lnTo>
                  <a:pt x="462794" y="981301"/>
                </a:lnTo>
                <a:lnTo>
                  <a:pt x="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4402660" y="1616404"/>
            <a:ext cx="1577927" cy="1159021"/>
          </a:xfrm>
          <a:custGeom>
            <a:avLst/>
            <a:gdLst>
              <a:gd name="connsiteX0" fmla="*/ 1577927 w 1577927"/>
              <a:gd name="connsiteY0" fmla="*/ 0 h 1159021"/>
              <a:gd name="connsiteX1" fmla="*/ 1115133 w 1577927"/>
              <a:gd name="connsiteY1" fmla="*/ 981301 h 1159021"/>
              <a:gd name="connsiteX2" fmla="*/ 55775 w 1577927"/>
              <a:gd name="connsiteY2" fmla="*/ 1142818 h 1159021"/>
              <a:gd name="connsiteX3" fmla="*/ 4070 w 1577927"/>
              <a:gd name="connsiteY3" fmla="*/ 1156643 h 1159021"/>
              <a:gd name="connsiteX4" fmla="*/ 0 w 1577927"/>
              <a:gd name="connsiteY4" fmla="*/ 1159021 h 1159021"/>
              <a:gd name="connsiteX5" fmla="*/ 20502 w 1577927"/>
              <a:gd name="connsiteY5" fmla="*/ 1103004 h 1159021"/>
              <a:gd name="connsiteX6" fmla="*/ 1507715 w 1577927"/>
              <a:gd name="connsiteY6" fmla="*/ 3545 h 1159021"/>
              <a:gd name="connsiteX7" fmla="*/ 1577927 w 1577927"/>
              <a:gd name="connsiteY7" fmla="*/ 0 h 115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7927" h="1159021">
                <a:moveTo>
                  <a:pt x="1577927" y="0"/>
                </a:moveTo>
                <a:lnTo>
                  <a:pt x="1115133" y="981301"/>
                </a:lnTo>
                <a:lnTo>
                  <a:pt x="55775" y="1142818"/>
                </a:lnTo>
                <a:cubicBezTo>
                  <a:pt x="36077" y="1146135"/>
                  <a:pt x="18842" y="1150744"/>
                  <a:pt x="4070" y="1156643"/>
                </a:cubicBezTo>
                <a:lnTo>
                  <a:pt x="0" y="1159021"/>
                </a:lnTo>
                <a:lnTo>
                  <a:pt x="20502" y="1103004"/>
                </a:lnTo>
                <a:cubicBezTo>
                  <a:pt x="273144" y="505691"/>
                  <a:pt x="836362" y="71725"/>
                  <a:pt x="1507715" y="3545"/>
                </a:cubicBezTo>
                <a:lnTo>
                  <a:pt x="1577927"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a:off x="4280490" y="2913236"/>
            <a:ext cx="880665" cy="1942688"/>
          </a:xfrm>
          <a:custGeom>
            <a:avLst/>
            <a:gdLst>
              <a:gd name="connsiteX0" fmla="*/ 74673 w 880665"/>
              <a:gd name="connsiteY0" fmla="*/ 0 h 1942688"/>
              <a:gd name="connsiteX1" fmla="*/ 112520 w 880665"/>
              <a:gd name="connsiteY1" fmla="*/ 53970 h 1942688"/>
              <a:gd name="connsiteX2" fmla="*/ 880665 w 880665"/>
              <a:gd name="connsiteY2" fmla="*/ 837255 h 1942688"/>
              <a:gd name="connsiteX3" fmla="*/ 699327 w 880665"/>
              <a:gd name="connsiteY3" fmla="*/ 1942688 h 1942688"/>
              <a:gd name="connsiteX4" fmla="*/ 660677 w 880665"/>
              <a:gd name="connsiteY4" fmla="*/ 1913786 h 1942688"/>
              <a:gd name="connsiteX5" fmla="*/ 0 w 880665"/>
              <a:gd name="connsiteY5" fmla="*/ 512850 h 1942688"/>
              <a:gd name="connsiteX6" fmla="*/ 36885 w 880665"/>
              <a:gd name="connsiteY6" fmla="*/ 146962 h 1942688"/>
              <a:gd name="connsiteX7" fmla="*/ 74673 w 880665"/>
              <a:gd name="connsiteY7" fmla="*/ 0 h 1942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665" h="1942688">
                <a:moveTo>
                  <a:pt x="74673" y="0"/>
                </a:moveTo>
                <a:lnTo>
                  <a:pt x="112520" y="53970"/>
                </a:lnTo>
                <a:lnTo>
                  <a:pt x="880665" y="837255"/>
                </a:lnTo>
                <a:lnTo>
                  <a:pt x="699327" y="1942688"/>
                </a:lnTo>
                <a:lnTo>
                  <a:pt x="660677" y="1913786"/>
                </a:lnTo>
                <a:cubicBezTo>
                  <a:pt x="257185" y="1580795"/>
                  <a:pt x="0" y="1076857"/>
                  <a:pt x="0" y="512850"/>
                </a:cubicBezTo>
                <a:cubicBezTo>
                  <a:pt x="0" y="387515"/>
                  <a:pt x="12701" y="265147"/>
                  <a:pt x="36885" y="146962"/>
                </a:cubicBezTo>
                <a:lnTo>
                  <a:pt x="74673"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a:off x="7030842" y="2913420"/>
            <a:ext cx="880668" cy="1942506"/>
          </a:xfrm>
          <a:custGeom>
            <a:avLst/>
            <a:gdLst>
              <a:gd name="connsiteX0" fmla="*/ 806043 w 880668"/>
              <a:gd name="connsiteY0" fmla="*/ 0 h 1942506"/>
              <a:gd name="connsiteX1" fmla="*/ 843783 w 880668"/>
              <a:gd name="connsiteY1" fmla="*/ 146778 h 1942506"/>
              <a:gd name="connsiteX2" fmla="*/ 880668 w 880668"/>
              <a:gd name="connsiteY2" fmla="*/ 512666 h 1942506"/>
              <a:gd name="connsiteX3" fmla="*/ 219991 w 880668"/>
              <a:gd name="connsiteY3" fmla="*/ 1913602 h 1942506"/>
              <a:gd name="connsiteX4" fmla="*/ 181339 w 880668"/>
              <a:gd name="connsiteY4" fmla="*/ 1942506 h 1942506"/>
              <a:gd name="connsiteX5" fmla="*/ 0 w 880668"/>
              <a:gd name="connsiteY5" fmla="*/ 837071 h 1942506"/>
              <a:gd name="connsiteX6" fmla="*/ 766028 w 880668"/>
              <a:gd name="connsiteY6" fmla="*/ 53786 h 1942506"/>
              <a:gd name="connsiteX7" fmla="*/ 806043 w 880668"/>
              <a:gd name="connsiteY7" fmla="*/ 0 h 1942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668" h="1942506">
                <a:moveTo>
                  <a:pt x="806043" y="0"/>
                </a:moveTo>
                <a:lnTo>
                  <a:pt x="843783" y="146778"/>
                </a:lnTo>
                <a:cubicBezTo>
                  <a:pt x="867968" y="264963"/>
                  <a:pt x="880668" y="387331"/>
                  <a:pt x="880668" y="512666"/>
                </a:cubicBezTo>
                <a:cubicBezTo>
                  <a:pt x="880668" y="1076673"/>
                  <a:pt x="623483" y="1580611"/>
                  <a:pt x="219991" y="1913602"/>
                </a:cubicBezTo>
                <a:lnTo>
                  <a:pt x="181339" y="1942506"/>
                </a:lnTo>
                <a:lnTo>
                  <a:pt x="0" y="837071"/>
                </a:lnTo>
                <a:lnTo>
                  <a:pt x="766028" y="53786"/>
                </a:lnTo>
                <a:lnTo>
                  <a:pt x="806043"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17"/>
          <p:cNvSpPr/>
          <p:nvPr/>
        </p:nvSpPr>
        <p:spPr>
          <a:xfrm>
            <a:off x="5159334" y="4462973"/>
            <a:ext cx="1873324" cy="778623"/>
          </a:xfrm>
          <a:custGeom>
            <a:avLst/>
            <a:gdLst>
              <a:gd name="connsiteX0" fmla="*/ 936665 w 1873324"/>
              <a:gd name="connsiteY0" fmla="*/ 0 h 778623"/>
              <a:gd name="connsiteX1" fmla="*/ 1873324 w 1873324"/>
              <a:gd name="connsiteY1" fmla="*/ 516199 h 778623"/>
              <a:gd name="connsiteX2" fmla="*/ 1802046 w 1873324"/>
              <a:gd name="connsiteY2" fmla="*/ 559501 h 778623"/>
              <a:gd name="connsiteX3" fmla="*/ 936666 w 1873324"/>
              <a:gd name="connsiteY3" fmla="*/ 778623 h 778623"/>
              <a:gd name="connsiteX4" fmla="*/ 71286 w 1873324"/>
              <a:gd name="connsiteY4" fmla="*/ 559501 h 778623"/>
              <a:gd name="connsiteX5" fmla="*/ 0 w 1873324"/>
              <a:gd name="connsiteY5" fmla="*/ 516193 h 778623"/>
              <a:gd name="connsiteX6" fmla="*/ 936665 w 1873324"/>
              <a:gd name="connsiteY6" fmla="*/ 0 h 77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73324" h="778623">
                <a:moveTo>
                  <a:pt x="936665" y="0"/>
                </a:moveTo>
                <a:lnTo>
                  <a:pt x="1873324" y="516199"/>
                </a:lnTo>
                <a:lnTo>
                  <a:pt x="1802046" y="559501"/>
                </a:lnTo>
                <a:cubicBezTo>
                  <a:pt x="1544800" y="699245"/>
                  <a:pt x="1250003" y="778623"/>
                  <a:pt x="936666" y="778623"/>
                </a:cubicBezTo>
                <a:cubicBezTo>
                  <a:pt x="623329" y="778623"/>
                  <a:pt x="328532" y="699245"/>
                  <a:pt x="71286" y="559501"/>
                </a:cubicBezTo>
                <a:lnTo>
                  <a:pt x="0" y="516193"/>
                </a:lnTo>
                <a:lnTo>
                  <a:pt x="936665"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6784613" y="2011248"/>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0" name="Rectangle 19"/>
          <p:cNvSpPr/>
          <p:nvPr/>
        </p:nvSpPr>
        <p:spPr>
          <a:xfrm>
            <a:off x="7263427" y="3699914"/>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1" name="Rectangle 20"/>
          <p:cNvSpPr/>
          <p:nvPr/>
        </p:nvSpPr>
        <p:spPr>
          <a:xfrm>
            <a:off x="5896266" y="4667618"/>
            <a:ext cx="39946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2" name="Rectangle 21"/>
          <p:cNvSpPr/>
          <p:nvPr/>
        </p:nvSpPr>
        <p:spPr>
          <a:xfrm>
            <a:off x="4513073" y="3699914"/>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3" name="Rectangle 22"/>
          <p:cNvSpPr/>
          <p:nvPr/>
        </p:nvSpPr>
        <p:spPr>
          <a:xfrm>
            <a:off x="4991889" y="2011248"/>
            <a:ext cx="39946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4" name="TextBox 23"/>
          <p:cNvSpPr txBox="1"/>
          <p:nvPr/>
        </p:nvSpPr>
        <p:spPr>
          <a:xfrm>
            <a:off x="5238696" y="2905780"/>
            <a:ext cx="1714609" cy="1046440"/>
          </a:xfrm>
          <a:prstGeom prst="rect">
            <a:avLst/>
          </a:prstGeom>
          <a:noFill/>
        </p:spPr>
        <p:txBody>
          <a:bodyPr wrap="square" rtlCol="0">
            <a:spAutoFit/>
          </a:bodyPr>
          <a:lstStyle/>
          <a:p>
            <a:pPr algn="ct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5" name="TextBox 24"/>
          <p:cNvSpPr txBox="1"/>
          <p:nvPr/>
        </p:nvSpPr>
        <p:spPr>
          <a:xfrm>
            <a:off x="8020167" y="1872748"/>
            <a:ext cx="2746359"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6" name="TextBox 25"/>
          <p:cNvSpPr txBox="1"/>
          <p:nvPr/>
        </p:nvSpPr>
        <p:spPr>
          <a:xfrm>
            <a:off x="8144095" y="3429000"/>
            <a:ext cx="2746359"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7" name="TextBox 26"/>
          <p:cNvSpPr txBox="1"/>
          <p:nvPr/>
        </p:nvSpPr>
        <p:spPr>
          <a:xfrm>
            <a:off x="1425477" y="1867484"/>
            <a:ext cx="274635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endParaRPr lang="en-US" sz="900" b="1">
              <a:solidFill>
                <a:srgbClr val="E74C3C"/>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8" name="TextBox 27"/>
          <p:cNvSpPr txBox="1"/>
          <p:nvPr/>
        </p:nvSpPr>
        <p:spPr>
          <a:xfrm>
            <a:off x="4724817" y="5352249"/>
            <a:ext cx="2746359"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9" name="TextBox 28"/>
          <p:cNvSpPr txBox="1"/>
          <p:nvPr/>
        </p:nvSpPr>
        <p:spPr>
          <a:xfrm>
            <a:off x="1425477" y="3425908"/>
            <a:ext cx="2746359" cy="9079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 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a:t>
            </a:r>
            <a:endParaRPr lang="en-US" sz="900" b="1">
              <a:solidFill>
                <a:srgbClr val="E74C3C"/>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Tree>
    <p:extLst>
      <p:ext uri="{BB962C8B-B14F-4D97-AF65-F5344CB8AC3E}">
        <p14:creationId xmlns:p14="http://schemas.microsoft.com/office/powerpoint/2010/main" val="1787641317"/>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anim calcmode="lin" valueType="num">
                                      <p:cBhvr>
                                        <p:cTn id="9" dur="500" fill="hold"/>
                                        <p:tgtEl>
                                          <p:spTgt spid="15"/>
                                        </p:tgtEl>
                                        <p:attrNameLst>
                                          <p:attrName>style.rotation</p:attrName>
                                        </p:attrNameLst>
                                      </p:cBhvr>
                                      <p:tavLst>
                                        <p:tav tm="0">
                                          <p:val>
                                            <p:fltVal val="360"/>
                                          </p:val>
                                        </p:tav>
                                        <p:tav tm="100000">
                                          <p:val>
                                            <p:fltVal val="0"/>
                                          </p:val>
                                        </p:tav>
                                      </p:tavLst>
                                    </p:anim>
                                    <p:animEffect transition="in" filter="fade">
                                      <p:cBhvr>
                                        <p:cTn id="10" dur="500"/>
                                        <p:tgtEl>
                                          <p:spTgt spid="15"/>
                                        </p:tgtEl>
                                      </p:cBhvr>
                                    </p:animEffect>
                                  </p:childTnLst>
                                </p:cTn>
                              </p:par>
                              <p:par>
                                <p:cTn id="11" presetID="49" presetClass="entr" presetSubtype="0" decel="100000" fill="hold" grpId="0" nodeType="with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p:cTn id="13" dur="500" fill="hold"/>
                                        <p:tgtEl>
                                          <p:spTgt spid="14"/>
                                        </p:tgtEl>
                                        <p:attrNameLst>
                                          <p:attrName>ppt_w</p:attrName>
                                        </p:attrNameLst>
                                      </p:cBhvr>
                                      <p:tavLst>
                                        <p:tav tm="0">
                                          <p:val>
                                            <p:fltVal val="0"/>
                                          </p:val>
                                        </p:tav>
                                        <p:tav tm="100000">
                                          <p:val>
                                            <p:strVal val="#ppt_w"/>
                                          </p:val>
                                        </p:tav>
                                      </p:tavLst>
                                    </p:anim>
                                    <p:anim calcmode="lin" valueType="num">
                                      <p:cBhvr>
                                        <p:cTn id="14" dur="500" fill="hold"/>
                                        <p:tgtEl>
                                          <p:spTgt spid="14"/>
                                        </p:tgtEl>
                                        <p:attrNameLst>
                                          <p:attrName>ppt_h</p:attrName>
                                        </p:attrNameLst>
                                      </p:cBhvr>
                                      <p:tavLst>
                                        <p:tav tm="0">
                                          <p:val>
                                            <p:fltVal val="0"/>
                                          </p:val>
                                        </p:tav>
                                        <p:tav tm="100000">
                                          <p:val>
                                            <p:strVal val="#ppt_h"/>
                                          </p:val>
                                        </p:tav>
                                      </p:tavLst>
                                    </p:anim>
                                    <p:anim calcmode="lin" valueType="num">
                                      <p:cBhvr>
                                        <p:cTn id="15" dur="500" fill="hold"/>
                                        <p:tgtEl>
                                          <p:spTgt spid="14"/>
                                        </p:tgtEl>
                                        <p:attrNameLst>
                                          <p:attrName>style.rotation</p:attrName>
                                        </p:attrNameLst>
                                      </p:cBhvr>
                                      <p:tavLst>
                                        <p:tav tm="0">
                                          <p:val>
                                            <p:fltVal val="360"/>
                                          </p:val>
                                        </p:tav>
                                        <p:tav tm="100000">
                                          <p:val>
                                            <p:fltVal val="0"/>
                                          </p:val>
                                        </p:tav>
                                      </p:tavLst>
                                    </p:anim>
                                    <p:animEffect transition="in" filter="fade">
                                      <p:cBhvr>
                                        <p:cTn id="16" dur="500"/>
                                        <p:tgtEl>
                                          <p:spTgt spid="14"/>
                                        </p:tgtEl>
                                      </p:cBhvr>
                                    </p:animEffect>
                                  </p:childTnLst>
                                </p:cTn>
                              </p:par>
                              <p:par>
                                <p:cTn id="17" presetID="49" presetClass="entr" presetSubtype="0"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p:cTn id="19" dur="500" fill="hold"/>
                                        <p:tgtEl>
                                          <p:spTgt spid="17"/>
                                        </p:tgtEl>
                                        <p:attrNameLst>
                                          <p:attrName>ppt_w</p:attrName>
                                        </p:attrNameLst>
                                      </p:cBhvr>
                                      <p:tavLst>
                                        <p:tav tm="0">
                                          <p:val>
                                            <p:fltVal val="0"/>
                                          </p:val>
                                        </p:tav>
                                        <p:tav tm="100000">
                                          <p:val>
                                            <p:strVal val="#ppt_w"/>
                                          </p:val>
                                        </p:tav>
                                      </p:tavLst>
                                    </p:anim>
                                    <p:anim calcmode="lin" valueType="num">
                                      <p:cBhvr>
                                        <p:cTn id="20" dur="500" fill="hold"/>
                                        <p:tgtEl>
                                          <p:spTgt spid="17"/>
                                        </p:tgtEl>
                                        <p:attrNameLst>
                                          <p:attrName>ppt_h</p:attrName>
                                        </p:attrNameLst>
                                      </p:cBhvr>
                                      <p:tavLst>
                                        <p:tav tm="0">
                                          <p:val>
                                            <p:fltVal val="0"/>
                                          </p:val>
                                        </p:tav>
                                        <p:tav tm="100000">
                                          <p:val>
                                            <p:strVal val="#ppt_h"/>
                                          </p:val>
                                        </p:tav>
                                      </p:tavLst>
                                    </p:anim>
                                    <p:anim calcmode="lin" valueType="num">
                                      <p:cBhvr>
                                        <p:cTn id="21" dur="500" fill="hold"/>
                                        <p:tgtEl>
                                          <p:spTgt spid="17"/>
                                        </p:tgtEl>
                                        <p:attrNameLst>
                                          <p:attrName>style.rotation</p:attrName>
                                        </p:attrNameLst>
                                      </p:cBhvr>
                                      <p:tavLst>
                                        <p:tav tm="0">
                                          <p:val>
                                            <p:fltVal val="360"/>
                                          </p:val>
                                        </p:tav>
                                        <p:tav tm="100000">
                                          <p:val>
                                            <p:fltVal val="0"/>
                                          </p:val>
                                        </p:tav>
                                      </p:tavLst>
                                    </p:anim>
                                    <p:animEffect transition="in" filter="fade">
                                      <p:cBhvr>
                                        <p:cTn id="22" dur="500"/>
                                        <p:tgtEl>
                                          <p:spTgt spid="17"/>
                                        </p:tgtEl>
                                      </p:cBhvr>
                                    </p:animEffect>
                                  </p:childTnLst>
                                </p:cTn>
                              </p:par>
                              <p:par>
                                <p:cTn id="23" presetID="49" presetClass="entr" presetSubtype="0" decel="100000" fill="hold" grpId="0" nodeType="withEffect">
                                  <p:stCondLst>
                                    <p:cond delay="0"/>
                                  </p:stCondLst>
                                  <p:childTnLst>
                                    <p:set>
                                      <p:cBhvr>
                                        <p:cTn id="24" dur="1" fill="hold">
                                          <p:stCondLst>
                                            <p:cond delay="0"/>
                                          </p:stCondLst>
                                        </p:cTn>
                                        <p:tgtEl>
                                          <p:spTgt spid="18"/>
                                        </p:tgtEl>
                                        <p:attrNameLst>
                                          <p:attrName>style.visibility</p:attrName>
                                        </p:attrNameLst>
                                      </p:cBhvr>
                                      <p:to>
                                        <p:strVal val="visible"/>
                                      </p:to>
                                    </p:set>
                                    <p:anim calcmode="lin" valueType="num">
                                      <p:cBhvr>
                                        <p:cTn id="25" dur="500" fill="hold"/>
                                        <p:tgtEl>
                                          <p:spTgt spid="18"/>
                                        </p:tgtEl>
                                        <p:attrNameLst>
                                          <p:attrName>ppt_w</p:attrName>
                                        </p:attrNameLst>
                                      </p:cBhvr>
                                      <p:tavLst>
                                        <p:tav tm="0">
                                          <p:val>
                                            <p:fltVal val="0"/>
                                          </p:val>
                                        </p:tav>
                                        <p:tav tm="100000">
                                          <p:val>
                                            <p:strVal val="#ppt_w"/>
                                          </p:val>
                                        </p:tav>
                                      </p:tavLst>
                                    </p:anim>
                                    <p:anim calcmode="lin" valueType="num">
                                      <p:cBhvr>
                                        <p:cTn id="26" dur="500" fill="hold"/>
                                        <p:tgtEl>
                                          <p:spTgt spid="18"/>
                                        </p:tgtEl>
                                        <p:attrNameLst>
                                          <p:attrName>ppt_h</p:attrName>
                                        </p:attrNameLst>
                                      </p:cBhvr>
                                      <p:tavLst>
                                        <p:tav tm="0">
                                          <p:val>
                                            <p:fltVal val="0"/>
                                          </p:val>
                                        </p:tav>
                                        <p:tav tm="100000">
                                          <p:val>
                                            <p:strVal val="#ppt_h"/>
                                          </p:val>
                                        </p:tav>
                                      </p:tavLst>
                                    </p:anim>
                                    <p:anim calcmode="lin" valueType="num">
                                      <p:cBhvr>
                                        <p:cTn id="27" dur="500" fill="hold"/>
                                        <p:tgtEl>
                                          <p:spTgt spid="18"/>
                                        </p:tgtEl>
                                        <p:attrNameLst>
                                          <p:attrName>style.rotation</p:attrName>
                                        </p:attrNameLst>
                                      </p:cBhvr>
                                      <p:tavLst>
                                        <p:tav tm="0">
                                          <p:val>
                                            <p:fltVal val="360"/>
                                          </p:val>
                                        </p:tav>
                                        <p:tav tm="100000">
                                          <p:val>
                                            <p:fltVal val="0"/>
                                          </p:val>
                                        </p:tav>
                                      </p:tavLst>
                                    </p:anim>
                                    <p:animEffect transition="in" filter="fade">
                                      <p:cBhvr>
                                        <p:cTn id="28" dur="500"/>
                                        <p:tgtEl>
                                          <p:spTgt spid="18"/>
                                        </p:tgtEl>
                                      </p:cBhvr>
                                    </p:animEffect>
                                  </p:childTnLst>
                                </p:cTn>
                              </p:par>
                              <p:par>
                                <p:cTn id="29" presetID="49" presetClass="entr" presetSubtype="0" decel="100000" fill="hold" grpId="0" nodeType="withEffect">
                                  <p:stCondLst>
                                    <p:cond delay="0"/>
                                  </p:stCondLst>
                                  <p:childTnLst>
                                    <p:set>
                                      <p:cBhvr>
                                        <p:cTn id="30" dur="1" fill="hold">
                                          <p:stCondLst>
                                            <p:cond delay="0"/>
                                          </p:stCondLst>
                                        </p:cTn>
                                        <p:tgtEl>
                                          <p:spTgt spid="16"/>
                                        </p:tgtEl>
                                        <p:attrNameLst>
                                          <p:attrName>style.visibility</p:attrName>
                                        </p:attrNameLst>
                                      </p:cBhvr>
                                      <p:to>
                                        <p:strVal val="visible"/>
                                      </p:to>
                                    </p:set>
                                    <p:anim calcmode="lin" valueType="num">
                                      <p:cBhvr>
                                        <p:cTn id="31" dur="500" fill="hold"/>
                                        <p:tgtEl>
                                          <p:spTgt spid="16"/>
                                        </p:tgtEl>
                                        <p:attrNameLst>
                                          <p:attrName>ppt_w</p:attrName>
                                        </p:attrNameLst>
                                      </p:cBhvr>
                                      <p:tavLst>
                                        <p:tav tm="0">
                                          <p:val>
                                            <p:fltVal val="0"/>
                                          </p:val>
                                        </p:tav>
                                        <p:tav tm="100000">
                                          <p:val>
                                            <p:strVal val="#ppt_w"/>
                                          </p:val>
                                        </p:tav>
                                      </p:tavLst>
                                    </p:anim>
                                    <p:anim calcmode="lin" valueType="num">
                                      <p:cBhvr>
                                        <p:cTn id="32" dur="500" fill="hold"/>
                                        <p:tgtEl>
                                          <p:spTgt spid="16"/>
                                        </p:tgtEl>
                                        <p:attrNameLst>
                                          <p:attrName>ppt_h</p:attrName>
                                        </p:attrNameLst>
                                      </p:cBhvr>
                                      <p:tavLst>
                                        <p:tav tm="0">
                                          <p:val>
                                            <p:fltVal val="0"/>
                                          </p:val>
                                        </p:tav>
                                        <p:tav tm="100000">
                                          <p:val>
                                            <p:strVal val="#ppt_h"/>
                                          </p:val>
                                        </p:tav>
                                      </p:tavLst>
                                    </p:anim>
                                    <p:anim calcmode="lin" valueType="num">
                                      <p:cBhvr>
                                        <p:cTn id="33" dur="500" fill="hold"/>
                                        <p:tgtEl>
                                          <p:spTgt spid="16"/>
                                        </p:tgtEl>
                                        <p:attrNameLst>
                                          <p:attrName>style.rotation</p:attrName>
                                        </p:attrNameLst>
                                      </p:cBhvr>
                                      <p:tavLst>
                                        <p:tav tm="0">
                                          <p:val>
                                            <p:fltVal val="360"/>
                                          </p:val>
                                        </p:tav>
                                        <p:tav tm="100000">
                                          <p:val>
                                            <p:fltVal val="0"/>
                                          </p:val>
                                        </p:tav>
                                      </p:tavLst>
                                    </p:anim>
                                    <p:animEffect transition="in" filter="fade">
                                      <p:cBhvr>
                                        <p:cTn id="34" dur="500"/>
                                        <p:tgtEl>
                                          <p:spTgt spid="16"/>
                                        </p:tgtEl>
                                      </p:cBhvr>
                                    </p:animEffect>
                                  </p:childTnLst>
                                </p:cTn>
                              </p:par>
                            </p:childTnLst>
                          </p:cTn>
                        </p:par>
                        <p:par>
                          <p:cTn id="35" fill="hold">
                            <p:stCondLst>
                              <p:cond delay="500"/>
                            </p:stCondLst>
                            <p:childTnLst>
                              <p:par>
                                <p:cTn id="36" presetID="10" presetClass="entr" presetSubtype="0" fill="hold" grpId="0" nodeType="afterEffect">
                                  <p:stCondLst>
                                    <p:cond delay="0"/>
                                  </p:stCondLst>
                                  <p:childTnLst>
                                    <p:set>
                                      <p:cBhvr>
                                        <p:cTn id="37" dur="1" fill="hold">
                                          <p:stCondLst>
                                            <p:cond delay="0"/>
                                          </p:stCondLst>
                                        </p:cTn>
                                        <p:tgtEl>
                                          <p:spTgt spid="24"/>
                                        </p:tgtEl>
                                        <p:attrNameLst>
                                          <p:attrName>style.visibility</p:attrName>
                                        </p:attrNameLst>
                                      </p:cBhvr>
                                      <p:to>
                                        <p:strVal val="visible"/>
                                      </p:to>
                                    </p:set>
                                    <p:animEffect transition="in" filter="fade">
                                      <p:cBhvr>
                                        <p:cTn id="38" dur="500"/>
                                        <p:tgtEl>
                                          <p:spTgt spid="24"/>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7"/>
                                        </p:tgtEl>
                                        <p:attrNameLst>
                                          <p:attrName>style.visibility</p:attrName>
                                        </p:attrNameLst>
                                      </p:cBhvr>
                                      <p:to>
                                        <p:strVal val="visible"/>
                                      </p:to>
                                    </p:set>
                                    <p:animEffect transition="in" filter="fade">
                                      <p:cBhvr>
                                        <p:cTn id="41" dur="500"/>
                                        <p:tgtEl>
                                          <p:spTgt spid="27"/>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5"/>
                                        </p:tgtEl>
                                        <p:attrNameLst>
                                          <p:attrName>style.visibility</p:attrName>
                                        </p:attrNameLst>
                                      </p:cBhvr>
                                      <p:to>
                                        <p:strVal val="visible"/>
                                      </p:to>
                                    </p:set>
                                    <p:animEffect transition="in" filter="fade">
                                      <p:cBhvr>
                                        <p:cTn id="44" dur="500"/>
                                        <p:tgtEl>
                                          <p:spTgt spid="25"/>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fade">
                                      <p:cBhvr>
                                        <p:cTn id="47" dur="500"/>
                                        <p:tgtEl>
                                          <p:spTgt spid="29"/>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6"/>
                                        </p:tgtEl>
                                        <p:attrNameLst>
                                          <p:attrName>style.visibility</p:attrName>
                                        </p:attrNameLst>
                                      </p:cBhvr>
                                      <p:to>
                                        <p:strVal val="visible"/>
                                      </p:to>
                                    </p:set>
                                    <p:animEffect transition="in" filter="fade">
                                      <p:cBhvr>
                                        <p:cTn id="50" dur="500"/>
                                        <p:tgtEl>
                                          <p:spTgt spid="26"/>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28"/>
                                        </p:tgtEl>
                                        <p:attrNameLst>
                                          <p:attrName>style.visibility</p:attrName>
                                        </p:attrNameLst>
                                      </p:cBhvr>
                                      <p:to>
                                        <p:strVal val="visible"/>
                                      </p:to>
                                    </p:set>
                                    <p:animEffect transition="in" filter="fade">
                                      <p:cBhvr>
                                        <p:cTn id="5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24" grpId="0"/>
      <p:bldP spid="25" grpId="0"/>
      <p:bldP spid="26" grpId="0"/>
      <p:bldP spid="27" grpId="0"/>
      <p:bldP spid="28" grpId="0"/>
      <p:bldP spid="29"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59</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5638410" y="2222209"/>
            <a:ext cx="914400" cy="914400"/>
          </a:xfrm>
          <a:custGeom>
            <a:avLst/>
            <a:gdLst>
              <a:gd name="connsiteX0" fmla="*/ 88605 w 914400"/>
              <a:gd name="connsiteY0" fmla="*/ 0 h 914400"/>
              <a:gd name="connsiteX1" fmla="*/ 825795 w 914400"/>
              <a:gd name="connsiteY1" fmla="*/ 0 h 914400"/>
              <a:gd name="connsiteX2" fmla="*/ 914400 w 914400"/>
              <a:gd name="connsiteY2" fmla="*/ 88605 h 914400"/>
              <a:gd name="connsiteX3" fmla="*/ 914400 w 914400"/>
              <a:gd name="connsiteY3" fmla="*/ 825795 h 914400"/>
              <a:gd name="connsiteX4" fmla="*/ 825795 w 914400"/>
              <a:gd name="connsiteY4" fmla="*/ 914400 h 914400"/>
              <a:gd name="connsiteX5" fmla="*/ 88605 w 914400"/>
              <a:gd name="connsiteY5" fmla="*/ 914400 h 914400"/>
              <a:gd name="connsiteX6" fmla="*/ 0 w 914400"/>
              <a:gd name="connsiteY6" fmla="*/ 825795 h 914400"/>
              <a:gd name="connsiteX7" fmla="*/ 0 w 914400"/>
              <a:gd name="connsiteY7" fmla="*/ 88605 h 914400"/>
              <a:gd name="connsiteX8" fmla="*/ 88605 w 914400"/>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914400">
                <a:moveTo>
                  <a:pt x="88605" y="0"/>
                </a:moveTo>
                <a:lnTo>
                  <a:pt x="825795" y="0"/>
                </a:lnTo>
                <a:cubicBezTo>
                  <a:pt x="874730" y="0"/>
                  <a:pt x="914400" y="39670"/>
                  <a:pt x="914400" y="88605"/>
                </a:cubicBezTo>
                <a:lnTo>
                  <a:pt x="914400" y="825795"/>
                </a:lnTo>
                <a:cubicBezTo>
                  <a:pt x="914400" y="874730"/>
                  <a:pt x="874730" y="914400"/>
                  <a:pt x="825795" y="914400"/>
                </a:cubicBezTo>
                <a:lnTo>
                  <a:pt x="88605" y="914400"/>
                </a:lnTo>
                <a:cubicBezTo>
                  <a:pt x="39670" y="914400"/>
                  <a:pt x="0" y="874730"/>
                  <a:pt x="0" y="825795"/>
                </a:cubicBezTo>
                <a:lnTo>
                  <a:pt x="0" y="88605"/>
                </a:lnTo>
                <a:cubicBezTo>
                  <a:pt x="0" y="39670"/>
                  <a:pt x="39670" y="0"/>
                  <a:pt x="88605"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Freeform 14"/>
          <p:cNvSpPr/>
          <p:nvPr/>
        </p:nvSpPr>
        <p:spPr>
          <a:xfrm>
            <a:off x="6601925" y="2222209"/>
            <a:ext cx="788126" cy="914400"/>
          </a:xfrm>
          <a:custGeom>
            <a:avLst/>
            <a:gdLst>
              <a:gd name="connsiteX0" fmla="*/ 88605 w 788126"/>
              <a:gd name="connsiteY0" fmla="*/ 0 h 914400"/>
              <a:gd name="connsiteX1" fmla="*/ 565723 w 788126"/>
              <a:gd name="connsiteY1" fmla="*/ 0 h 914400"/>
              <a:gd name="connsiteX2" fmla="*/ 624739 w 788126"/>
              <a:gd name="connsiteY2" fmla="*/ 81926 h 914400"/>
              <a:gd name="connsiteX3" fmla="*/ 678784 w 788126"/>
              <a:gd name="connsiteY3" fmla="*/ 179004 h 914400"/>
              <a:gd name="connsiteX4" fmla="*/ 782414 w 788126"/>
              <a:gd name="connsiteY4" fmla="*/ 760666 h 914400"/>
              <a:gd name="connsiteX5" fmla="*/ 754759 w 788126"/>
              <a:gd name="connsiteY5" fmla="*/ 914400 h 914400"/>
              <a:gd name="connsiteX6" fmla="*/ 88605 w 788126"/>
              <a:gd name="connsiteY6" fmla="*/ 914400 h 914400"/>
              <a:gd name="connsiteX7" fmla="*/ 0 w 788126"/>
              <a:gd name="connsiteY7" fmla="*/ 825795 h 914400"/>
              <a:gd name="connsiteX8" fmla="*/ 0 w 788126"/>
              <a:gd name="connsiteY8" fmla="*/ 88605 h 914400"/>
              <a:gd name="connsiteX9" fmla="*/ 88605 w 788126"/>
              <a:gd name="connsiteY9"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8126" h="914400">
                <a:moveTo>
                  <a:pt x="88605" y="0"/>
                </a:moveTo>
                <a:lnTo>
                  <a:pt x="565723" y="0"/>
                </a:lnTo>
                <a:lnTo>
                  <a:pt x="624739" y="81926"/>
                </a:lnTo>
                <a:cubicBezTo>
                  <a:pt x="644397" y="112792"/>
                  <a:pt x="662474" y="145138"/>
                  <a:pt x="678784" y="179004"/>
                </a:cubicBezTo>
                <a:cubicBezTo>
                  <a:pt x="777220" y="382199"/>
                  <a:pt x="800744" y="581052"/>
                  <a:pt x="782414" y="760666"/>
                </a:cubicBezTo>
                <a:lnTo>
                  <a:pt x="754759" y="914400"/>
                </a:lnTo>
                <a:lnTo>
                  <a:pt x="88605" y="914400"/>
                </a:lnTo>
                <a:cubicBezTo>
                  <a:pt x="39670" y="914400"/>
                  <a:pt x="0" y="874730"/>
                  <a:pt x="0" y="825795"/>
                </a:cubicBezTo>
                <a:lnTo>
                  <a:pt x="0" y="88605"/>
                </a:lnTo>
                <a:cubicBezTo>
                  <a:pt x="0" y="39670"/>
                  <a:pt x="39670" y="0"/>
                  <a:pt x="88605" y="0"/>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6" name="Rounded Rectangle 15"/>
          <p:cNvSpPr/>
          <p:nvPr/>
        </p:nvSpPr>
        <p:spPr>
          <a:xfrm>
            <a:off x="5638410" y="3195088"/>
            <a:ext cx="914400" cy="914400"/>
          </a:xfrm>
          <a:prstGeom prst="roundRect">
            <a:avLst>
              <a:gd name="adj" fmla="val 969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7" name="Rounded Rectangle 16"/>
          <p:cNvSpPr/>
          <p:nvPr/>
        </p:nvSpPr>
        <p:spPr>
          <a:xfrm>
            <a:off x="5638410" y="4167967"/>
            <a:ext cx="914400" cy="914400"/>
          </a:xfrm>
          <a:prstGeom prst="roundRect">
            <a:avLst>
              <a:gd name="adj" fmla="val 969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Freeform 17"/>
          <p:cNvSpPr>
            <a:spLocks/>
          </p:cNvSpPr>
          <p:nvPr/>
        </p:nvSpPr>
        <p:spPr bwMode="auto">
          <a:xfrm>
            <a:off x="5272743" y="1882610"/>
            <a:ext cx="316552" cy="281120"/>
          </a:xfrm>
          <a:custGeom>
            <a:avLst/>
            <a:gdLst>
              <a:gd name="connsiteX0" fmla="*/ 316552 w 316552"/>
              <a:gd name="connsiteY0" fmla="*/ 0 h 281120"/>
              <a:gd name="connsiteX1" fmla="*/ 316552 w 316552"/>
              <a:gd name="connsiteY1" fmla="*/ 192515 h 281120"/>
              <a:gd name="connsiteX2" fmla="*/ 227947 w 316552"/>
              <a:gd name="connsiteY2" fmla="*/ 281120 h 281120"/>
              <a:gd name="connsiteX3" fmla="*/ 0 w 316552"/>
              <a:gd name="connsiteY3" fmla="*/ 281120 h 281120"/>
              <a:gd name="connsiteX4" fmla="*/ 19113 w 316552"/>
              <a:gd name="connsiteY4" fmla="*/ 249462 h 281120"/>
              <a:gd name="connsiteX5" fmla="*/ 249552 w 316552"/>
              <a:gd name="connsiteY5" fmla="*/ 35358 h 28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6552" h="281120">
                <a:moveTo>
                  <a:pt x="316552" y="0"/>
                </a:moveTo>
                <a:lnTo>
                  <a:pt x="316552" y="192515"/>
                </a:lnTo>
                <a:cubicBezTo>
                  <a:pt x="316552" y="241450"/>
                  <a:pt x="276882" y="281120"/>
                  <a:pt x="227947" y="281120"/>
                </a:cubicBezTo>
                <a:lnTo>
                  <a:pt x="0" y="281120"/>
                </a:lnTo>
                <a:lnTo>
                  <a:pt x="19113" y="249462"/>
                </a:lnTo>
                <a:cubicBezTo>
                  <a:pt x="73615" y="171527"/>
                  <a:pt x="149288" y="97174"/>
                  <a:pt x="249552" y="35358"/>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9" name="Freeform 18"/>
          <p:cNvSpPr>
            <a:spLocks/>
          </p:cNvSpPr>
          <p:nvPr/>
        </p:nvSpPr>
        <p:spPr bwMode="auto">
          <a:xfrm>
            <a:off x="5638410" y="1762196"/>
            <a:ext cx="914400" cy="401534"/>
          </a:xfrm>
          <a:custGeom>
            <a:avLst/>
            <a:gdLst>
              <a:gd name="connsiteX0" fmla="*/ 427078 w 914400"/>
              <a:gd name="connsiteY0" fmla="*/ 566 h 401534"/>
              <a:gd name="connsiteX1" fmla="*/ 808302 w 914400"/>
              <a:gd name="connsiteY1" fmla="*/ 38979 h 401534"/>
              <a:gd name="connsiteX2" fmla="*/ 914400 w 914400"/>
              <a:gd name="connsiteY2" fmla="*/ 70331 h 401534"/>
              <a:gd name="connsiteX3" fmla="*/ 914400 w 914400"/>
              <a:gd name="connsiteY3" fmla="*/ 312929 h 401534"/>
              <a:gd name="connsiteX4" fmla="*/ 825795 w 914400"/>
              <a:gd name="connsiteY4" fmla="*/ 401534 h 401534"/>
              <a:gd name="connsiteX5" fmla="*/ 88605 w 914400"/>
              <a:gd name="connsiteY5" fmla="*/ 401534 h 401534"/>
              <a:gd name="connsiteX6" fmla="*/ 0 w 914400"/>
              <a:gd name="connsiteY6" fmla="*/ 312929 h 401534"/>
              <a:gd name="connsiteX7" fmla="*/ 0 w 914400"/>
              <a:gd name="connsiteY7" fmla="*/ 95656 h 401534"/>
              <a:gd name="connsiteX8" fmla="*/ 118215 w 914400"/>
              <a:gd name="connsiteY8" fmla="*/ 51509 h 401534"/>
              <a:gd name="connsiteX9" fmla="*/ 261871 w 914400"/>
              <a:gd name="connsiteY9" fmla="*/ 16890 h 401534"/>
              <a:gd name="connsiteX10" fmla="*/ 427078 w 914400"/>
              <a:gd name="connsiteY10" fmla="*/ 566 h 401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401534">
                <a:moveTo>
                  <a:pt x="427078" y="566"/>
                </a:moveTo>
                <a:cubicBezTo>
                  <a:pt x="544840" y="-2847"/>
                  <a:pt x="675871" y="9105"/>
                  <a:pt x="808302" y="38979"/>
                </a:cubicBezTo>
                <a:lnTo>
                  <a:pt x="914400" y="70331"/>
                </a:lnTo>
                <a:lnTo>
                  <a:pt x="914400" y="312929"/>
                </a:lnTo>
                <a:cubicBezTo>
                  <a:pt x="914400" y="361864"/>
                  <a:pt x="874730" y="401534"/>
                  <a:pt x="825795" y="401534"/>
                </a:cubicBezTo>
                <a:lnTo>
                  <a:pt x="88605" y="401534"/>
                </a:lnTo>
                <a:cubicBezTo>
                  <a:pt x="39670" y="401534"/>
                  <a:pt x="0" y="361864"/>
                  <a:pt x="0" y="312929"/>
                </a:cubicBezTo>
                <a:lnTo>
                  <a:pt x="0" y="95656"/>
                </a:lnTo>
                <a:lnTo>
                  <a:pt x="118215" y="51509"/>
                </a:lnTo>
                <a:cubicBezTo>
                  <a:pt x="163072" y="37803"/>
                  <a:pt x="210915" y="26152"/>
                  <a:pt x="261871" y="16890"/>
                </a:cubicBezTo>
                <a:cubicBezTo>
                  <a:pt x="312633" y="7820"/>
                  <a:pt x="368197" y="2273"/>
                  <a:pt x="427078" y="566"/>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0" name="Freeform 19"/>
          <p:cNvSpPr>
            <a:spLocks/>
          </p:cNvSpPr>
          <p:nvPr/>
        </p:nvSpPr>
        <p:spPr bwMode="auto">
          <a:xfrm>
            <a:off x="6601925" y="1847040"/>
            <a:ext cx="514017" cy="316690"/>
          </a:xfrm>
          <a:custGeom>
            <a:avLst/>
            <a:gdLst>
              <a:gd name="connsiteX0" fmla="*/ 0 w 514017"/>
              <a:gd name="connsiteY0" fmla="*/ 0 h 316690"/>
              <a:gd name="connsiteX1" fmla="*/ 42999 w 514017"/>
              <a:gd name="connsiteY1" fmla="*/ 12706 h 316690"/>
              <a:gd name="connsiteX2" fmla="*/ 489289 w 514017"/>
              <a:gd name="connsiteY2" fmla="*/ 289332 h 316690"/>
              <a:gd name="connsiteX3" fmla="*/ 514017 w 514017"/>
              <a:gd name="connsiteY3" fmla="*/ 316690 h 316690"/>
              <a:gd name="connsiteX4" fmla="*/ 88605 w 514017"/>
              <a:gd name="connsiteY4" fmla="*/ 316690 h 316690"/>
              <a:gd name="connsiteX5" fmla="*/ 0 w 514017"/>
              <a:gd name="connsiteY5" fmla="*/ 228085 h 316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4017" h="316690">
                <a:moveTo>
                  <a:pt x="0" y="0"/>
                </a:moveTo>
                <a:lnTo>
                  <a:pt x="42999" y="12706"/>
                </a:lnTo>
                <a:cubicBezTo>
                  <a:pt x="206578" y="73250"/>
                  <a:pt x="363069" y="163794"/>
                  <a:pt x="489289" y="289332"/>
                </a:cubicBezTo>
                <a:lnTo>
                  <a:pt x="514017" y="316690"/>
                </a:lnTo>
                <a:lnTo>
                  <a:pt x="88605" y="316690"/>
                </a:lnTo>
                <a:cubicBezTo>
                  <a:pt x="39670" y="316690"/>
                  <a:pt x="0" y="277020"/>
                  <a:pt x="0" y="228085"/>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1" name="Freeform 20"/>
          <p:cNvSpPr>
            <a:spLocks/>
          </p:cNvSpPr>
          <p:nvPr/>
        </p:nvSpPr>
        <p:spPr bwMode="auto">
          <a:xfrm>
            <a:off x="4900008" y="2222209"/>
            <a:ext cx="689287" cy="914400"/>
          </a:xfrm>
          <a:custGeom>
            <a:avLst/>
            <a:gdLst>
              <a:gd name="connsiteX0" fmla="*/ 339377 w 689287"/>
              <a:gd name="connsiteY0" fmla="*/ 0 h 914400"/>
              <a:gd name="connsiteX1" fmla="*/ 600682 w 689287"/>
              <a:gd name="connsiteY1" fmla="*/ 0 h 914400"/>
              <a:gd name="connsiteX2" fmla="*/ 689287 w 689287"/>
              <a:gd name="connsiteY2" fmla="*/ 88605 h 914400"/>
              <a:gd name="connsiteX3" fmla="*/ 689287 w 689287"/>
              <a:gd name="connsiteY3" fmla="*/ 825795 h 914400"/>
              <a:gd name="connsiteX4" fmla="*/ 600682 w 689287"/>
              <a:gd name="connsiteY4" fmla="*/ 914400 h 914400"/>
              <a:gd name="connsiteX5" fmla="*/ 0 w 689287"/>
              <a:gd name="connsiteY5" fmla="*/ 914400 h 914400"/>
              <a:gd name="connsiteX6" fmla="*/ 63002 w 689287"/>
              <a:gd name="connsiteY6" fmla="*/ 853619 h 914400"/>
              <a:gd name="connsiteX7" fmla="*/ 104693 w 689287"/>
              <a:gd name="connsiteY7" fmla="*/ 665283 h 914400"/>
              <a:gd name="connsiteX8" fmla="*/ 310059 w 689287"/>
              <a:gd name="connsiteY8" fmla="*/ 67855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287" h="914400">
                <a:moveTo>
                  <a:pt x="339377" y="0"/>
                </a:moveTo>
                <a:lnTo>
                  <a:pt x="600682" y="0"/>
                </a:lnTo>
                <a:cubicBezTo>
                  <a:pt x="649617" y="0"/>
                  <a:pt x="689287" y="39670"/>
                  <a:pt x="689287" y="88605"/>
                </a:cubicBezTo>
                <a:lnTo>
                  <a:pt x="689287" y="825795"/>
                </a:lnTo>
                <a:cubicBezTo>
                  <a:pt x="689287" y="874730"/>
                  <a:pt x="649617" y="914400"/>
                  <a:pt x="600682" y="914400"/>
                </a:cubicBezTo>
                <a:lnTo>
                  <a:pt x="0" y="914400"/>
                </a:lnTo>
                <a:lnTo>
                  <a:pt x="63002" y="853619"/>
                </a:lnTo>
                <a:cubicBezTo>
                  <a:pt x="135575" y="799588"/>
                  <a:pt x="112413" y="728576"/>
                  <a:pt x="104693" y="665283"/>
                </a:cubicBezTo>
                <a:cubicBezTo>
                  <a:pt x="95428" y="577289"/>
                  <a:pt x="256015" y="154304"/>
                  <a:pt x="310059" y="67855"/>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2" name="Freeform 21"/>
          <p:cNvSpPr>
            <a:spLocks/>
          </p:cNvSpPr>
          <p:nvPr/>
        </p:nvSpPr>
        <p:spPr bwMode="auto">
          <a:xfrm>
            <a:off x="4688724" y="3195088"/>
            <a:ext cx="900571" cy="914400"/>
          </a:xfrm>
          <a:custGeom>
            <a:avLst/>
            <a:gdLst>
              <a:gd name="connsiteX0" fmla="*/ 155420 w 900571"/>
              <a:gd name="connsiteY0" fmla="*/ 0 h 914400"/>
              <a:gd name="connsiteX1" fmla="*/ 811966 w 900571"/>
              <a:gd name="connsiteY1" fmla="*/ 0 h 914400"/>
              <a:gd name="connsiteX2" fmla="*/ 900571 w 900571"/>
              <a:gd name="connsiteY2" fmla="*/ 88605 h 914400"/>
              <a:gd name="connsiteX3" fmla="*/ 900571 w 900571"/>
              <a:gd name="connsiteY3" fmla="*/ 825795 h 914400"/>
              <a:gd name="connsiteX4" fmla="*/ 811966 w 900571"/>
              <a:gd name="connsiteY4" fmla="*/ 914400 h 914400"/>
              <a:gd name="connsiteX5" fmla="*/ 185787 w 900571"/>
              <a:gd name="connsiteY5" fmla="*/ 914400 h 914400"/>
              <a:gd name="connsiteX6" fmla="*/ 196743 w 900571"/>
              <a:gd name="connsiteY6" fmla="*/ 883930 h 914400"/>
              <a:gd name="connsiteX7" fmla="*/ 220243 w 900571"/>
              <a:gd name="connsiteY7" fmla="*/ 831684 h 914400"/>
              <a:gd name="connsiteX8" fmla="*/ 167743 w 900571"/>
              <a:gd name="connsiteY8" fmla="*/ 737516 h 914400"/>
              <a:gd name="connsiteX9" fmla="*/ 197081 w 900571"/>
              <a:gd name="connsiteY9" fmla="*/ 623279 h 914400"/>
              <a:gd name="connsiteX10" fmla="*/ 122964 w 900571"/>
              <a:gd name="connsiteY10" fmla="*/ 544548 h 914400"/>
              <a:gd name="connsiteX11" fmla="*/ 170831 w 900571"/>
              <a:gd name="connsiteY11" fmla="*/ 402524 h 914400"/>
              <a:gd name="connsiteX12" fmla="*/ 28774 w 900571"/>
              <a:gd name="connsiteY12" fmla="*/ 285200 h 914400"/>
              <a:gd name="connsiteX13" fmla="*/ 87450 w 900571"/>
              <a:gd name="connsiteY13" fmla="*/ 81426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00571" h="914400">
                <a:moveTo>
                  <a:pt x="155420" y="0"/>
                </a:moveTo>
                <a:lnTo>
                  <a:pt x="811966" y="0"/>
                </a:lnTo>
                <a:cubicBezTo>
                  <a:pt x="860901" y="0"/>
                  <a:pt x="900571" y="39670"/>
                  <a:pt x="900571" y="88605"/>
                </a:cubicBezTo>
                <a:lnTo>
                  <a:pt x="900571" y="825795"/>
                </a:lnTo>
                <a:cubicBezTo>
                  <a:pt x="900571" y="874730"/>
                  <a:pt x="860901" y="914400"/>
                  <a:pt x="811966" y="914400"/>
                </a:cubicBezTo>
                <a:lnTo>
                  <a:pt x="185787" y="914400"/>
                </a:lnTo>
                <a:lnTo>
                  <a:pt x="196743" y="883930"/>
                </a:lnTo>
                <a:cubicBezTo>
                  <a:pt x="206732" y="861690"/>
                  <a:pt x="215996" y="843648"/>
                  <a:pt x="220243" y="831684"/>
                </a:cubicBezTo>
                <a:cubicBezTo>
                  <a:pt x="238772" y="783828"/>
                  <a:pt x="200169" y="774565"/>
                  <a:pt x="167743" y="737516"/>
                </a:cubicBezTo>
                <a:cubicBezTo>
                  <a:pt x="136861" y="698922"/>
                  <a:pt x="197081" y="623279"/>
                  <a:pt x="197081" y="623279"/>
                </a:cubicBezTo>
                <a:cubicBezTo>
                  <a:pt x="197081" y="623279"/>
                  <a:pt x="150758" y="620191"/>
                  <a:pt x="122964" y="544548"/>
                </a:cubicBezTo>
                <a:cubicBezTo>
                  <a:pt x="95170" y="470449"/>
                  <a:pt x="160023" y="467361"/>
                  <a:pt x="170831" y="402524"/>
                </a:cubicBezTo>
                <a:cubicBezTo>
                  <a:pt x="181640" y="336143"/>
                  <a:pt x="96714" y="360843"/>
                  <a:pt x="28774" y="285200"/>
                </a:cubicBezTo>
                <a:cubicBezTo>
                  <a:pt x="-40711" y="211100"/>
                  <a:pt x="30318" y="147807"/>
                  <a:pt x="87450" y="81426"/>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3" name="Freeform 22"/>
          <p:cNvSpPr>
            <a:spLocks/>
          </p:cNvSpPr>
          <p:nvPr/>
        </p:nvSpPr>
        <p:spPr bwMode="auto">
          <a:xfrm>
            <a:off x="6601925" y="3195088"/>
            <a:ext cx="738309" cy="914400"/>
          </a:xfrm>
          <a:custGeom>
            <a:avLst/>
            <a:gdLst>
              <a:gd name="connsiteX0" fmla="*/ 88605 w 738309"/>
              <a:gd name="connsiteY0" fmla="*/ 0 h 914400"/>
              <a:gd name="connsiteX1" fmla="*/ 738309 w 738309"/>
              <a:gd name="connsiteY1" fmla="*/ 0 h 914400"/>
              <a:gd name="connsiteX2" fmla="*/ 699744 w 738309"/>
              <a:gd name="connsiteY2" fmla="*/ 116947 h 914400"/>
              <a:gd name="connsiteX3" fmla="*/ 495035 w 738309"/>
              <a:gd name="connsiteY3" fmla="*/ 456555 h 914400"/>
              <a:gd name="connsiteX4" fmla="*/ 236422 w 738309"/>
              <a:gd name="connsiteY4" fmla="*/ 874884 h 914400"/>
              <a:gd name="connsiteX5" fmla="*/ 227850 w 738309"/>
              <a:gd name="connsiteY5" fmla="*/ 914400 h 914400"/>
              <a:gd name="connsiteX6" fmla="*/ 88605 w 738309"/>
              <a:gd name="connsiteY6" fmla="*/ 914400 h 914400"/>
              <a:gd name="connsiteX7" fmla="*/ 0 w 738309"/>
              <a:gd name="connsiteY7" fmla="*/ 825795 h 914400"/>
              <a:gd name="connsiteX8" fmla="*/ 0 w 738309"/>
              <a:gd name="connsiteY8" fmla="*/ 88605 h 914400"/>
              <a:gd name="connsiteX9" fmla="*/ 88605 w 738309"/>
              <a:gd name="connsiteY9"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8309" h="914400">
                <a:moveTo>
                  <a:pt x="88605" y="0"/>
                </a:moveTo>
                <a:lnTo>
                  <a:pt x="738309" y="0"/>
                </a:lnTo>
                <a:lnTo>
                  <a:pt x="699744" y="116947"/>
                </a:lnTo>
                <a:cubicBezTo>
                  <a:pt x="640302" y="264287"/>
                  <a:pt x="561046" y="382455"/>
                  <a:pt x="495035" y="456555"/>
                </a:cubicBezTo>
                <a:cubicBezTo>
                  <a:pt x="363015" y="603596"/>
                  <a:pt x="279633" y="715035"/>
                  <a:pt x="236422" y="874884"/>
                </a:cubicBezTo>
                <a:lnTo>
                  <a:pt x="227850" y="914400"/>
                </a:lnTo>
                <a:lnTo>
                  <a:pt x="88605" y="914400"/>
                </a:lnTo>
                <a:cubicBezTo>
                  <a:pt x="39670" y="914400"/>
                  <a:pt x="0" y="874730"/>
                  <a:pt x="0" y="825795"/>
                </a:cubicBezTo>
                <a:lnTo>
                  <a:pt x="0" y="88605"/>
                </a:lnTo>
                <a:cubicBezTo>
                  <a:pt x="0" y="39670"/>
                  <a:pt x="39670" y="0"/>
                  <a:pt x="88605"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4" name="Freeform 23"/>
          <p:cNvSpPr>
            <a:spLocks/>
          </p:cNvSpPr>
          <p:nvPr/>
        </p:nvSpPr>
        <p:spPr bwMode="auto">
          <a:xfrm>
            <a:off x="4849349" y="4167967"/>
            <a:ext cx="739946" cy="704961"/>
          </a:xfrm>
          <a:custGeom>
            <a:avLst/>
            <a:gdLst>
              <a:gd name="connsiteX0" fmla="*/ 6341 w 739946"/>
              <a:gd name="connsiteY0" fmla="*/ 0 h 704961"/>
              <a:gd name="connsiteX1" fmla="*/ 651341 w 739946"/>
              <a:gd name="connsiteY1" fmla="*/ 0 h 704961"/>
              <a:gd name="connsiteX2" fmla="*/ 739946 w 739946"/>
              <a:gd name="connsiteY2" fmla="*/ 88605 h 704961"/>
              <a:gd name="connsiteX3" fmla="*/ 739946 w 739946"/>
              <a:gd name="connsiteY3" fmla="*/ 704961 h 704961"/>
              <a:gd name="connsiteX4" fmla="*/ 736900 w 739946"/>
              <a:gd name="connsiteY4" fmla="*/ 679110 h 704961"/>
              <a:gd name="connsiteX5" fmla="*/ 732846 w 739946"/>
              <a:gd name="connsiteY5" fmla="*/ 582819 h 704961"/>
              <a:gd name="connsiteX6" fmla="*/ 627847 w 739946"/>
              <a:gd name="connsiteY6" fmla="*/ 325014 h 704961"/>
              <a:gd name="connsiteX7" fmla="*/ 501231 w 739946"/>
              <a:gd name="connsiteY7" fmla="*/ 252459 h 704961"/>
              <a:gd name="connsiteX8" fmla="*/ 42632 w 739946"/>
              <a:gd name="connsiteY8" fmla="*/ 173728 h 704961"/>
              <a:gd name="connsiteX9" fmla="*/ 779 w 739946"/>
              <a:gd name="connsiteY9" fmla="*/ 33109 h 704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9946" h="704961">
                <a:moveTo>
                  <a:pt x="6341" y="0"/>
                </a:moveTo>
                <a:lnTo>
                  <a:pt x="651341" y="0"/>
                </a:lnTo>
                <a:cubicBezTo>
                  <a:pt x="700276" y="0"/>
                  <a:pt x="739946" y="39670"/>
                  <a:pt x="739946" y="88605"/>
                </a:cubicBezTo>
                <a:lnTo>
                  <a:pt x="739946" y="704961"/>
                </a:lnTo>
                <a:lnTo>
                  <a:pt x="736900" y="679110"/>
                </a:lnTo>
                <a:cubicBezTo>
                  <a:pt x="734777" y="644569"/>
                  <a:pt x="735935" y="614466"/>
                  <a:pt x="732846" y="582819"/>
                </a:cubicBezTo>
                <a:cubicBezTo>
                  <a:pt x="725126" y="521069"/>
                  <a:pt x="643288" y="446970"/>
                  <a:pt x="627847" y="325014"/>
                </a:cubicBezTo>
                <a:cubicBezTo>
                  <a:pt x="613951" y="203059"/>
                  <a:pt x="572260" y="235477"/>
                  <a:pt x="501231" y="252459"/>
                </a:cubicBezTo>
                <a:cubicBezTo>
                  <a:pt x="430202" y="269440"/>
                  <a:pt x="138367" y="294140"/>
                  <a:pt x="42632" y="173728"/>
                </a:cubicBezTo>
                <a:cubicBezTo>
                  <a:pt x="6153" y="127995"/>
                  <a:pt x="-2967" y="79005"/>
                  <a:pt x="779" y="33109"/>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5" name="Freeform 24"/>
          <p:cNvSpPr>
            <a:spLocks/>
          </p:cNvSpPr>
          <p:nvPr/>
        </p:nvSpPr>
        <p:spPr bwMode="auto">
          <a:xfrm>
            <a:off x="6601925" y="4167967"/>
            <a:ext cx="541118" cy="914400"/>
          </a:xfrm>
          <a:custGeom>
            <a:avLst/>
            <a:gdLst>
              <a:gd name="connsiteX0" fmla="*/ 88605 w 541118"/>
              <a:gd name="connsiteY0" fmla="*/ 0 h 914400"/>
              <a:gd name="connsiteX1" fmla="*/ 216420 w 541118"/>
              <a:gd name="connsiteY1" fmla="*/ 0 h 914400"/>
              <a:gd name="connsiteX2" fmla="*/ 206288 w 541118"/>
              <a:gd name="connsiteY2" fmla="*/ 81103 h 914400"/>
              <a:gd name="connsiteX3" fmla="*/ 481138 w 541118"/>
              <a:gd name="connsiteY3" fmla="*/ 802030 h 914400"/>
              <a:gd name="connsiteX4" fmla="*/ 541118 w 541118"/>
              <a:gd name="connsiteY4" fmla="*/ 914400 h 914400"/>
              <a:gd name="connsiteX5" fmla="*/ 88605 w 541118"/>
              <a:gd name="connsiteY5" fmla="*/ 914400 h 914400"/>
              <a:gd name="connsiteX6" fmla="*/ 0 w 541118"/>
              <a:gd name="connsiteY6" fmla="*/ 825795 h 914400"/>
              <a:gd name="connsiteX7" fmla="*/ 0 w 541118"/>
              <a:gd name="connsiteY7" fmla="*/ 88605 h 914400"/>
              <a:gd name="connsiteX8" fmla="*/ 88605 w 541118"/>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1118" h="914400">
                <a:moveTo>
                  <a:pt x="88605" y="0"/>
                </a:moveTo>
                <a:lnTo>
                  <a:pt x="216420" y="0"/>
                </a:lnTo>
                <a:lnTo>
                  <a:pt x="206288" y="81103"/>
                </a:lnTo>
                <a:cubicBezTo>
                  <a:pt x="184671" y="320383"/>
                  <a:pt x="360698" y="578188"/>
                  <a:pt x="481138" y="802030"/>
                </a:cubicBezTo>
                <a:lnTo>
                  <a:pt x="541118" y="914400"/>
                </a:lnTo>
                <a:lnTo>
                  <a:pt x="88605" y="914400"/>
                </a:lnTo>
                <a:cubicBezTo>
                  <a:pt x="39670" y="914400"/>
                  <a:pt x="0" y="874730"/>
                  <a:pt x="0" y="825795"/>
                </a:cubicBezTo>
                <a:lnTo>
                  <a:pt x="0" y="88605"/>
                </a:lnTo>
                <a:cubicBezTo>
                  <a:pt x="0" y="39670"/>
                  <a:pt x="39670" y="0"/>
                  <a:pt x="88605" y="0"/>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6" name="Freeform 25"/>
          <p:cNvSpPr>
            <a:spLocks/>
          </p:cNvSpPr>
          <p:nvPr/>
        </p:nvSpPr>
        <p:spPr bwMode="auto">
          <a:xfrm>
            <a:off x="5145214" y="5166893"/>
            <a:ext cx="444081" cy="766398"/>
          </a:xfrm>
          <a:custGeom>
            <a:avLst/>
            <a:gdLst>
              <a:gd name="connsiteX0" fmla="*/ 418194 w 444081"/>
              <a:gd name="connsiteY0" fmla="*/ 0 h 766398"/>
              <a:gd name="connsiteX1" fmla="*/ 437118 w 444081"/>
              <a:gd name="connsiteY1" fmla="*/ 28069 h 766398"/>
              <a:gd name="connsiteX2" fmla="*/ 444081 w 444081"/>
              <a:gd name="connsiteY2" fmla="*/ 62558 h 766398"/>
              <a:gd name="connsiteX3" fmla="*/ 444081 w 444081"/>
              <a:gd name="connsiteY3" fmla="*/ 766398 h 766398"/>
              <a:gd name="connsiteX4" fmla="*/ 404441 w 444081"/>
              <a:gd name="connsiteY4" fmla="*/ 766398 h 766398"/>
              <a:gd name="connsiteX5" fmla="*/ 0 w 444081"/>
              <a:gd name="connsiteY5" fmla="*/ 766398 h 766398"/>
              <a:gd name="connsiteX6" fmla="*/ 416257 w 444081"/>
              <a:gd name="connsiteY6" fmla="*/ 5503 h 76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4081" h="766398">
                <a:moveTo>
                  <a:pt x="418194" y="0"/>
                </a:moveTo>
                <a:lnTo>
                  <a:pt x="437118" y="28069"/>
                </a:lnTo>
                <a:cubicBezTo>
                  <a:pt x="441602" y="38670"/>
                  <a:pt x="444081" y="50325"/>
                  <a:pt x="444081" y="62558"/>
                </a:cubicBezTo>
                <a:lnTo>
                  <a:pt x="444081" y="766398"/>
                </a:lnTo>
                <a:lnTo>
                  <a:pt x="404441" y="766398"/>
                </a:lnTo>
                <a:cubicBezTo>
                  <a:pt x="278228" y="766398"/>
                  <a:pt x="143602" y="766398"/>
                  <a:pt x="0" y="766398"/>
                </a:cubicBezTo>
                <a:cubicBezTo>
                  <a:pt x="104227" y="497787"/>
                  <a:pt x="319630" y="226571"/>
                  <a:pt x="416257" y="5503"/>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7" name="Freeform 26"/>
          <p:cNvSpPr>
            <a:spLocks/>
          </p:cNvSpPr>
          <p:nvPr/>
        </p:nvSpPr>
        <p:spPr bwMode="auto">
          <a:xfrm>
            <a:off x="6601925" y="5140846"/>
            <a:ext cx="840914" cy="792445"/>
          </a:xfrm>
          <a:custGeom>
            <a:avLst/>
            <a:gdLst>
              <a:gd name="connsiteX0" fmla="*/ 88605 w 840914"/>
              <a:gd name="connsiteY0" fmla="*/ 0 h 792445"/>
              <a:gd name="connsiteX1" fmla="*/ 572304 w 840914"/>
              <a:gd name="connsiteY1" fmla="*/ 0 h 792445"/>
              <a:gd name="connsiteX2" fmla="*/ 621980 w 840914"/>
              <a:gd name="connsiteY2" fmla="*/ 96224 h 792445"/>
              <a:gd name="connsiteX3" fmla="*/ 840914 w 840914"/>
              <a:gd name="connsiteY3" fmla="*/ 792445 h 792445"/>
              <a:gd name="connsiteX4" fmla="*/ 94298 w 840914"/>
              <a:gd name="connsiteY4" fmla="*/ 792445 h 792445"/>
              <a:gd name="connsiteX5" fmla="*/ 0 w 840914"/>
              <a:gd name="connsiteY5" fmla="*/ 792445 h 792445"/>
              <a:gd name="connsiteX6" fmla="*/ 0 w 840914"/>
              <a:gd name="connsiteY6" fmla="*/ 88605 h 792445"/>
              <a:gd name="connsiteX7" fmla="*/ 88605 w 840914"/>
              <a:gd name="connsiteY7" fmla="*/ 0 h 792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914" h="792445">
                <a:moveTo>
                  <a:pt x="88605" y="0"/>
                </a:moveTo>
                <a:lnTo>
                  <a:pt x="572304" y="0"/>
                </a:lnTo>
                <a:lnTo>
                  <a:pt x="621980" y="96224"/>
                </a:lnTo>
                <a:cubicBezTo>
                  <a:pt x="707374" y="268297"/>
                  <a:pt x="795556" y="487556"/>
                  <a:pt x="840914" y="792445"/>
                </a:cubicBezTo>
                <a:cubicBezTo>
                  <a:pt x="840914" y="792445"/>
                  <a:pt x="840914" y="792445"/>
                  <a:pt x="94298" y="792445"/>
                </a:cubicBezTo>
                <a:lnTo>
                  <a:pt x="0" y="792445"/>
                </a:lnTo>
                <a:lnTo>
                  <a:pt x="0" y="88605"/>
                </a:lnTo>
                <a:cubicBezTo>
                  <a:pt x="0" y="39670"/>
                  <a:pt x="39670" y="0"/>
                  <a:pt x="88605"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8" name="Freeform 27"/>
          <p:cNvSpPr>
            <a:spLocks/>
          </p:cNvSpPr>
          <p:nvPr/>
        </p:nvSpPr>
        <p:spPr bwMode="auto">
          <a:xfrm>
            <a:off x="5638410" y="5140846"/>
            <a:ext cx="914400" cy="792445"/>
          </a:xfrm>
          <a:custGeom>
            <a:avLst/>
            <a:gdLst>
              <a:gd name="connsiteX0" fmla="*/ 88605 w 914400"/>
              <a:gd name="connsiteY0" fmla="*/ 0 h 792445"/>
              <a:gd name="connsiteX1" fmla="*/ 825795 w 914400"/>
              <a:gd name="connsiteY1" fmla="*/ 0 h 792445"/>
              <a:gd name="connsiteX2" fmla="*/ 914400 w 914400"/>
              <a:gd name="connsiteY2" fmla="*/ 88605 h 792445"/>
              <a:gd name="connsiteX3" fmla="*/ 914400 w 914400"/>
              <a:gd name="connsiteY3" fmla="*/ 792445 h 792445"/>
              <a:gd name="connsiteX4" fmla="*/ 835119 w 914400"/>
              <a:gd name="connsiteY4" fmla="*/ 792445 h 792445"/>
              <a:gd name="connsiteX5" fmla="*/ 94323 w 914400"/>
              <a:gd name="connsiteY5" fmla="*/ 792445 h 792445"/>
              <a:gd name="connsiteX6" fmla="*/ 0 w 914400"/>
              <a:gd name="connsiteY6" fmla="*/ 792445 h 792445"/>
              <a:gd name="connsiteX7" fmla="*/ 0 w 914400"/>
              <a:gd name="connsiteY7" fmla="*/ 88605 h 792445"/>
              <a:gd name="connsiteX8" fmla="*/ 88605 w 914400"/>
              <a:gd name="connsiteY8" fmla="*/ 0 h 792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792445">
                <a:moveTo>
                  <a:pt x="88605" y="0"/>
                </a:moveTo>
                <a:lnTo>
                  <a:pt x="825795" y="0"/>
                </a:lnTo>
                <a:cubicBezTo>
                  <a:pt x="874730" y="0"/>
                  <a:pt x="914400" y="39670"/>
                  <a:pt x="914400" y="88605"/>
                </a:cubicBezTo>
                <a:lnTo>
                  <a:pt x="914400" y="792445"/>
                </a:lnTo>
                <a:lnTo>
                  <a:pt x="835119" y="792445"/>
                </a:lnTo>
                <a:cubicBezTo>
                  <a:pt x="633179" y="792445"/>
                  <a:pt x="389169" y="792445"/>
                  <a:pt x="94323" y="792445"/>
                </a:cubicBezTo>
                <a:lnTo>
                  <a:pt x="0" y="792445"/>
                </a:lnTo>
                <a:lnTo>
                  <a:pt x="0" y="88605"/>
                </a:lnTo>
                <a:cubicBezTo>
                  <a:pt x="0" y="39670"/>
                  <a:pt x="39670" y="0"/>
                  <a:pt x="88605" y="0"/>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cxnSp>
        <p:nvCxnSpPr>
          <p:cNvPr id="29" name="Straight Connector 28"/>
          <p:cNvCxnSpPr/>
          <p:nvPr/>
        </p:nvCxnSpPr>
        <p:spPr>
          <a:xfrm>
            <a:off x="7442839" y="2679409"/>
            <a:ext cx="206271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6903665" y="4624154"/>
            <a:ext cx="206271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3368302" y="4527224"/>
            <a:ext cx="2062717"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924377" y="2679409"/>
            <a:ext cx="2062717"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sp>
        <p:nvSpPr>
          <p:cNvPr id="33" name="TextBox 32"/>
          <p:cNvSpPr txBox="1"/>
          <p:nvPr/>
        </p:nvSpPr>
        <p:spPr>
          <a:xfrm>
            <a:off x="8836041" y="2679409"/>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4" name="TextBox 33"/>
          <p:cNvSpPr txBox="1"/>
          <p:nvPr/>
        </p:nvSpPr>
        <p:spPr>
          <a:xfrm>
            <a:off x="8254000" y="4624154"/>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5" name="TextBox 34"/>
          <p:cNvSpPr txBox="1"/>
          <p:nvPr/>
        </p:nvSpPr>
        <p:spPr>
          <a:xfrm>
            <a:off x="892113" y="2679408"/>
            <a:ext cx="2746359" cy="7694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6" name="TextBox 35"/>
          <p:cNvSpPr txBox="1"/>
          <p:nvPr/>
        </p:nvSpPr>
        <p:spPr>
          <a:xfrm>
            <a:off x="1368002" y="4527224"/>
            <a:ext cx="2746359" cy="7694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Tree>
    <p:extLst>
      <p:ext uri="{BB962C8B-B14F-4D97-AF65-F5344CB8AC3E}">
        <p14:creationId xmlns:p14="http://schemas.microsoft.com/office/powerpoint/2010/main" val="2541770642"/>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1000" fill="hold"/>
                                        <p:tgtEl>
                                          <p:spTgt spid="21"/>
                                        </p:tgtEl>
                                        <p:attrNameLst>
                                          <p:attrName>ppt_w</p:attrName>
                                        </p:attrNameLst>
                                      </p:cBhvr>
                                      <p:tavLst>
                                        <p:tav tm="0">
                                          <p:val>
                                            <p:fltVal val="0"/>
                                          </p:val>
                                        </p:tav>
                                        <p:tav tm="100000">
                                          <p:val>
                                            <p:strVal val="#ppt_w"/>
                                          </p:val>
                                        </p:tav>
                                      </p:tavLst>
                                    </p:anim>
                                    <p:anim calcmode="lin" valueType="num">
                                      <p:cBhvr>
                                        <p:cTn id="8" dur="1000" fill="hold"/>
                                        <p:tgtEl>
                                          <p:spTgt spid="21"/>
                                        </p:tgtEl>
                                        <p:attrNameLst>
                                          <p:attrName>ppt_h</p:attrName>
                                        </p:attrNameLst>
                                      </p:cBhvr>
                                      <p:tavLst>
                                        <p:tav tm="0">
                                          <p:val>
                                            <p:fltVal val="0"/>
                                          </p:val>
                                        </p:tav>
                                        <p:tav tm="100000">
                                          <p:val>
                                            <p:strVal val="#ppt_h"/>
                                          </p:val>
                                        </p:tav>
                                      </p:tavLst>
                                    </p:anim>
                                    <p:anim calcmode="lin" valueType="num">
                                      <p:cBhvr>
                                        <p:cTn id="9" dur="1000" fill="hold"/>
                                        <p:tgtEl>
                                          <p:spTgt spid="21"/>
                                        </p:tgtEl>
                                        <p:attrNameLst>
                                          <p:attrName>style.rotation</p:attrName>
                                        </p:attrNameLst>
                                      </p:cBhvr>
                                      <p:tavLst>
                                        <p:tav tm="0">
                                          <p:val>
                                            <p:fltVal val="90"/>
                                          </p:val>
                                        </p:tav>
                                        <p:tav tm="100000">
                                          <p:val>
                                            <p:fltVal val="0"/>
                                          </p:val>
                                        </p:tav>
                                      </p:tavLst>
                                    </p:anim>
                                    <p:animEffect transition="in" filter="fade">
                                      <p:cBhvr>
                                        <p:cTn id="10" dur="1000"/>
                                        <p:tgtEl>
                                          <p:spTgt spid="2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anim calcmode="lin" valueType="num">
                                      <p:cBhvr>
                                        <p:cTn id="13" dur="1000" fill="hold"/>
                                        <p:tgtEl>
                                          <p:spTgt spid="18"/>
                                        </p:tgtEl>
                                        <p:attrNameLst>
                                          <p:attrName>ppt_w</p:attrName>
                                        </p:attrNameLst>
                                      </p:cBhvr>
                                      <p:tavLst>
                                        <p:tav tm="0">
                                          <p:val>
                                            <p:fltVal val="0"/>
                                          </p:val>
                                        </p:tav>
                                        <p:tav tm="100000">
                                          <p:val>
                                            <p:strVal val="#ppt_w"/>
                                          </p:val>
                                        </p:tav>
                                      </p:tavLst>
                                    </p:anim>
                                    <p:anim calcmode="lin" valueType="num">
                                      <p:cBhvr>
                                        <p:cTn id="14" dur="1000" fill="hold"/>
                                        <p:tgtEl>
                                          <p:spTgt spid="18"/>
                                        </p:tgtEl>
                                        <p:attrNameLst>
                                          <p:attrName>ppt_h</p:attrName>
                                        </p:attrNameLst>
                                      </p:cBhvr>
                                      <p:tavLst>
                                        <p:tav tm="0">
                                          <p:val>
                                            <p:fltVal val="0"/>
                                          </p:val>
                                        </p:tav>
                                        <p:tav tm="100000">
                                          <p:val>
                                            <p:strVal val="#ppt_h"/>
                                          </p:val>
                                        </p:tav>
                                      </p:tavLst>
                                    </p:anim>
                                    <p:anim calcmode="lin" valueType="num">
                                      <p:cBhvr>
                                        <p:cTn id="15" dur="1000" fill="hold"/>
                                        <p:tgtEl>
                                          <p:spTgt spid="18"/>
                                        </p:tgtEl>
                                        <p:attrNameLst>
                                          <p:attrName>style.rotation</p:attrName>
                                        </p:attrNameLst>
                                      </p:cBhvr>
                                      <p:tavLst>
                                        <p:tav tm="0">
                                          <p:val>
                                            <p:fltVal val="90"/>
                                          </p:val>
                                        </p:tav>
                                        <p:tav tm="100000">
                                          <p:val>
                                            <p:fltVal val="0"/>
                                          </p:val>
                                        </p:tav>
                                      </p:tavLst>
                                    </p:anim>
                                    <p:animEffect transition="in" filter="fade">
                                      <p:cBhvr>
                                        <p:cTn id="16" dur="1000"/>
                                        <p:tgtEl>
                                          <p:spTgt spid="18"/>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p:cTn id="19" dur="1000" fill="hold"/>
                                        <p:tgtEl>
                                          <p:spTgt spid="19"/>
                                        </p:tgtEl>
                                        <p:attrNameLst>
                                          <p:attrName>ppt_w</p:attrName>
                                        </p:attrNameLst>
                                      </p:cBhvr>
                                      <p:tavLst>
                                        <p:tav tm="0">
                                          <p:val>
                                            <p:fltVal val="0"/>
                                          </p:val>
                                        </p:tav>
                                        <p:tav tm="100000">
                                          <p:val>
                                            <p:strVal val="#ppt_w"/>
                                          </p:val>
                                        </p:tav>
                                      </p:tavLst>
                                    </p:anim>
                                    <p:anim calcmode="lin" valueType="num">
                                      <p:cBhvr>
                                        <p:cTn id="20" dur="1000" fill="hold"/>
                                        <p:tgtEl>
                                          <p:spTgt spid="19"/>
                                        </p:tgtEl>
                                        <p:attrNameLst>
                                          <p:attrName>ppt_h</p:attrName>
                                        </p:attrNameLst>
                                      </p:cBhvr>
                                      <p:tavLst>
                                        <p:tav tm="0">
                                          <p:val>
                                            <p:fltVal val="0"/>
                                          </p:val>
                                        </p:tav>
                                        <p:tav tm="100000">
                                          <p:val>
                                            <p:strVal val="#ppt_h"/>
                                          </p:val>
                                        </p:tav>
                                      </p:tavLst>
                                    </p:anim>
                                    <p:anim calcmode="lin" valueType="num">
                                      <p:cBhvr>
                                        <p:cTn id="21" dur="1000" fill="hold"/>
                                        <p:tgtEl>
                                          <p:spTgt spid="19"/>
                                        </p:tgtEl>
                                        <p:attrNameLst>
                                          <p:attrName>style.rotation</p:attrName>
                                        </p:attrNameLst>
                                      </p:cBhvr>
                                      <p:tavLst>
                                        <p:tav tm="0">
                                          <p:val>
                                            <p:fltVal val="90"/>
                                          </p:val>
                                        </p:tav>
                                        <p:tav tm="100000">
                                          <p:val>
                                            <p:fltVal val="0"/>
                                          </p:val>
                                        </p:tav>
                                      </p:tavLst>
                                    </p:anim>
                                    <p:animEffect transition="in" filter="fade">
                                      <p:cBhvr>
                                        <p:cTn id="22" dur="1000"/>
                                        <p:tgtEl>
                                          <p:spTgt spid="19"/>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20"/>
                                        </p:tgtEl>
                                        <p:attrNameLst>
                                          <p:attrName>style.visibility</p:attrName>
                                        </p:attrNameLst>
                                      </p:cBhvr>
                                      <p:to>
                                        <p:strVal val="visible"/>
                                      </p:to>
                                    </p:set>
                                    <p:anim calcmode="lin" valueType="num">
                                      <p:cBhvr>
                                        <p:cTn id="25" dur="1000" fill="hold"/>
                                        <p:tgtEl>
                                          <p:spTgt spid="20"/>
                                        </p:tgtEl>
                                        <p:attrNameLst>
                                          <p:attrName>ppt_w</p:attrName>
                                        </p:attrNameLst>
                                      </p:cBhvr>
                                      <p:tavLst>
                                        <p:tav tm="0">
                                          <p:val>
                                            <p:fltVal val="0"/>
                                          </p:val>
                                        </p:tav>
                                        <p:tav tm="100000">
                                          <p:val>
                                            <p:strVal val="#ppt_w"/>
                                          </p:val>
                                        </p:tav>
                                      </p:tavLst>
                                    </p:anim>
                                    <p:anim calcmode="lin" valueType="num">
                                      <p:cBhvr>
                                        <p:cTn id="26" dur="1000" fill="hold"/>
                                        <p:tgtEl>
                                          <p:spTgt spid="20"/>
                                        </p:tgtEl>
                                        <p:attrNameLst>
                                          <p:attrName>ppt_h</p:attrName>
                                        </p:attrNameLst>
                                      </p:cBhvr>
                                      <p:tavLst>
                                        <p:tav tm="0">
                                          <p:val>
                                            <p:fltVal val="0"/>
                                          </p:val>
                                        </p:tav>
                                        <p:tav tm="100000">
                                          <p:val>
                                            <p:strVal val="#ppt_h"/>
                                          </p:val>
                                        </p:tav>
                                      </p:tavLst>
                                    </p:anim>
                                    <p:anim calcmode="lin" valueType="num">
                                      <p:cBhvr>
                                        <p:cTn id="27" dur="1000" fill="hold"/>
                                        <p:tgtEl>
                                          <p:spTgt spid="20"/>
                                        </p:tgtEl>
                                        <p:attrNameLst>
                                          <p:attrName>style.rotation</p:attrName>
                                        </p:attrNameLst>
                                      </p:cBhvr>
                                      <p:tavLst>
                                        <p:tav tm="0">
                                          <p:val>
                                            <p:fltVal val="90"/>
                                          </p:val>
                                        </p:tav>
                                        <p:tav tm="100000">
                                          <p:val>
                                            <p:fltVal val="0"/>
                                          </p:val>
                                        </p:tav>
                                      </p:tavLst>
                                    </p:anim>
                                    <p:animEffect transition="in" filter="fade">
                                      <p:cBhvr>
                                        <p:cTn id="28" dur="1000"/>
                                        <p:tgtEl>
                                          <p:spTgt spid="20"/>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14"/>
                                        </p:tgtEl>
                                        <p:attrNameLst>
                                          <p:attrName>style.visibility</p:attrName>
                                        </p:attrNameLst>
                                      </p:cBhvr>
                                      <p:to>
                                        <p:strVal val="visible"/>
                                      </p:to>
                                    </p:set>
                                    <p:anim calcmode="lin" valueType="num">
                                      <p:cBhvr>
                                        <p:cTn id="31" dur="1000" fill="hold"/>
                                        <p:tgtEl>
                                          <p:spTgt spid="14"/>
                                        </p:tgtEl>
                                        <p:attrNameLst>
                                          <p:attrName>ppt_w</p:attrName>
                                        </p:attrNameLst>
                                      </p:cBhvr>
                                      <p:tavLst>
                                        <p:tav tm="0">
                                          <p:val>
                                            <p:fltVal val="0"/>
                                          </p:val>
                                        </p:tav>
                                        <p:tav tm="100000">
                                          <p:val>
                                            <p:strVal val="#ppt_w"/>
                                          </p:val>
                                        </p:tav>
                                      </p:tavLst>
                                    </p:anim>
                                    <p:anim calcmode="lin" valueType="num">
                                      <p:cBhvr>
                                        <p:cTn id="32" dur="1000" fill="hold"/>
                                        <p:tgtEl>
                                          <p:spTgt spid="14"/>
                                        </p:tgtEl>
                                        <p:attrNameLst>
                                          <p:attrName>ppt_h</p:attrName>
                                        </p:attrNameLst>
                                      </p:cBhvr>
                                      <p:tavLst>
                                        <p:tav tm="0">
                                          <p:val>
                                            <p:fltVal val="0"/>
                                          </p:val>
                                        </p:tav>
                                        <p:tav tm="100000">
                                          <p:val>
                                            <p:strVal val="#ppt_h"/>
                                          </p:val>
                                        </p:tav>
                                      </p:tavLst>
                                    </p:anim>
                                    <p:anim calcmode="lin" valueType="num">
                                      <p:cBhvr>
                                        <p:cTn id="33" dur="1000" fill="hold"/>
                                        <p:tgtEl>
                                          <p:spTgt spid="14"/>
                                        </p:tgtEl>
                                        <p:attrNameLst>
                                          <p:attrName>style.rotation</p:attrName>
                                        </p:attrNameLst>
                                      </p:cBhvr>
                                      <p:tavLst>
                                        <p:tav tm="0">
                                          <p:val>
                                            <p:fltVal val="90"/>
                                          </p:val>
                                        </p:tav>
                                        <p:tav tm="100000">
                                          <p:val>
                                            <p:fltVal val="0"/>
                                          </p:val>
                                        </p:tav>
                                      </p:tavLst>
                                    </p:anim>
                                    <p:animEffect transition="in" filter="fade">
                                      <p:cBhvr>
                                        <p:cTn id="34" dur="1000"/>
                                        <p:tgtEl>
                                          <p:spTgt spid="14"/>
                                        </p:tgtEl>
                                      </p:cBhvr>
                                    </p:animEffect>
                                  </p:childTnLst>
                                </p:cTn>
                              </p:par>
                              <p:par>
                                <p:cTn id="35" presetID="31" presetClass="entr" presetSubtype="0" fill="hold" grpId="0" nodeType="withEffect">
                                  <p:stCondLst>
                                    <p:cond delay="0"/>
                                  </p:stCondLst>
                                  <p:childTnLst>
                                    <p:set>
                                      <p:cBhvr>
                                        <p:cTn id="36" dur="1" fill="hold">
                                          <p:stCondLst>
                                            <p:cond delay="0"/>
                                          </p:stCondLst>
                                        </p:cTn>
                                        <p:tgtEl>
                                          <p:spTgt spid="23"/>
                                        </p:tgtEl>
                                        <p:attrNameLst>
                                          <p:attrName>style.visibility</p:attrName>
                                        </p:attrNameLst>
                                      </p:cBhvr>
                                      <p:to>
                                        <p:strVal val="visible"/>
                                      </p:to>
                                    </p:set>
                                    <p:anim calcmode="lin" valueType="num">
                                      <p:cBhvr>
                                        <p:cTn id="37" dur="1000" fill="hold"/>
                                        <p:tgtEl>
                                          <p:spTgt spid="23"/>
                                        </p:tgtEl>
                                        <p:attrNameLst>
                                          <p:attrName>ppt_w</p:attrName>
                                        </p:attrNameLst>
                                      </p:cBhvr>
                                      <p:tavLst>
                                        <p:tav tm="0">
                                          <p:val>
                                            <p:fltVal val="0"/>
                                          </p:val>
                                        </p:tav>
                                        <p:tav tm="100000">
                                          <p:val>
                                            <p:strVal val="#ppt_w"/>
                                          </p:val>
                                        </p:tav>
                                      </p:tavLst>
                                    </p:anim>
                                    <p:anim calcmode="lin" valueType="num">
                                      <p:cBhvr>
                                        <p:cTn id="38" dur="1000" fill="hold"/>
                                        <p:tgtEl>
                                          <p:spTgt spid="23"/>
                                        </p:tgtEl>
                                        <p:attrNameLst>
                                          <p:attrName>ppt_h</p:attrName>
                                        </p:attrNameLst>
                                      </p:cBhvr>
                                      <p:tavLst>
                                        <p:tav tm="0">
                                          <p:val>
                                            <p:fltVal val="0"/>
                                          </p:val>
                                        </p:tav>
                                        <p:tav tm="100000">
                                          <p:val>
                                            <p:strVal val="#ppt_h"/>
                                          </p:val>
                                        </p:tav>
                                      </p:tavLst>
                                    </p:anim>
                                    <p:anim calcmode="lin" valueType="num">
                                      <p:cBhvr>
                                        <p:cTn id="39" dur="1000" fill="hold"/>
                                        <p:tgtEl>
                                          <p:spTgt spid="23"/>
                                        </p:tgtEl>
                                        <p:attrNameLst>
                                          <p:attrName>style.rotation</p:attrName>
                                        </p:attrNameLst>
                                      </p:cBhvr>
                                      <p:tavLst>
                                        <p:tav tm="0">
                                          <p:val>
                                            <p:fltVal val="90"/>
                                          </p:val>
                                        </p:tav>
                                        <p:tav tm="100000">
                                          <p:val>
                                            <p:fltVal val="0"/>
                                          </p:val>
                                        </p:tav>
                                      </p:tavLst>
                                    </p:anim>
                                    <p:animEffect transition="in" filter="fade">
                                      <p:cBhvr>
                                        <p:cTn id="40" dur="1000"/>
                                        <p:tgtEl>
                                          <p:spTgt spid="23"/>
                                        </p:tgtEl>
                                      </p:cBhvr>
                                    </p:animEffect>
                                  </p:childTnLst>
                                </p:cTn>
                              </p:par>
                              <p:par>
                                <p:cTn id="41" presetID="31" presetClass="entr" presetSubtype="0" fill="hold" grpId="0" nodeType="withEffect">
                                  <p:stCondLst>
                                    <p:cond delay="0"/>
                                  </p:stCondLst>
                                  <p:childTnLst>
                                    <p:set>
                                      <p:cBhvr>
                                        <p:cTn id="42" dur="1" fill="hold">
                                          <p:stCondLst>
                                            <p:cond delay="0"/>
                                          </p:stCondLst>
                                        </p:cTn>
                                        <p:tgtEl>
                                          <p:spTgt spid="17"/>
                                        </p:tgtEl>
                                        <p:attrNameLst>
                                          <p:attrName>style.visibility</p:attrName>
                                        </p:attrNameLst>
                                      </p:cBhvr>
                                      <p:to>
                                        <p:strVal val="visible"/>
                                      </p:to>
                                    </p:set>
                                    <p:anim calcmode="lin" valueType="num">
                                      <p:cBhvr>
                                        <p:cTn id="43" dur="1000" fill="hold"/>
                                        <p:tgtEl>
                                          <p:spTgt spid="17"/>
                                        </p:tgtEl>
                                        <p:attrNameLst>
                                          <p:attrName>ppt_w</p:attrName>
                                        </p:attrNameLst>
                                      </p:cBhvr>
                                      <p:tavLst>
                                        <p:tav tm="0">
                                          <p:val>
                                            <p:fltVal val="0"/>
                                          </p:val>
                                        </p:tav>
                                        <p:tav tm="100000">
                                          <p:val>
                                            <p:strVal val="#ppt_w"/>
                                          </p:val>
                                        </p:tav>
                                      </p:tavLst>
                                    </p:anim>
                                    <p:anim calcmode="lin" valueType="num">
                                      <p:cBhvr>
                                        <p:cTn id="44" dur="1000" fill="hold"/>
                                        <p:tgtEl>
                                          <p:spTgt spid="17"/>
                                        </p:tgtEl>
                                        <p:attrNameLst>
                                          <p:attrName>ppt_h</p:attrName>
                                        </p:attrNameLst>
                                      </p:cBhvr>
                                      <p:tavLst>
                                        <p:tav tm="0">
                                          <p:val>
                                            <p:fltVal val="0"/>
                                          </p:val>
                                        </p:tav>
                                        <p:tav tm="100000">
                                          <p:val>
                                            <p:strVal val="#ppt_h"/>
                                          </p:val>
                                        </p:tav>
                                      </p:tavLst>
                                    </p:anim>
                                    <p:anim calcmode="lin" valueType="num">
                                      <p:cBhvr>
                                        <p:cTn id="45" dur="1000" fill="hold"/>
                                        <p:tgtEl>
                                          <p:spTgt spid="17"/>
                                        </p:tgtEl>
                                        <p:attrNameLst>
                                          <p:attrName>style.rotation</p:attrName>
                                        </p:attrNameLst>
                                      </p:cBhvr>
                                      <p:tavLst>
                                        <p:tav tm="0">
                                          <p:val>
                                            <p:fltVal val="90"/>
                                          </p:val>
                                        </p:tav>
                                        <p:tav tm="100000">
                                          <p:val>
                                            <p:fltVal val="0"/>
                                          </p:val>
                                        </p:tav>
                                      </p:tavLst>
                                    </p:anim>
                                    <p:animEffect transition="in" filter="fade">
                                      <p:cBhvr>
                                        <p:cTn id="46" dur="1000"/>
                                        <p:tgtEl>
                                          <p:spTgt spid="17"/>
                                        </p:tgtEl>
                                      </p:cBhvr>
                                    </p:animEffect>
                                  </p:childTnLst>
                                </p:cTn>
                              </p:par>
                              <p:par>
                                <p:cTn id="47" presetID="31" presetClass="entr" presetSubtype="0" fill="hold" grpId="0" nodeType="withEffect">
                                  <p:stCondLst>
                                    <p:cond delay="0"/>
                                  </p:stCondLst>
                                  <p:childTnLst>
                                    <p:set>
                                      <p:cBhvr>
                                        <p:cTn id="48" dur="1" fill="hold">
                                          <p:stCondLst>
                                            <p:cond delay="0"/>
                                          </p:stCondLst>
                                        </p:cTn>
                                        <p:tgtEl>
                                          <p:spTgt spid="27"/>
                                        </p:tgtEl>
                                        <p:attrNameLst>
                                          <p:attrName>style.visibility</p:attrName>
                                        </p:attrNameLst>
                                      </p:cBhvr>
                                      <p:to>
                                        <p:strVal val="visible"/>
                                      </p:to>
                                    </p:set>
                                    <p:anim calcmode="lin" valueType="num">
                                      <p:cBhvr>
                                        <p:cTn id="49" dur="1000" fill="hold"/>
                                        <p:tgtEl>
                                          <p:spTgt spid="27"/>
                                        </p:tgtEl>
                                        <p:attrNameLst>
                                          <p:attrName>ppt_w</p:attrName>
                                        </p:attrNameLst>
                                      </p:cBhvr>
                                      <p:tavLst>
                                        <p:tav tm="0">
                                          <p:val>
                                            <p:fltVal val="0"/>
                                          </p:val>
                                        </p:tav>
                                        <p:tav tm="100000">
                                          <p:val>
                                            <p:strVal val="#ppt_w"/>
                                          </p:val>
                                        </p:tav>
                                      </p:tavLst>
                                    </p:anim>
                                    <p:anim calcmode="lin" valueType="num">
                                      <p:cBhvr>
                                        <p:cTn id="50" dur="1000" fill="hold"/>
                                        <p:tgtEl>
                                          <p:spTgt spid="27"/>
                                        </p:tgtEl>
                                        <p:attrNameLst>
                                          <p:attrName>ppt_h</p:attrName>
                                        </p:attrNameLst>
                                      </p:cBhvr>
                                      <p:tavLst>
                                        <p:tav tm="0">
                                          <p:val>
                                            <p:fltVal val="0"/>
                                          </p:val>
                                        </p:tav>
                                        <p:tav tm="100000">
                                          <p:val>
                                            <p:strVal val="#ppt_h"/>
                                          </p:val>
                                        </p:tav>
                                      </p:tavLst>
                                    </p:anim>
                                    <p:anim calcmode="lin" valueType="num">
                                      <p:cBhvr>
                                        <p:cTn id="51" dur="1000" fill="hold"/>
                                        <p:tgtEl>
                                          <p:spTgt spid="27"/>
                                        </p:tgtEl>
                                        <p:attrNameLst>
                                          <p:attrName>style.rotation</p:attrName>
                                        </p:attrNameLst>
                                      </p:cBhvr>
                                      <p:tavLst>
                                        <p:tav tm="0">
                                          <p:val>
                                            <p:fltVal val="90"/>
                                          </p:val>
                                        </p:tav>
                                        <p:tav tm="100000">
                                          <p:val>
                                            <p:fltVal val="0"/>
                                          </p:val>
                                        </p:tav>
                                      </p:tavLst>
                                    </p:anim>
                                    <p:animEffect transition="in" filter="fade">
                                      <p:cBhvr>
                                        <p:cTn id="52" dur="1000"/>
                                        <p:tgtEl>
                                          <p:spTgt spid="27"/>
                                        </p:tgtEl>
                                      </p:cBhvr>
                                    </p:animEffect>
                                  </p:childTnLst>
                                </p:cTn>
                              </p:par>
                              <p:par>
                                <p:cTn id="53" presetID="31" presetClass="entr" presetSubtype="0" fill="hold" grpId="0" nodeType="withEffect">
                                  <p:stCondLst>
                                    <p:cond delay="0"/>
                                  </p:stCondLst>
                                  <p:childTnLst>
                                    <p:set>
                                      <p:cBhvr>
                                        <p:cTn id="54" dur="1" fill="hold">
                                          <p:stCondLst>
                                            <p:cond delay="0"/>
                                          </p:stCondLst>
                                        </p:cTn>
                                        <p:tgtEl>
                                          <p:spTgt spid="28"/>
                                        </p:tgtEl>
                                        <p:attrNameLst>
                                          <p:attrName>style.visibility</p:attrName>
                                        </p:attrNameLst>
                                      </p:cBhvr>
                                      <p:to>
                                        <p:strVal val="visible"/>
                                      </p:to>
                                    </p:set>
                                    <p:anim calcmode="lin" valueType="num">
                                      <p:cBhvr>
                                        <p:cTn id="55" dur="1000" fill="hold"/>
                                        <p:tgtEl>
                                          <p:spTgt spid="28"/>
                                        </p:tgtEl>
                                        <p:attrNameLst>
                                          <p:attrName>ppt_w</p:attrName>
                                        </p:attrNameLst>
                                      </p:cBhvr>
                                      <p:tavLst>
                                        <p:tav tm="0">
                                          <p:val>
                                            <p:fltVal val="0"/>
                                          </p:val>
                                        </p:tav>
                                        <p:tav tm="100000">
                                          <p:val>
                                            <p:strVal val="#ppt_w"/>
                                          </p:val>
                                        </p:tav>
                                      </p:tavLst>
                                    </p:anim>
                                    <p:anim calcmode="lin" valueType="num">
                                      <p:cBhvr>
                                        <p:cTn id="56" dur="1000" fill="hold"/>
                                        <p:tgtEl>
                                          <p:spTgt spid="28"/>
                                        </p:tgtEl>
                                        <p:attrNameLst>
                                          <p:attrName>ppt_h</p:attrName>
                                        </p:attrNameLst>
                                      </p:cBhvr>
                                      <p:tavLst>
                                        <p:tav tm="0">
                                          <p:val>
                                            <p:fltVal val="0"/>
                                          </p:val>
                                        </p:tav>
                                        <p:tav tm="100000">
                                          <p:val>
                                            <p:strVal val="#ppt_h"/>
                                          </p:val>
                                        </p:tav>
                                      </p:tavLst>
                                    </p:anim>
                                    <p:anim calcmode="lin" valueType="num">
                                      <p:cBhvr>
                                        <p:cTn id="57" dur="1000" fill="hold"/>
                                        <p:tgtEl>
                                          <p:spTgt spid="28"/>
                                        </p:tgtEl>
                                        <p:attrNameLst>
                                          <p:attrName>style.rotation</p:attrName>
                                        </p:attrNameLst>
                                      </p:cBhvr>
                                      <p:tavLst>
                                        <p:tav tm="0">
                                          <p:val>
                                            <p:fltVal val="90"/>
                                          </p:val>
                                        </p:tav>
                                        <p:tav tm="100000">
                                          <p:val>
                                            <p:fltVal val="0"/>
                                          </p:val>
                                        </p:tav>
                                      </p:tavLst>
                                    </p:anim>
                                    <p:animEffect transition="in" filter="fade">
                                      <p:cBhvr>
                                        <p:cTn id="58" dur="1000"/>
                                        <p:tgtEl>
                                          <p:spTgt spid="28"/>
                                        </p:tgtEl>
                                      </p:cBhvr>
                                    </p:animEffect>
                                  </p:childTnLst>
                                </p:cTn>
                              </p:par>
                              <p:par>
                                <p:cTn id="59" presetID="31" presetClass="entr" presetSubtype="0"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 calcmode="lin" valueType="num">
                                      <p:cBhvr>
                                        <p:cTn id="61" dur="1000" fill="hold"/>
                                        <p:tgtEl>
                                          <p:spTgt spid="26"/>
                                        </p:tgtEl>
                                        <p:attrNameLst>
                                          <p:attrName>ppt_w</p:attrName>
                                        </p:attrNameLst>
                                      </p:cBhvr>
                                      <p:tavLst>
                                        <p:tav tm="0">
                                          <p:val>
                                            <p:fltVal val="0"/>
                                          </p:val>
                                        </p:tav>
                                        <p:tav tm="100000">
                                          <p:val>
                                            <p:strVal val="#ppt_w"/>
                                          </p:val>
                                        </p:tav>
                                      </p:tavLst>
                                    </p:anim>
                                    <p:anim calcmode="lin" valueType="num">
                                      <p:cBhvr>
                                        <p:cTn id="62" dur="1000" fill="hold"/>
                                        <p:tgtEl>
                                          <p:spTgt spid="26"/>
                                        </p:tgtEl>
                                        <p:attrNameLst>
                                          <p:attrName>ppt_h</p:attrName>
                                        </p:attrNameLst>
                                      </p:cBhvr>
                                      <p:tavLst>
                                        <p:tav tm="0">
                                          <p:val>
                                            <p:fltVal val="0"/>
                                          </p:val>
                                        </p:tav>
                                        <p:tav tm="100000">
                                          <p:val>
                                            <p:strVal val="#ppt_h"/>
                                          </p:val>
                                        </p:tav>
                                      </p:tavLst>
                                    </p:anim>
                                    <p:anim calcmode="lin" valueType="num">
                                      <p:cBhvr>
                                        <p:cTn id="63" dur="1000" fill="hold"/>
                                        <p:tgtEl>
                                          <p:spTgt spid="26"/>
                                        </p:tgtEl>
                                        <p:attrNameLst>
                                          <p:attrName>style.rotation</p:attrName>
                                        </p:attrNameLst>
                                      </p:cBhvr>
                                      <p:tavLst>
                                        <p:tav tm="0">
                                          <p:val>
                                            <p:fltVal val="90"/>
                                          </p:val>
                                        </p:tav>
                                        <p:tav tm="100000">
                                          <p:val>
                                            <p:fltVal val="0"/>
                                          </p:val>
                                        </p:tav>
                                      </p:tavLst>
                                    </p:anim>
                                    <p:animEffect transition="in" filter="fade">
                                      <p:cBhvr>
                                        <p:cTn id="64" dur="1000"/>
                                        <p:tgtEl>
                                          <p:spTgt spid="26"/>
                                        </p:tgtEl>
                                      </p:cBhvr>
                                    </p:animEffect>
                                  </p:childTnLst>
                                </p:cTn>
                              </p:par>
                              <p:par>
                                <p:cTn id="65" presetID="31" presetClass="entr" presetSubtype="0" fill="hold" grpId="0" nodeType="withEffect">
                                  <p:stCondLst>
                                    <p:cond delay="0"/>
                                  </p:stCondLst>
                                  <p:childTnLst>
                                    <p:set>
                                      <p:cBhvr>
                                        <p:cTn id="66" dur="1" fill="hold">
                                          <p:stCondLst>
                                            <p:cond delay="0"/>
                                          </p:stCondLst>
                                        </p:cTn>
                                        <p:tgtEl>
                                          <p:spTgt spid="24"/>
                                        </p:tgtEl>
                                        <p:attrNameLst>
                                          <p:attrName>style.visibility</p:attrName>
                                        </p:attrNameLst>
                                      </p:cBhvr>
                                      <p:to>
                                        <p:strVal val="visible"/>
                                      </p:to>
                                    </p:set>
                                    <p:anim calcmode="lin" valueType="num">
                                      <p:cBhvr>
                                        <p:cTn id="67" dur="1000" fill="hold"/>
                                        <p:tgtEl>
                                          <p:spTgt spid="24"/>
                                        </p:tgtEl>
                                        <p:attrNameLst>
                                          <p:attrName>ppt_w</p:attrName>
                                        </p:attrNameLst>
                                      </p:cBhvr>
                                      <p:tavLst>
                                        <p:tav tm="0">
                                          <p:val>
                                            <p:fltVal val="0"/>
                                          </p:val>
                                        </p:tav>
                                        <p:tav tm="100000">
                                          <p:val>
                                            <p:strVal val="#ppt_w"/>
                                          </p:val>
                                        </p:tav>
                                      </p:tavLst>
                                    </p:anim>
                                    <p:anim calcmode="lin" valueType="num">
                                      <p:cBhvr>
                                        <p:cTn id="68" dur="1000" fill="hold"/>
                                        <p:tgtEl>
                                          <p:spTgt spid="24"/>
                                        </p:tgtEl>
                                        <p:attrNameLst>
                                          <p:attrName>ppt_h</p:attrName>
                                        </p:attrNameLst>
                                      </p:cBhvr>
                                      <p:tavLst>
                                        <p:tav tm="0">
                                          <p:val>
                                            <p:fltVal val="0"/>
                                          </p:val>
                                        </p:tav>
                                        <p:tav tm="100000">
                                          <p:val>
                                            <p:strVal val="#ppt_h"/>
                                          </p:val>
                                        </p:tav>
                                      </p:tavLst>
                                    </p:anim>
                                    <p:anim calcmode="lin" valueType="num">
                                      <p:cBhvr>
                                        <p:cTn id="69" dur="1000" fill="hold"/>
                                        <p:tgtEl>
                                          <p:spTgt spid="24"/>
                                        </p:tgtEl>
                                        <p:attrNameLst>
                                          <p:attrName>style.rotation</p:attrName>
                                        </p:attrNameLst>
                                      </p:cBhvr>
                                      <p:tavLst>
                                        <p:tav tm="0">
                                          <p:val>
                                            <p:fltVal val="90"/>
                                          </p:val>
                                        </p:tav>
                                        <p:tav tm="100000">
                                          <p:val>
                                            <p:fltVal val="0"/>
                                          </p:val>
                                        </p:tav>
                                      </p:tavLst>
                                    </p:anim>
                                    <p:animEffect transition="in" filter="fade">
                                      <p:cBhvr>
                                        <p:cTn id="70" dur="1000"/>
                                        <p:tgtEl>
                                          <p:spTgt spid="24"/>
                                        </p:tgtEl>
                                      </p:cBhvr>
                                    </p:animEffect>
                                  </p:childTnLst>
                                </p:cTn>
                              </p:par>
                              <p:par>
                                <p:cTn id="71" presetID="31" presetClass="entr" presetSubtype="0" fill="hold" grpId="0" nodeType="withEffect">
                                  <p:stCondLst>
                                    <p:cond delay="0"/>
                                  </p:stCondLst>
                                  <p:childTnLst>
                                    <p:set>
                                      <p:cBhvr>
                                        <p:cTn id="72" dur="1" fill="hold">
                                          <p:stCondLst>
                                            <p:cond delay="0"/>
                                          </p:stCondLst>
                                        </p:cTn>
                                        <p:tgtEl>
                                          <p:spTgt spid="25"/>
                                        </p:tgtEl>
                                        <p:attrNameLst>
                                          <p:attrName>style.visibility</p:attrName>
                                        </p:attrNameLst>
                                      </p:cBhvr>
                                      <p:to>
                                        <p:strVal val="visible"/>
                                      </p:to>
                                    </p:set>
                                    <p:anim calcmode="lin" valueType="num">
                                      <p:cBhvr>
                                        <p:cTn id="73" dur="1000" fill="hold"/>
                                        <p:tgtEl>
                                          <p:spTgt spid="25"/>
                                        </p:tgtEl>
                                        <p:attrNameLst>
                                          <p:attrName>ppt_w</p:attrName>
                                        </p:attrNameLst>
                                      </p:cBhvr>
                                      <p:tavLst>
                                        <p:tav tm="0">
                                          <p:val>
                                            <p:fltVal val="0"/>
                                          </p:val>
                                        </p:tav>
                                        <p:tav tm="100000">
                                          <p:val>
                                            <p:strVal val="#ppt_w"/>
                                          </p:val>
                                        </p:tav>
                                      </p:tavLst>
                                    </p:anim>
                                    <p:anim calcmode="lin" valueType="num">
                                      <p:cBhvr>
                                        <p:cTn id="74" dur="1000" fill="hold"/>
                                        <p:tgtEl>
                                          <p:spTgt spid="25"/>
                                        </p:tgtEl>
                                        <p:attrNameLst>
                                          <p:attrName>ppt_h</p:attrName>
                                        </p:attrNameLst>
                                      </p:cBhvr>
                                      <p:tavLst>
                                        <p:tav tm="0">
                                          <p:val>
                                            <p:fltVal val="0"/>
                                          </p:val>
                                        </p:tav>
                                        <p:tav tm="100000">
                                          <p:val>
                                            <p:strVal val="#ppt_h"/>
                                          </p:val>
                                        </p:tav>
                                      </p:tavLst>
                                    </p:anim>
                                    <p:anim calcmode="lin" valueType="num">
                                      <p:cBhvr>
                                        <p:cTn id="75" dur="1000" fill="hold"/>
                                        <p:tgtEl>
                                          <p:spTgt spid="25"/>
                                        </p:tgtEl>
                                        <p:attrNameLst>
                                          <p:attrName>style.rotation</p:attrName>
                                        </p:attrNameLst>
                                      </p:cBhvr>
                                      <p:tavLst>
                                        <p:tav tm="0">
                                          <p:val>
                                            <p:fltVal val="90"/>
                                          </p:val>
                                        </p:tav>
                                        <p:tav tm="100000">
                                          <p:val>
                                            <p:fltVal val="0"/>
                                          </p:val>
                                        </p:tav>
                                      </p:tavLst>
                                    </p:anim>
                                    <p:animEffect transition="in" filter="fade">
                                      <p:cBhvr>
                                        <p:cTn id="76" dur="1000"/>
                                        <p:tgtEl>
                                          <p:spTgt spid="25"/>
                                        </p:tgtEl>
                                      </p:cBhvr>
                                    </p:animEffect>
                                  </p:childTnLst>
                                </p:cTn>
                              </p:par>
                              <p:par>
                                <p:cTn id="77" presetID="31" presetClass="entr" presetSubtype="0" fill="hold" grpId="0" nodeType="withEffect">
                                  <p:stCondLst>
                                    <p:cond delay="0"/>
                                  </p:stCondLst>
                                  <p:childTnLst>
                                    <p:set>
                                      <p:cBhvr>
                                        <p:cTn id="78" dur="1" fill="hold">
                                          <p:stCondLst>
                                            <p:cond delay="0"/>
                                          </p:stCondLst>
                                        </p:cTn>
                                        <p:tgtEl>
                                          <p:spTgt spid="22"/>
                                        </p:tgtEl>
                                        <p:attrNameLst>
                                          <p:attrName>style.visibility</p:attrName>
                                        </p:attrNameLst>
                                      </p:cBhvr>
                                      <p:to>
                                        <p:strVal val="visible"/>
                                      </p:to>
                                    </p:set>
                                    <p:anim calcmode="lin" valueType="num">
                                      <p:cBhvr>
                                        <p:cTn id="79" dur="1000" fill="hold"/>
                                        <p:tgtEl>
                                          <p:spTgt spid="22"/>
                                        </p:tgtEl>
                                        <p:attrNameLst>
                                          <p:attrName>ppt_w</p:attrName>
                                        </p:attrNameLst>
                                      </p:cBhvr>
                                      <p:tavLst>
                                        <p:tav tm="0">
                                          <p:val>
                                            <p:fltVal val="0"/>
                                          </p:val>
                                        </p:tav>
                                        <p:tav tm="100000">
                                          <p:val>
                                            <p:strVal val="#ppt_w"/>
                                          </p:val>
                                        </p:tav>
                                      </p:tavLst>
                                    </p:anim>
                                    <p:anim calcmode="lin" valueType="num">
                                      <p:cBhvr>
                                        <p:cTn id="80" dur="1000" fill="hold"/>
                                        <p:tgtEl>
                                          <p:spTgt spid="22"/>
                                        </p:tgtEl>
                                        <p:attrNameLst>
                                          <p:attrName>ppt_h</p:attrName>
                                        </p:attrNameLst>
                                      </p:cBhvr>
                                      <p:tavLst>
                                        <p:tav tm="0">
                                          <p:val>
                                            <p:fltVal val="0"/>
                                          </p:val>
                                        </p:tav>
                                        <p:tav tm="100000">
                                          <p:val>
                                            <p:strVal val="#ppt_h"/>
                                          </p:val>
                                        </p:tav>
                                      </p:tavLst>
                                    </p:anim>
                                    <p:anim calcmode="lin" valueType="num">
                                      <p:cBhvr>
                                        <p:cTn id="81" dur="1000" fill="hold"/>
                                        <p:tgtEl>
                                          <p:spTgt spid="22"/>
                                        </p:tgtEl>
                                        <p:attrNameLst>
                                          <p:attrName>style.rotation</p:attrName>
                                        </p:attrNameLst>
                                      </p:cBhvr>
                                      <p:tavLst>
                                        <p:tav tm="0">
                                          <p:val>
                                            <p:fltVal val="90"/>
                                          </p:val>
                                        </p:tav>
                                        <p:tav tm="100000">
                                          <p:val>
                                            <p:fltVal val="0"/>
                                          </p:val>
                                        </p:tav>
                                      </p:tavLst>
                                    </p:anim>
                                    <p:animEffect transition="in" filter="fade">
                                      <p:cBhvr>
                                        <p:cTn id="82" dur="1000"/>
                                        <p:tgtEl>
                                          <p:spTgt spid="22"/>
                                        </p:tgtEl>
                                      </p:cBhvr>
                                    </p:animEffect>
                                  </p:childTnLst>
                                </p:cTn>
                              </p:par>
                              <p:par>
                                <p:cTn id="83" presetID="31" presetClass="entr" presetSubtype="0" fill="hold" grpId="0" nodeType="withEffect">
                                  <p:stCondLst>
                                    <p:cond delay="0"/>
                                  </p:stCondLst>
                                  <p:childTnLst>
                                    <p:set>
                                      <p:cBhvr>
                                        <p:cTn id="84" dur="1" fill="hold">
                                          <p:stCondLst>
                                            <p:cond delay="0"/>
                                          </p:stCondLst>
                                        </p:cTn>
                                        <p:tgtEl>
                                          <p:spTgt spid="15"/>
                                        </p:tgtEl>
                                        <p:attrNameLst>
                                          <p:attrName>style.visibility</p:attrName>
                                        </p:attrNameLst>
                                      </p:cBhvr>
                                      <p:to>
                                        <p:strVal val="visible"/>
                                      </p:to>
                                    </p:set>
                                    <p:anim calcmode="lin" valueType="num">
                                      <p:cBhvr>
                                        <p:cTn id="85" dur="1000" fill="hold"/>
                                        <p:tgtEl>
                                          <p:spTgt spid="15"/>
                                        </p:tgtEl>
                                        <p:attrNameLst>
                                          <p:attrName>ppt_w</p:attrName>
                                        </p:attrNameLst>
                                      </p:cBhvr>
                                      <p:tavLst>
                                        <p:tav tm="0">
                                          <p:val>
                                            <p:fltVal val="0"/>
                                          </p:val>
                                        </p:tav>
                                        <p:tav tm="100000">
                                          <p:val>
                                            <p:strVal val="#ppt_w"/>
                                          </p:val>
                                        </p:tav>
                                      </p:tavLst>
                                    </p:anim>
                                    <p:anim calcmode="lin" valueType="num">
                                      <p:cBhvr>
                                        <p:cTn id="86" dur="1000" fill="hold"/>
                                        <p:tgtEl>
                                          <p:spTgt spid="15"/>
                                        </p:tgtEl>
                                        <p:attrNameLst>
                                          <p:attrName>ppt_h</p:attrName>
                                        </p:attrNameLst>
                                      </p:cBhvr>
                                      <p:tavLst>
                                        <p:tav tm="0">
                                          <p:val>
                                            <p:fltVal val="0"/>
                                          </p:val>
                                        </p:tav>
                                        <p:tav tm="100000">
                                          <p:val>
                                            <p:strVal val="#ppt_h"/>
                                          </p:val>
                                        </p:tav>
                                      </p:tavLst>
                                    </p:anim>
                                    <p:anim calcmode="lin" valueType="num">
                                      <p:cBhvr>
                                        <p:cTn id="87" dur="1000" fill="hold"/>
                                        <p:tgtEl>
                                          <p:spTgt spid="15"/>
                                        </p:tgtEl>
                                        <p:attrNameLst>
                                          <p:attrName>style.rotation</p:attrName>
                                        </p:attrNameLst>
                                      </p:cBhvr>
                                      <p:tavLst>
                                        <p:tav tm="0">
                                          <p:val>
                                            <p:fltVal val="90"/>
                                          </p:val>
                                        </p:tav>
                                        <p:tav tm="100000">
                                          <p:val>
                                            <p:fltVal val="0"/>
                                          </p:val>
                                        </p:tav>
                                      </p:tavLst>
                                    </p:anim>
                                    <p:animEffect transition="in" filter="fade">
                                      <p:cBhvr>
                                        <p:cTn id="88" dur="1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14" name="Oval 13"/>
          <p:cNvSpPr/>
          <p:nvPr/>
        </p:nvSpPr>
        <p:spPr>
          <a:xfrm>
            <a:off x="1546784" y="674917"/>
            <a:ext cx="1663995" cy="1663995"/>
          </a:xfrm>
          <a:prstGeom prst="ellipse">
            <a:avLst/>
          </a:prstGeom>
          <a:solidFill>
            <a:schemeClr val="accent6"/>
          </a:solidFill>
          <a:ln>
            <a:noFill/>
          </a:ln>
          <a:effectLst>
            <a:innerShdw blurRad="63500" dist="76200" dir="189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951360" y="1089587"/>
            <a:ext cx="1663995" cy="1663995"/>
          </a:xfrm>
          <a:prstGeom prst="ellipse">
            <a:avLst/>
          </a:prstGeom>
          <a:solidFill>
            <a:srgbClr val="ECF0F1"/>
          </a:solidFill>
          <a:ln w="3175">
            <a:solidFill>
              <a:schemeClr val="bg1">
                <a:lumMod val="75000"/>
              </a:schemeClr>
            </a:solidFill>
          </a:ln>
          <a:effectLst>
            <a:outerShdw blurRad="508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a:solidFill>
                  <a:schemeClr val="tx1">
                    <a:lumMod val="65000"/>
                    <a:lumOff val="35000"/>
                  </a:schemeClr>
                </a:solidFill>
                <a:latin typeface="FontAwesome" pitchFamily="2" charset="0"/>
              </a:rPr>
              <a:t></a:t>
            </a:r>
            <a:endParaRPr lang="en-US" sz="3600">
              <a:solidFill>
                <a:schemeClr val="tx1">
                  <a:lumMod val="65000"/>
                  <a:lumOff val="35000"/>
                </a:schemeClr>
              </a:solidFill>
            </a:endParaRPr>
          </a:p>
        </p:txBody>
      </p:sp>
      <p:sp>
        <p:nvSpPr>
          <p:cNvPr id="16" name="TextBox 15"/>
          <p:cNvSpPr txBox="1"/>
          <p:nvPr/>
        </p:nvSpPr>
        <p:spPr>
          <a:xfrm>
            <a:off x="3450977" y="674917"/>
            <a:ext cx="710451" cy="784830"/>
          </a:xfrm>
          <a:prstGeom prst="rect">
            <a:avLst/>
          </a:prstGeom>
          <a:noFill/>
        </p:spPr>
        <p:txBody>
          <a:bodyPr wrap="none" rtlCol="0">
            <a:spAutoFit/>
          </a:bodyPr>
          <a:lstStyle/>
          <a:p>
            <a:pPr algn="ctr"/>
            <a:r>
              <a:rPr lang="en-US" sz="3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STEP</a:t>
            </a:r>
          </a:p>
        </p:txBody>
      </p:sp>
      <p:sp>
        <p:nvSpPr>
          <p:cNvPr id="17" name="TextBox 16"/>
          <p:cNvSpPr txBox="1"/>
          <p:nvPr/>
        </p:nvSpPr>
        <p:spPr>
          <a:xfrm>
            <a:off x="4161428" y="744166"/>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18" name="Oval 17"/>
          <p:cNvSpPr/>
          <p:nvPr/>
        </p:nvSpPr>
        <p:spPr>
          <a:xfrm>
            <a:off x="3321155" y="4102396"/>
            <a:ext cx="1663995" cy="1663995"/>
          </a:xfrm>
          <a:prstGeom prst="ellipse">
            <a:avLst/>
          </a:prstGeom>
          <a:solidFill>
            <a:schemeClr val="accent6"/>
          </a:solidFill>
          <a:ln>
            <a:noFill/>
          </a:ln>
          <a:effectLst>
            <a:innerShdw blurRad="63500" dist="76200" dir="189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2725731" y="4517066"/>
            <a:ext cx="1663995" cy="1663995"/>
          </a:xfrm>
          <a:prstGeom prst="ellipse">
            <a:avLst/>
          </a:prstGeom>
          <a:solidFill>
            <a:srgbClr val="ECF0F1"/>
          </a:solidFill>
          <a:ln w="3175">
            <a:solidFill>
              <a:schemeClr val="bg1">
                <a:lumMod val="75000"/>
              </a:schemeClr>
            </a:solidFill>
          </a:ln>
          <a:effectLst>
            <a:outerShdw blurRad="508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a:solidFill>
                  <a:schemeClr val="tx1">
                    <a:lumMod val="65000"/>
                    <a:lumOff val="35000"/>
                  </a:schemeClr>
                </a:solidFill>
                <a:latin typeface="FontAwesome" pitchFamily="2" charset="0"/>
              </a:rPr>
              <a:t></a:t>
            </a:r>
            <a:endParaRPr lang="en-US" sz="3600">
              <a:solidFill>
                <a:schemeClr val="tx1">
                  <a:lumMod val="65000"/>
                  <a:lumOff val="35000"/>
                </a:schemeClr>
              </a:solidFill>
            </a:endParaRPr>
          </a:p>
        </p:txBody>
      </p:sp>
      <p:sp>
        <p:nvSpPr>
          <p:cNvPr id="20" name="TextBox 19"/>
          <p:cNvSpPr txBox="1"/>
          <p:nvPr/>
        </p:nvSpPr>
        <p:spPr>
          <a:xfrm>
            <a:off x="5225348" y="4102396"/>
            <a:ext cx="710451" cy="784830"/>
          </a:xfrm>
          <a:prstGeom prst="rect">
            <a:avLst/>
          </a:prstGeom>
          <a:noFill/>
        </p:spPr>
        <p:txBody>
          <a:bodyPr wrap="none" rtlCol="0">
            <a:spAutoFit/>
          </a:bodyPr>
          <a:lstStyle/>
          <a:p>
            <a:pPr algn="ctr"/>
            <a:r>
              <a:rPr lang="en-US" sz="3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a:t>
            </a: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STEP</a:t>
            </a:r>
          </a:p>
        </p:txBody>
      </p:sp>
      <p:sp>
        <p:nvSpPr>
          <p:cNvPr id="21" name="TextBox 20"/>
          <p:cNvSpPr txBox="1"/>
          <p:nvPr/>
        </p:nvSpPr>
        <p:spPr>
          <a:xfrm>
            <a:off x="5935799" y="4171645"/>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UNIQUE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2" name="Oval 21"/>
          <p:cNvSpPr/>
          <p:nvPr/>
        </p:nvSpPr>
        <p:spPr>
          <a:xfrm>
            <a:off x="6691424" y="1665536"/>
            <a:ext cx="1663995" cy="1663995"/>
          </a:xfrm>
          <a:prstGeom prst="ellipse">
            <a:avLst/>
          </a:prstGeom>
          <a:solidFill>
            <a:schemeClr val="tx1">
              <a:lumMod val="75000"/>
              <a:lumOff val="25000"/>
            </a:schemeClr>
          </a:solidFill>
          <a:ln>
            <a:noFill/>
          </a:ln>
          <a:effectLst>
            <a:innerShdw blurRad="63500" dist="76200" dir="189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6096000" y="2080206"/>
            <a:ext cx="1663995" cy="1663995"/>
          </a:xfrm>
          <a:prstGeom prst="ellipse">
            <a:avLst/>
          </a:prstGeom>
          <a:solidFill>
            <a:srgbClr val="ECF0F1"/>
          </a:solidFill>
          <a:ln w="3175">
            <a:solidFill>
              <a:schemeClr val="bg1">
                <a:lumMod val="75000"/>
              </a:schemeClr>
            </a:solidFill>
          </a:ln>
          <a:effectLst>
            <a:outerShdw blurRad="508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a:solidFill>
                  <a:schemeClr val="tx1">
                    <a:lumMod val="65000"/>
                    <a:lumOff val="35000"/>
                  </a:schemeClr>
                </a:solidFill>
                <a:latin typeface="FontAwesome" pitchFamily="2" charset="0"/>
              </a:rPr>
              <a:t></a:t>
            </a:r>
            <a:endParaRPr lang="en-US" sz="3600">
              <a:solidFill>
                <a:schemeClr val="tx1">
                  <a:lumMod val="65000"/>
                  <a:lumOff val="35000"/>
                </a:schemeClr>
              </a:solidFill>
            </a:endParaRPr>
          </a:p>
        </p:txBody>
      </p:sp>
      <p:sp>
        <p:nvSpPr>
          <p:cNvPr id="24" name="TextBox 23"/>
          <p:cNvSpPr txBox="1"/>
          <p:nvPr/>
        </p:nvSpPr>
        <p:spPr>
          <a:xfrm>
            <a:off x="8595617" y="1665536"/>
            <a:ext cx="710451" cy="784830"/>
          </a:xfrm>
          <a:prstGeom prst="rect">
            <a:avLst/>
          </a:prstGeom>
          <a:noFill/>
        </p:spPr>
        <p:txBody>
          <a:bodyPr wrap="none" rtlCol="0">
            <a:spAutoFit/>
          </a:bodyPr>
          <a:lstStyle/>
          <a:p>
            <a:pPr algn="ctr"/>
            <a:r>
              <a:rPr lang="en-US" sz="3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a:t>
            </a: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STEP</a:t>
            </a:r>
          </a:p>
        </p:txBody>
      </p:sp>
      <p:sp>
        <p:nvSpPr>
          <p:cNvPr id="25" name="TextBox 24"/>
          <p:cNvSpPr txBox="1"/>
          <p:nvPr/>
        </p:nvSpPr>
        <p:spPr>
          <a:xfrm>
            <a:off x="9306068" y="1734785"/>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cxnSp>
        <p:nvCxnSpPr>
          <p:cNvPr id="26" name="Straight Connector 25"/>
          <p:cNvCxnSpPr/>
          <p:nvPr/>
        </p:nvCxnSpPr>
        <p:spPr>
          <a:xfrm>
            <a:off x="3450977" y="2080206"/>
            <a:ext cx="2046056" cy="588566"/>
          </a:xfrm>
          <a:prstGeom prst="line">
            <a:avLst/>
          </a:prstGeom>
          <a:ln w="2857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H="1">
            <a:off x="4161428" y="2668772"/>
            <a:ext cx="1335605" cy="1075429"/>
          </a:xfrm>
          <a:prstGeom prst="line">
            <a:avLst/>
          </a:prstGeom>
          <a:ln w="28575">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H="1" flipV="1">
            <a:off x="3450977" y="2080206"/>
            <a:ext cx="710451" cy="1663995"/>
          </a:xfrm>
          <a:prstGeom prst="line">
            <a:avLst/>
          </a:prstGeom>
          <a:ln w="28575">
            <a:solidFill>
              <a:schemeClr val="accent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7517759">
            <a:off x="8364258" y="4265108"/>
            <a:ext cx="2046056" cy="588566"/>
          </a:xfrm>
          <a:prstGeom prst="line">
            <a:avLst/>
          </a:prstGeom>
          <a:ln w="2857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7517759" flipH="1">
            <a:off x="9623956" y="4003399"/>
            <a:ext cx="1335605" cy="1075429"/>
          </a:xfrm>
          <a:prstGeom prst="line">
            <a:avLst/>
          </a:prstGeom>
          <a:ln w="28575">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7517759" flipH="1" flipV="1">
            <a:off x="9280992" y="4547839"/>
            <a:ext cx="710451" cy="1663995"/>
          </a:xfrm>
          <a:prstGeom prst="line">
            <a:avLst/>
          </a:prstGeom>
          <a:ln w="28575">
            <a:solidFill>
              <a:schemeClr val="accent6"/>
            </a:solidFill>
            <a:prstDash val="dash"/>
            <a:headEnd type="oval"/>
          </a:ln>
        </p:spPr>
        <p:style>
          <a:lnRef idx="1">
            <a:schemeClr val="accent1"/>
          </a:lnRef>
          <a:fillRef idx="0">
            <a:schemeClr val="accent1"/>
          </a:fillRef>
          <a:effectRef idx="0">
            <a:schemeClr val="accent1"/>
          </a:effectRef>
          <a:fontRef idx="minor">
            <a:schemeClr val="tx1"/>
          </a:fontRef>
        </p:style>
      </p:cxnSp>
      <p:grpSp>
        <p:nvGrpSpPr>
          <p:cNvPr id="32" name="Group 31"/>
          <p:cNvGrpSpPr/>
          <p:nvPr/>
        </p:nvGrpSpPr>
        <p:grpSpPr>
          <a:xfrm rot="17448653">
            <a:off x="10297414" y="2450734"/>
            <a:ext cx="2025253" cy="2198699"/>
            <a:chOff x="11112685" y="2833170"/>
            <a:chExt cx="2025253" cy="2198699"/>
          </a:xfrm>
        </p:grpSpPr>
        <p:cxnSp>
          <p:nvCxnSpPr>
            <p:cNvPr id="33" name="Straight Connector 32"/>
            <p:cNvCxnSpPr/>
            <p:nvPr/>
          </p:nvCxnSpPr>
          <p:spPr>
            <a:xfrm rot="17517759">
              <a:off x="10672723" y="3561915"/>
              <a:ext cx="2046056" cy="588566"/>
            </a:xfrm>
            <a:prstGeom prst="line">
              <a:avLst/>
            </a:prstGeom>
            <a:ln w="2857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rot="17517759" flipH="1">
              <a:off x="11932421" y="3300206"/>
              <a:ext cx="1335605" cy="1075429"/>
            </a:xfrm>
            <a:prstGeom prst="line">
              <a:avLst/>
            </a:prstGeom>
            <a:ln w="28575">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7517759" flipH="1" flipV="1">
              <a:off x="11589457" y="3844646"/>
              <a:ext cx="710451" cy="1663995"/>
            </a:xfrm>
            <a:prstGeom prst="line">
              <a:avLst/>
            </a:prstGeom>
            <a:ln w="28575">
              <a:solidFill>
                <a:schemeClr val="accent6"/>
              </a:solidFill>
              <a:prstDash val="dash"/>
              <a:headEnd type="oval"/>
            </a:ln>
          </p:spPr>
          <p:style>
            <a:lnRef idx="1">
              <a:schemeClr val="accent1"/>
            </a:lnRef>
            <a:fillRef idx="0">
              <a:schemeClr val="accent1"/>
            </a:fillRef>
            <a:effectRef idx="0">
              <a:schemeClr val="accent1"/>
            </a:effectRef>
            <a:fontRef idx="minor">
              <a:schemeClr val="tx1"/>
            </a:fontRef>
          </p:style>
        </p:cxnSp>
      </p:grpSp>
      <p:grpSp>
        <p:nvGrpSpPr>
          <p:cNvPr id="2" name="Group 1"/>
          <p:cNvGrpSpPr/>
          <p:nvPr/>
        </p:nvGrpSpPr>
        <p:grpSpPr>
          <a:xfrm rot="18911702">
            <a:off x="-38277" y="3808113"/>
            <a:ext cx="2046056" cy="1663995"/>
            <a:chOff x="-38277" y="3808113"/>
            <a:chExt cx="2046056" cy="1663995"/>
          </a:xfrm>
        </p:grpSpPr>
        <p:cxnSp>
          <p:nvCxnSpPr>
            <p:cNvPr id="36" name="Straight Connector 35"/>
            <p:cNvCxnSpPr/>
            <p:nvPr/>
          </p:nvCxnSpPr>
          <p:spPr>
            <a:xfrm>
              <a:off x="-38277" y="3808113"/>
              <a:ext cx="2046056" cy="588566"/>
            </a:xfrm>
            <a:prstGeom prst="line">
              <a:avLst/>
            </a:prstGeom>
            <a:ln w="2857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a:off x="672174" y="4396679"/>
              <a:ext cx="1335605" cy="1075429"/>
            </a:xfrm>
            <a:prstGeom prst="line">
              <a:avLst/>
            </a:prstGeom>
            <a:ln w="28575">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flipH="1" flipV="1">
              <a:off x="-38277" y="3808113"/>
              <a:ext cx="710451" cy="1663995"/>
            </a:xfrm>
            <a:prstGeom prst="line">
              <a:avLst/>
            </a:prstGeom>
            <a:ln w="28575">
              <a:solidFill>
                <a:schemeClr val="accent6"/>
              </a:solidFill>
              <a:prstDash val="dash"/>
              <a:headEnd type="ova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015125917"/>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61</a:t>
            </a:r>
          </a:p>
        </p:txBody>
      </p:sp>
      <p:sp>
        <p:nvSpPr>
          <p:cNvPr id="12" name="Freeform 11"/>
          <p:cNvSpPr/>
          <p:nvPr/>
        </p:nvSpPr>
        <p:spPr>
          <a:xfrm>
            <a:off x="914400" y="1763489"/>
            <a:ext cx="1658916" cy="2488374"/>
          </a:xfrm>
          <a:custGeom>
            <a:avLst/>
            <a:gdLst>
              <a:gd name="connsiteX0" fmla="*/ 2275840 w 2275840"/>
              <a:gd name="connsiteY0" fmla="*/ 0 h 3413760"/>
              <a:gd name="connsiteX1" fmla="*/ 2275840 w 2275840"/>
              <a:gd name="connsiteY1" fmla="*/ 1392984 h 3413760"/>
              <a:gd name="connsiteX2" fmla="*/ 1733254 w 2275840"/>
              <a:gd name="connsiteY2" fmla="*/ 1392984 h 3413760"/>
              <a:gd name="connsiteX3" fmla="*/ 1251185 w 2275840"/>
              <a:gd name="connsiteY3" fmla="*/ 2357121 h 3413760"/>
              <a:gd name="connsiteX4" fmla="*/ 1449181 w 2275840"/>
              <a:gd name="connsiteY4" fmla="*/ 2753112 h 3413760"/>
              <a:gd name="connsiteX5" fmla="*/ 304905 w 2275840"/>
              <a:gd name="connsiteY5" fmla="*/ 3413760 h 3413760"/>
              <a:gd name="connsiteX6" fmla="*/ 304905 w 2275840"/>
              <a:gd name="connsiteY6" fmla="*/ 1137920 h 3413760"/>
              <a:gd name="connsiteX7" fmla="*/ 2275840 w 2275840"/>
              <a:gd name="connsiteY7" fmla="*/ 0 h 3413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75840" h="3413760">
                <a:moveTo>
                  <a:pt x="2275840" y="0"/>
                </a:moveTo>
                <a:lnTo>
                  <a:pt x="2275840" y="1392984"/>
                </a:lnTo>
                <a:lnTo>
                  <a:pt x="1733254" y="1392984"/>
                </a:lnTo>
                <a:lnTo>
                  <a:pt x="1251185" y="2357121"/>
                </a:lnTo>
                <a:lnTo>
                  <a:pt x="1449181" y="2753112"/>
                </a:lnTo>
                <a:lnTo>
                  <a:pt x="304905" y="3413760"/>
                </a:lnTo>
                <a:cubicBezTo>
                  <a:pt x="-101635" y="2709613"/>
                  <a:pt x="-101635" y="1842067"/>
                  <a:pt x="304905" y="1137920"/>
                </a:cubicBezTo>
                <a:cubicBezTo>
                  <a:pt x="711445" y="433773"/>
                  <a:pt x="1462761" y="0"/>
                  <a:pt x="2275840" y="0"/>
                </a:cubicBezTo>
                <a:close/>
              </a:path>
            </a:pathLst>
          </a:custGeom>
          <a:solidFill>
            <a:schemeClr val="accent6"/>
          </a:solidFill>
          <a:ln w="3175">
            <a:solidFill>
              <a:srgbClr val="ECF0F1"/>
            </a:solid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463614" tIns="1029293" rIns="592006" bIns="2297261" numCol="1" spcCol="1270" anchor="ctr" anchorCtr="0">
            <a:noAutofit/>
          </a:bodyPr>
          <a:lstStyle/>
          <a:p>
            <a:pPr lvl="0" algn="ctr" defTabSz="2266950">
              <a:lnSpc>
                <a:spcPct val="90000"/>
              </a:lnSpc>
              <a:spcBef>
                <a:spcPct val="0"/>
              </a:spcBef>
              <a:spcAft>
                <a:spcPct val="35000"/>
              </a:spcAft>
            </a:pPr>
            <a:endParaRPr lang="en-US" sz="5100" kern="1200"/>
          </a:p>
        </p:txBody>
      </p:sp>
      <p:sp>
        <p:nvSpPr>
          <p:cNvPr id="13" name="Freeform 12"/>
          <p:cNvSpPr/>
          <p:nvPr/>
        </p:nvSpPr>
        <p:spPr>
          <a:xfrm>
            <a:off x="2709979" y="1763489"/>
            <a:ext cx="1658916" cy="2488374"/>
          </a:xfrm>
          <a:custGeom>
            <a:avLst/>
            <a:gdLst>
              <a:gd name="connsiteX0" fmla="*/ 0 w 2275840"/>
              <a:gd name="connsiteY0" fmla="*/ 0 h 3413760"/>
              <a:gd name="connsiteX1" fmla="*/ 1970935 w 2275840"/>
              <a:gd name="connsiteY1" fmla="*/ 1137920 h 3413760"/>
              <a:gd name="connsiteX2" fmla="*/ 1970935 w 2275840"/>
              <a:gd name="connsiteY2" fmla="*/ 3413760 h 3413760"/>
              <a:gd name="connsiteX3" fmla="*/ 826661 w 2275840"/>
              <a:gd name="connsiteY3" fmla="*/ 2753113 h 3413760"/>
              <a:gd name="connsiteX4" fmla="*/ 1024657 w 2275840"/>
              <a:gd name="connsiteY4" fmla="*/ 2357121 h 3413760"/>
              <a:gd name="connsiteX5" fmla="*/ 542589 w 2275840"/>
              <a:gd name="connsiteY5" fmla="*/ 1392984 h 3413760"/>
              <a:gd name="connsiteX6" fmla="*/ 0 w 2275840"/>
              <a:gd name="connsiteY6" fmla="*/ 1392984 h 3413760"/>
              <a:gd name="connsiteX7" fmla="*/ 0 w 2275840"/>
              <a:gd name="connsiteY7" fmla="*/ 0 h 3413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75840" h="3413760">
                <a:moveTo>
                  <a:pt x="0" y="0"/>
                </a:moveTo>
                <a:cubicBezTo>
                  <a:pt x="813079" y="0"/>
                  <a:pt x="1564396" y="433773"/>
                  <a:pt x="1970935" y="1137920"/>
                </a:cubicBezTo>
                <a:cubicBezTo>
                  <a:pt x="2377475" y="1842067"/>
                  <a:pt x="2377475" y="2709613"/>
                  <a:pt x="1970935" y="3413760"/>
                </a:cubicBezTo>
                <a:lnTo>
                  <a:pt x="826661" y="2753113"/>
                </a:lnTo>
                <a:lnTo>
                  <a:pt x="1024657" y="2357121"/>
                </a:lnTo>
                <a:lnTo>
                  <a:pt x="542589" y="1392984"/>
                </a:lnTo>
                <a:lnTo>
                  <a:pt x="0" y="1392984"/>
                </a:lnTo>
                <a:lnTo>
                  <a:pt x="0" y="0"/>
                </a:lnTo>
                <a:close/>
              </a:path>
            </a:pathLst>
          </a:custGeom>
          <a:solidFill>
            <a:schemeClr val="accent6"/>
          </a:solidFill>
          <a:ln w="3175">
            <a:solidFill>
              <a:srgbClr val="ECF0F1"/>
            </a:solid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463614" tIns="1029293" rIns="592006" bIns="2297261" numCol="1" spcCol="1270" anchor="ctr" anchorCtr="0">
            <a:noAutofit/>
          </a:bodyPr>
          <a:lstStyle/>
          <a:p>
            <a:pPr lvl="0" algn="ctr" defTabSz="2266950">
              <a:lnSpc>
                <a:spcPct val="90000"/>
              </a:lnSpc>
              <a:spcBef>
                <a:spcPct val="0"/>
              </a:spcBef>
              <a:spcAft>
                <a:spcPct val="35000"/>
              </a:spcAft>
            </a:pPr>
            <a:endParaRPr lang="en-US" sz="5100" kern="1200"/>
          </a:p>
        </p:txBody>
      </p:sp>
      <p:sp>
        <p:nvSpPr>
          <p:cNvPr id="14" name="Freeform 13"/>
          <p:cNvSpPr/>
          <p:nvPr/>
        </p:nvSpPr>
        <p:spPr>
          <a:xfrm>
            <a:off x="1204984" y="3892865"/>
            <a:ext cx="2873326" cy="1306950"/>
          </a:xfrm>
          <a:custGeom>
            <a:avLst/>
            <a:gdLst>
              <a:gd name="connsiteX0" fmla="*/ 1134605 w 3941870"/>
              <a:gd name="connsiteY0" fmla="*/ 0 h 1792984"/>
              <a:gd name="connsiteX1" fmla="*/ 1334606 w 3941870"/>
              <a:gd name="connsiteY1" fmla="*/ 400002 h 1792984"/>
              <a:gd name="connsiteX2" fmla="*/ 2607267 w 3941870"/>
              <a:gd name="connsiteY2" fmla="*/ 400002 h 1792984"/>
              <a:gd name="connsiteX3" fmla="*/ 2807268 w 3941870"/>
              <a:gd name="connsiteY3" fmla="*/ 1 h 1792984"/>
              <a:gd name="connsiteX4" fmla="*/ 3941870 w 3941870"/>
              <a:gd name="connsiteY4" fmla="*/ 655064 h 1792984"/>
              <a:gd name="connsiteX5" fmla="*/ 1970935 w 3941870"/>
              <a:gd name="connsiteY5" fmla="*/ 1792984 h 1792984"/>
              <a:gd name="connsiteX6" fmla="*/ 0 w 3941870"/>
              <a:gd name="connsiteY6" fmla="*/ 655064 h 1792984"/>
              <a:gd name="connsiteX7" fmla="*/ 1134605 w 3941870"/>
              <a:gd name="connsiteY7" fmla="*/ 0 h 1792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41870" h="1792984">
                <a:moveTo>
                  <a:pt x="1134605" y="0"/>
                </a:moveTo>
                <a:lnTo>
                  <a:pt x="1334606" y="400002"/>
                </a:lnTo>
                <a:lnTo>
                  <a:pt x="2607267" y="400002"/>
                </a:lnTo>
                <a:lnTo>
                  <a:pt x="2807268" y="1"/>
                </a:lnTo>
                <a:lnTo>
                  <a:pt x="3941870" y="655064"/>
                </a:lnTo>
                <a:cubicBezTo>
                  <a:pt x="3535330" y="1359211"/>
                  <a:pt x="2784014" y="1792984"/>
                  <a:pt x="1970935" y="1792984"/>
                </a:cubicBezTo>
                <a:cubicBezTo>
                  <a:pt x="1157856" y="1792984"/>
                  <a:pt x="406539" y="1359211"/>
                  <a:pt x="0" y="655064"/>
                </a:cubicBezTo>
                <a:lnTo>
                  <a:pt x="1134605" y="0"/>
                </a:lnTo>
                <a:close/>
              </a:path>
            </a:pathLst>
          </a:custGeom>
          <a:solidFill>
            <a:schemeClr val="accent6"/>
          </a:solidFill>
          <a:ln w="3175">
            <a:solidFill>
              <a:srgbClr val="ECF0F1"/>
            </a:solid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463614" tIns="1029293" rIns="592006" bIns="2297261" numCol="1" spcCol="1270" anchor="ctr" anchorCtr="0">
            <a:noAutofit/>
          </a:bodyPr>
          <a:lstStyle/>
          <a:p>
            <a:pPr lvl="0" algn="ctr" defTabSz="2266950">
              <a:lnSpc>
                <a:spcPct val="90000"/>
              </a:lnSpc>
              <a:spcBef>
                <a:spcPct val="0"/>
              </a:spcBef>
              <a:spcAft>
                <a:spcPct val="35000"/>
              </a:spcAft>
            </a:pPr>
            <a:endParaRPr lang="en-US" sz="5100" kern="1200"/>
          </a:p>
        </p:txBody>
      </p:sp>
      <p:sp>
        <p:nvSpPr>
          <p:cNvPr id="15" name="TextBox 14"/>
          <p:cNvSpPr txBox="1"/>
          <p:nvPr/>
        </p:nvSpPr>
        <p:spPr>
          <a:xfrm>
            <a:off x="3512129" y="2761454"/>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02</a:t>
            </a:r>
          </a:p>
        </p:txBody>
      </p:sp>
      <p:sp>
        <p:nvSpPr>
          <p:cNvPr id="16" name="TextBox 15"/>
          <p:cNvSpPr txBox="1"/>
          <p:nvPr/>
        </p:nvSpPr>
        <p:spPr>
          <a:xfrm>
            <a:off x="1204984" y="2761454"/>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17" name="TextBox 16"/>
          <p:cNvSpPr txBox="1"/>
          <p:nvPr/>
        </p:nvSpPr>
        <p:spPr>
          <a:xfrm>
            <a:off x="2358557" y="4477117"/>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03</a:t>
            </a:r>
          </a:p>
        </p:txBody>
      </p:sp>
      <p:sp>
        <p:nvSpPr>
          <p:cNvPr id="18" name="TextBox 17"/>
          <p:cNvSpPr txBox="1"/>
          <p:nvPr/>
        </p:nvSpPr>
        <p:spPr>
          <a:xfrm>
            <a:off x="1268467" y="5425069"/>
            <a:ext cx="2746359" cy="707886"/>
          </a:xfrm>
          <a:prstGeom prst="rect">
            <a:avLst/>
          </a:prstGeom>
          <a:noFill/>
        </p:spPr>
        <p:txBody>
          <a:bodyPr wrap="square" rtlCol="0">
            <a:spAutoFit/>
          </a:bodyPr>
          <a:lstStyle/>
          <a:p>
            <a:pPr algn="ctr"/>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PROCESS</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19" name="TextBox 18"/>
          <p:cNvSpPr txBox="1"/>
          <p:nvPr/>
        </p:nvSpPr>
        <p:spPr>
          <a:xfrm>
            <a:off x="4722820" y="1763489"/>
            <a:ext cx="2746359"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0" name="TextBox 19"/>
          <p:cNvSpPr txBox="1"/>
          <p:nvPr/>
        </p:nvSpPr>
        <p:spPr>
          <a:xfrm>
            <a:off x="4722819" y="2984924"/>
            <a:ext cx="2746359"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1" name="TextBox 20"/>
          <p:cNvSpPr txBox="1"/>
          <p:nvPr/>
        </p:nvSpPr>
        <p:spPr>
          <a:xfrm>
            <a:off x="4722820" y="4206359"/>
            <a:ext cx="2746359"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7" name="Picture Placeholder 6"/>
          <p:cNvSpPr>
            <a:spLocks noGrp="1"/>
          </p:cNvSpPr>
          <p:nvPr>
            <p:ph type="pic" sz="quarter" idx="10"/>
          </p:nvPr>
        </p:nvSpPr>
        <p:spPr>
          <a:xfrm>
            <a:off x="7899888" y="0"/>
            <a:ext cx="4292111" cy="6858000"/>
          </a:xfrm>
        </p:spPr>
        <p:txBody>
          <a:bodyPr/>
          <a:lstStyle/>
          <a:p>
            <a:endParaRPr lang="en-MY"/>
          </a:p>
        </p:txBody>
      </p:sp>
    </p:spTree>
    <p:extLst>
      <p:ext uri="{BB962C8B-B14F-4D97-AF65-F5344CB8AC3E}">
        <p14:creationId xmlns:p14="http://schemas.microsoft.com/office/powerpoint/2010/main" val="2825002261"/>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1000" fill="hold"/>
                                        <p:tgtEl>
                                          <p:spTgt spid="12"/>
                                        </p:tgtEl>
                                        <p:attrNameLst>
                                          <p:attrName>ppt_w</p:attrName>
                                        </p:attrNameLst>
                                      </p:cBhvr>
                                      <p:tavLst>
                                        <p:tav tm="0">
                                          <p:val>
                                            <p:fltVal val="0"/>
                                          </p:val>
                                        </p:tav>
                                        <p:tav tm="100000">
                                          <p:val>
                                            <p:strVal val="#ppt_w"/>
                                          </p:val>
                                        </p:tav>
                                      </p:tavLst>
                                    </p:anim>
                                    <p:anim calcmode="lin" valueType="num">
                                      <p:cBhvr>
                                        <p:cTn id="8" dur="1000" fill="hold"/>
                                        <p:tgtEl>
                                          <p:spTgt spid="12"/>
                                        </p:tgtEl>
                                        <p:attrNameLst>
                                          <p:attrName>ppt_h</p:attrName>
                                        </p:attrNameLst>
                                      </p:cBhvr>
                                      <p:tavLst>
                                        <p:tav tm="0">
                                          <p:val>
                                            <p:fltVal val="0"/>
                                          </p:val>
                                        </p:tav>
                                        <p:tav tm="100000">
                                          <p:val>
                                            <p:strVal val="#ppt_h"/>
                                          </p:val>
                                        </p:tav>
                                      </p:tavLst>
                                    </p:anim>
                                    <p:anim calcmode="lin" valueType="num">
                                      <p:cBhvr>
                                        <p:cTn id="9" dur="1000" fill="hold"/>
                                        <p:tgtEl>
                                          <p:spTgt spid="12"/>
                                        </p:tgtEl>
                                        <p:attrNameLst>
                                          <p:attrName>style.rotation</p:attrName>
                                        </p:attrNameLst>
                                      </p:cBhvr>
                                      <p:tavLst>
                                        <p:tav tm="0">
                                          <p:val>
                                            <p:fltVal val="90"/>
                                          </p:val>
                                        </p:tav>
                                        <p:tav tm="100000">
                                          <p:val>
                                            <p:fltVal val="0"/>
                                          </p:val>
                                        </p:tav>
                                      </p:tavLst>
                                    </p:anim>
                                    <p:animEffect transition="in" filter="fade">
                                      <p:cBhvr>
                                        <p:cTn id="10" dur="1000"/>
                                        <p:tgtEl>
                                          <p:spTgt spid="12"/>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3"/>
                                        </p:tgtEl>
                                        <p:attrNameLst>
                                          <p:attrName>style.visibility</p:attrName>
                                        </p:attrNameLst>
                                      </p:cBhvr>
                                      <p:to>
                                        <p:strVal val="visible"/>
                                      </p:to>
                                    </p:set>
                                    <p:anim calcmode="lin" valueType="num">
                                      <p:cBhvr>
                                        <p:cTn id="13" dur="1000" fill="hold"/>
                                        <p:tgtEl>
                                          <p:spTgt spid="13"/>
                                        </p:tgtEl>
                                        <p:attrNameLst>
                                          <p:attrName>ppt_w</p:attrName>
                                        </p:attrNameLst>
                                      </p:cBhvr>
                                      <p:tavLst>
                                        <p:tav tm="0">
                                          <p:val>
                                            <p:fltVal val="0"/>
                                          </p:val>
                                        </p:tav>
                                        <p:tav tm="100000">
                                          <p:val>
                                            <p:strVal val="#ppt_w"/>
                                          </p:val>
                                        </p:tav>
                                      </p:tavLst>
                                    </p:anim>
                                    <p:anim calcmode="lin" valueType="num">
                                      <p:cBhvr>
                                        <p:cTn id="14" dur="1000" fill="hold"/>
                                        <p:tgtEl>
                                          <p:spTgt spid="13"/>
                                        </p:tgtEl>
                                        <p:attrNameLst>
                                          <p:attrName>ppt_h</p:attrName>
                                        </p:attrNameLst>
                                      </p:cBhvr>
                                      <p:tavLst>
                                        <p:tav tm="0">
                                          <p:val>
                                            <p:fltVal val="0"/>
                                          </p:val>
                                        </p:tav>
                                        <p:tav tm="100000">
                                          <p:val>
                                            <p:strVal val="#ppt_h"/>
                                          </p:val>
                                        </p:tav>
                                      </p:tavLst>
                                    </p:anim>
                                    <p:anim calcmode="lin" valueType="num">
                                      <p:cBhvr>
                                        <p:cTn id="15" dur="1000" fill="hold"/>
                                        <p:tgtEl>
                                          <p:spTgt spid="13"/>
                                        </p:tgtEl>
                                        <p:attrNameLst>
                                          <p:attrName>style.rotation</p:attrName>
                                        </p:attrNameLst>
                                      </p:cBhvr>
                                      <p:tavLst>
                                        <p:tav tm="0">
                                          <p:val>
                                            <p:fltVal val="90"/>
                                          </p:val>
                                        </p:tav>
                                        <p:tav tm="100000">
                                          <p:val>
                                            <p:fltVal val="0"/>
                                          </p:val>
                                        </p:tav>
                                      </p:tavLst>
                                    </p:anim>
                                    <p:animEffect transition="in" filter="fade">
                                      <p:cBhvr>
                                        <p:cTn id="16" dur="1000"/>
                                        <p:tgtEl>
                                          <p:spTgt spid="13"/>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1000" fill="hold"/>
                                        <p:tgtEl>
                                          <p:spTgt spid="14"/>
                                        </p:tgtEl>
                                        <p:attrNameLst>
                                          <p:attrName>ppt_w</p:attrName>
                                        </p:attrNameLst>
                                      </p:cBhvr>
                                      <p:tavLst>
                                        <p:tav tm="0">
                                          <p:val>
                                            <p:fltVal val="0"/>
                                          </p:val>
                                        </p:tav>
                                        <p:tav tm="100000">
                                          <p:val>
                                            <p:strVal val="#ppt_w"/>
                                          </p:val>
                                        </p:tav>
                                      </p:tavLst>
                                    </p:anim>
                                    <p:anim calcmode="lin" valueType="num">
                                      <p:cBhvr>
                                        <p:cTn id="20" dur="1000" fill="hold"/>
                                        <p:tgtEl>
                                          <p:spTgt spid="14"/>
                                        </p:tgtEl>
                                        <p:attrNameLst>
                                          <p:attrName>ppt_h</p:attrName>
                                        </p:attrNameLst>
                                      </p:cBhvr>
                                      <p:tavLst>
                                        <p:tav tm="0">
                                          <p:val>
                                            <p:fltVal val="0"/>
                                          </p:val>
                                        </p:tav>
                                        <p:tav tm="100000">
                                          <p:val>
                                            <p:strVal val="#ppt_h"/>
                                          </p:val>
                                        </p:tav>
                                      </p:tavLst>
                                    </p:anim>
                                    <p:anim calcmode="lin" valueType="num">
                                      <p:cBhvr>
                                        <p:cTn id="21" dur="1000" fill="hold"/>
                                        <p:tgtEl>
                                          <p:spTgt spid="14"/>
                                        </p:tgtEl>
                                        <p:attrNameLst>
                                          <p:attrName>style.rotation</p:attrName>
                                        </p:attrNameLst>
                                      </p:cBhvr>
                                      <p:tavLst>
                                        <p:tav tm="0">
                                          <p:val>
                                            <p:fltVal val="90"/>
                                          </p:val>
                                        </p:tav>
                                        <p:tav tm="100000">
                                          <p:val>
                                            <p:fltVal val="0"/>
                                          </p:val>
                                        </p:tav>
                                      </p:tavLst>
                                    </p:anim>
                                    <p:animEffect transition="in" filter="fade">
                                      <p:cBhvr>
                                        <p:cTn id="22"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62</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5476660" y="1757735"/>
            <a:ext cx="1238680" cy="1238680"/>
          </a:xfrm>
          <a:prstGeom prst="ellipse">
            <a:avLst/>
          </a:prstGeom>
          <a:solidFill>
            <a:schemeClr val="bg1">
              <a:alpha val="60000"/>
            </a:schemeClr>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a:off x="5924884" y="1961586"/>
            <a:ext cx="171746" cy="830978"/>
          </a:xfrm>
          <a:custGeom>
            <a:avLst/>
            <a:gdLst>
              <a:gd name="connsiteX0" fmla="*/ 101333 w 171746"/>
              <a:gd name="connsiteY0" fmla="*/ 162573 h 830978"/>
              <a:gd name="connsiteX1" fmla="*/ 141866 w 171746"/>
              <a:gd name="connsiteY1" fmla="*/ 162573 h 830978"/>
              <a:gd name="connsiteX2" fmla="*/ 149972 w 171746"/>
              <a:gd name="connsiteY2" fmla="*/ 162573 h 830978"/>
              <a:gd name="connsiteX3" fmla="*/ 162639 w 171746"/>
              <a:gd name="connsiteY3" fmla="*/ 162573 h 830978"/>
              <a:gd name="connsiteX4" fmla="*/ 171746 w 171746"/>
              <a:gd name="connsiteY4" fmla="*/ 162573 h 830978"/>
              <a:gd name="connsiteX5" fmla="*/ 171746 w 171746"/>
              <a:gd name="connsiteY5" fmla="*/ 484840 h 830978"/>
              <a:gd name="connsiteX6" fmla="*/ 166185 w 171746"/>
              <a:gd name="connsiteY6" fmla="*/ 484840 h 830978"/>
              <a:gd name="connsiteX7" fmla="*/ 166185 w 171746"/>
              <a:gd name="connsiteY7" fmla="*/ 787213 h 830978"/>
              <a:gd name="connsiteX8" fmla="*/ 125653 w 171746"/>
              <a:gd name="connsiteY8" fmla="*/ 830978 h 830978"/>
              <a:gd name="connsiteX9" fmla="*/ 81066 w 171746"/>
              <a:gd name="connsiteY9" fmla="*/ 787213 h 830978"/>
              <a:gd name="connsiteX10" fmla="*/ 81066 w 171746"/>
              <a:gd name="connsiteY10" fmla="*/ 484840 h 830978"/>
              <a:gd name="connsiteX11" fmla="*/ 81066 w 171746"/>
              <a:gd name="connsiteY11" fmla="*/ 468925 h 830978"/>
              <a:gd name="connsiteX12" fmla="*/ 81066 w 171746"/>
              <a:gd name="connsiteY12" fmla="*/ 345589 h 830978"/>
              <a:gd name="connsiteX13" fmla="*/ 81066 w 171746"/>
              <a:gd name="connsiteY13" fmla="*/ 273974 h 830978"/>
              <a:gd name="connsiteX14" fmla="*/ 64853 w 171746"/>
              <a:gd name="connsiteY14" fmla="*/ 273974 h 830978"/>
              <a:gd name="connsiteX15" fmla="*/ 64853 w 171746"/>
              <a:gd name="connsiteY15" fmla="*/ 341610 h 830978"/>
              <a:gd name="connsiteX16" fmla="*/ 64853 w 171746"/>
              <a:gd name="connsiteY16" fmla="*/ 453011 h 830978"/>
              <a:gd name="connsiteX17" fmla="*/ 32426 w 171746"/>
              <a:gd name="connsiteY17" fmla="*/ 484840 h 830978"/>
              <a:gd name="connsiteX18" fmla="*/ 0 w 171746"/>
              <a:gd name="connsiteY18" fmla="*/ 453011 h 830978"/>
              <a:gd name="connsiteX19" fmla="*/ 0 w 171746"/>
              <a:gd name="connsiteY19" fmla="*/ 262038 h 830978"/>
              <a:gd name="connsiteX20" fmla="*/ 101333 w 171746"/>
              <a:gd name="connsiteY20" fmla="*/ 162573 h 830978"/>
              <a:gd name="connsiteX21" fmla="*/ 171746 w 171746"/>
              <a:gd name="connsiteY21" fmla="*/ 0 h 830978"/>
              <a:gd name="connsiteX22" fmla="*/ 171746 w 171746"/>
              <a:gd name="connsiteY22" fmla="*/ 145574 h 830978"/>
              <a:gd name="connsiteX23" fmla="*/ 147327 w 171746"/>
              <a:gd name="connsiteY23" fmla="*/ 140729 h 830978"/>
              <a:gd name="connsiteX24" fmla="*/ 101497 w 171746"/>
              <a:gd name="connsiteY24" fmla="*/ 72787 h 830978"/>
              <a:gd name="connsiteX25" fmla="*/ 147327 w 171746"/>
              <a:gd name="connsiteY25" fmla="*/ 4845 h 830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1746" h="830978">
                <a:moveTo>
                  <a:pt x="101333" y="162573"/>
                </a:moveTo>
                <a:cubicBezTo>
                  <a:pt x="101333" y="162573"/>
                  <a:pt x="101333" y="162573"/>
                  <a:pt x="141866" y="162573"/>
                </a:cubicBezTo>
                <a:cubicBezTo>
                  <a:pt x="141866" y="162573"/>
                  <a:pt x="141866" y="162573"/>
                  <a:pt x="149972" y="162573"/>
                </a:cubicBezTo>
                <a:cubicBezTo>
                  <a:pt x="149972" y="162573"/>
                  <a:pt x="149972" y="162573"/>
                  <a:pt x="162639" y="162573"/>
                </a:cubicBezTo>
                <a:lnTo>
                  <a:pt x="171746" y="162573"/>
                </a:lnTo>
                <a:lnTo>
                  <a:pt x="171746" y="484840"/>
                </a:lnTo>
                <a:lnTo>
                  <a:pt x="166185" y="484840"/>
                </a:lnTo>
                <a:cubicBezTo>
                  <a:pt x="166185" y="484840"/>
                  <a:pt x="166185" y="484840"/>
                  <a:pt x="166185" y="787213"/>
                </a:cubicBezTo>
                <a:cubicBezTo>
                  <a:pt x="166185" y="811085"/>
                  <a:pt x="149972" y="830978"/>
                  <a:pt x="125653" y="830978"/>
                </a:cubicBezTo>
                <a:cubicBezTo>
                  <a:pt x="101333" y="830978"/>
                  <a:pt x="81066" y="811085"/>
                  <a:pt x="81066" y="787213"/>
                </a:cubicBezTo>
                <a:cubicBezTo>
                  <a:pt x="81066" y="787213"/>
                  <a:pt x="81066" y="787213"/>
                  <a:pt x="81066" y="484840"/>
                </a:cubicBezTo>
                <a:cubicBezTo>
                  <a:pt x="81066" y="484840"/>
                  <a:pt x="81066" y="484840"/>
                  <a:pt x="81066" y="468925"/>
                </a:cubicBezTo>
                <a:cubicBezTo>
                  <a:pt x="81066" y="468925"/>
                  <a:pt x="81066" y="468925"/>
                  <a:pt x="81066" y="345589"/>
                </a:cubicBezTo>
                <a:cubicBezTo>
                  <a:pt x="81066" y="345589"/>
                  <a:pt x="81066" y="345589"/>
                  <a:pt x="81066" y="273974"/>
                </a:cubicBezTo>
                <a:cubicBezTo>
                  <a:pt x="81066" y="273974"/>
                  <a:pt x="81066" y="273974"/>
                  <a:pt x="64853" y="273974"/>
                </a:cubicBezTo>
                <a:cubicBezTo>
                  <a:pt x="64853" y="273974"/>
                  <a:pt x="64853" y="273974"/>
                  <a:pt x="64853" y="341610"/>
                </a:cubicBezTo>
                <a:cubicBezTo>
                  <a:pt x="64853" y="341610"/>
                  <a:pt x="64853" y="341610"/>
                  <a:pt x="64853" y="453011"/>
                </a:cubicBezTo>
                <a:cubicBezTo>
                  <a:pt x="64853" y="472904"/>
                  <a:pt x="52693" y="484840"/>
                  <a:pt x="32426" y="484840"/>
                </a:cubicBezTo>
                <a:cubicBezTo>
                  <a:pt x="16213" y="484840"/>
                  <a:pt x="0" y="472904"/>
                  <a:pt x="0" y="453011"/>
                </a:cubicBezTo>
                <a:cubicBezTo>
                  <a:pt x="0" y="453011"/>
                  <a:pt x="0" y="453011"/>
                  <a:pt x="0" y="262038"/>
                </a:cubicBezTo>
                <a:cubicBezTo>
                  <a:pt x="0" y="206338"/>
                  <a:pt x="48640" y="162573"/>
                  <a:pt x="101333" y="162573"/>
                </a:cubicBezTo>
                <a:close/>
                <a:moveTo>
                  <a:pt x="171746" y="0"/>
                </a:moveTo>
                <a:lnTo>
                  <a:pt x="171746" y="145574"/>
                </a:lnTo>
                <a:lnTo>
                  <a:pt x="147327" y="140729"/>
                </a:lnTo>
                <a:cubicBezTo>
                  <a:pt x="120395" y="129536"/>
                  <a:pt x="101497" y="103330"/>
                  <a:pt x="101497" y="72787"/>
                </a:cubicBezTo>
                <a:cubicBezTo>
                  <a:pt x="101497" y="42244"/>
                  <a:pt x="120395" y="16039"/>
                  <a:pt x="147327" y="4845"/>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a:off x="6096630" y="1962003"/>
            <a:ext cx="170487" cy="830561"/>
          </a:xfrm>
          <a:custGeom>
            <a:avLst/>
            <a:gdLst>
              <a:gd name="connsiteX0" fmla="*/ 0 w 170487"/>
              <a:gd name="connsiteY0" fmla="*/ 160482 h 830561"/>
              <a:gd name="connsiteX1" fmla="*/ 1055 w 170487"/>
              <a:gd name="connsiteY1" fmla="*/ 160482 h 830561"/>
              <a:gd name="connsiteX2" fmla="*/ 27262 w 170487"/>
              <a:gd name="connsiteY2" fmla="*/ 160482 h 830561"/>
              <a:gd name="connsiteX3" fmla="*/ 113374 w 170487"/>
              <a:gd name="connsiteY3" fmla="*/ 233141 h 830561"/>
              <a:gd name="connsiteX4" fmla="*/ 117118 w 170487"/>
              <a:gd name="connsiteY4" fmla="*/ 233141 h 830561"/>
              <a:gd name="connsiteX5" fmla="*/ 169533 w 170487"/>
              <a:gd name="connsiteY5" fmla="*/ 414789 h 830561"/>
              <a:gd name="connsiteX6" fmla="*/ 150814 w 170487"/>
              <a:gd name="connsiteY6" fmla="*/ 455155 h 830561"/>
              <a:gd name="connsiteX7" fmla="*/ 117118 w 170487"/>
              <a:gd name="connsiteY7" fmla="*/ 434972 h 830561"/>
              <a:gd name="connsiteX8" fmla="*/ 64702 w 170487"/>
              <a:gd name="connsiteY8" fmla="*/ 261397 h 830561"/>
              <a:gd name="connsiteX9" fmla="*/ 53470 w 170487"/>
              <a:gd name="connsiteY9" fmla="*/ 261397 h 830561"/>
              <a:gd name="connsiteX10" fmla="*/ 143326 w 170487"/>
              <a:gd name="connsiteY10" fmla="*/ 560107 h 830561"/>
              <a:gd name="connsiteX11" fmla="*/ 72190 w 170487"/>
              <a:gd name="connsiteY11" fmla="*/ 560107 h 830561"/>
              <a:gd name="connsiteX12" fmla="*/ 72190 w 170487"/>
              <a:gd name="connsiteY12" fmla="*/ 798268 h 830561"/>
              <a:gd name="connsiteX13" fmla="*/ 38494 w 170487"/>
              <a:gd name="connsiteY13" fmla="*/ 830561 h 830561"/>
              <a:gd name="connsiteX14" fmla="*/ 8543 w 170487"/>
              <a:gd name="connsiteY14" fmla="*/ 798268 h 830561"/>
              <a:gd name="connsiteX15" fmla="*/ 8543 w 170487"/>
              <a:gd name="connsiteY15" fmla="*/ 560107 h 830561"/>
              <a:gd name="connsiteX16" fmla="*/ 5267 w 170487"/>
              <a:gd name="connsiteY16" fmla="*/ 560107 h 830561"/>
              <a:gd name="connsiteX17" fmla="*/ 0 w 170487"/>
              <a:gd name="connsiteY17" fmla="*/ 560107 h 830561"/>
              <a:gd name="connsiteX18" fmla="*/ 0 w 170487"/>
              <a:gd name="connsiteY18" fmla="*/ 0 h 830561"/>
              <a:gd name="connsiteX19" fmla="*/ 22342 w 170487"/>
              <a:gd name="connsiteY19" fmla="*/ 4740 h 830561"/>
              <a:gd name="connsiteX20" fmla="*/ 64555 w 170487"/>
              <a:gd name="connsiteY20" fmla="*/ 71663 h 830561"/>
              <a:gd name="connsiteX21" fmla="*/ 22342 w 170487"/>
              <a:gd name="connsiteY21" fmla="*/ 138586 h 830561"/>
              <a:gd name="connsiteX22" fmla="*/ 0 w 170487"/>
              <a:gd name="connsiteY22" fmla="*/ 143326 h 83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0487" h="830561">
                <a:moveTo>
                  <a:pt x="0" y="160482"/>
                </a:moveTo>
                <a:lnTo>
                  <a:pt x="1055" y="160482"/>
                </a:lnTo>
                <a:cubicBezTo>
                  <a:pt x="16031" y="160482"/>
                  <a:pt x="12287" y="160482"/>
                  <a:pt x="27262" y="160482"/>
                </a:cubicBezTo>
                <a:cubicBezTo>
                  <a:pt x="45983" y="160482"/>
                  <a:pt x="90910" y="172592"/>
                  <a:pt x="113374" y="233141"/>
                </a:cubicBezTo>
                <a:cubicBezTo>
                  <a:pt x="113374" y="233141"/>
                  <a:pt x="113374" y="233141"/>
                  <a:pt x="117118" y="233141"/>
                </a:cubicBezTo>
                <a:cubicBezTo>
                  <a:pt x="117118" y="233141"/>
                  <a:pt x="117118" y="233141"/>
                  <a:pt x="169533" y="414789"/>
                </a:cubicBezTo>
                <a:cubicBezTo>
                  <a:pt x="173277" y="430935"/>
                  <a:pt x="165790" y="447082"/>
                  <a:pt x="150814" y="455155"/>
                </a:cubicBezTo>
                <a:cubicBezTo>
                  <a:pt x="139582" y="459192"/>
                  <a:pt x="124606" y="451119"/>
                  <a:pt x="117118" y="434972"/>
                </a:cubicBezTo>
                <a:cubicBezTo>
                  <a:pt x="117118" y="434972"/>
                  <a:pt x="117118" y="434972"/>
                  <a:pt x="64702" y="261397"/>
                </a:cubicBezTo>
                <a:cubicBezTo>
                  <a:pt x="64702" y="261397"/>
                  <a:pt x="64702" y="261397"/>
                  <a:pt x="53470" y="261397"/>
                </a:cubicBezTo>
                <a:cubicBezTo>
                  <a:pt x="53470" y="261397"/>
                  <a:pt x="53470" y="261397"/>
                  <a:pt x="143326" y="560107"/>
                </a:cubicBezTo>
                <a:cubicBezTo>
                  <a:pt x="143326" y="560107"/>
                  <a:pt x="143326" y="560107"/>
                  <a:pt x="72190" y="560107"/>
                </a:cubicBezTo>
                <a:cubicBezTo>
                  <a:pt x="72190" y="560107"/>
                  <a:pt x="72190" y="560107"/>
                  <a:pt x="72190" y="798268"/>
                </a:cubicBezTo>
                <a:cubicBezTo>
                  <a:pt x="72190" y="818451"/>
                  <a:pt x="57214" y="830561"/>
                  <a:pt x="38494" y="830561"/>
                </a:cubicBezTo>
                <a:cubicBezTo>
                  <a:pt x="19775" y="830561"/>
                  <a:pt x="8543" y="818451"/>
                  <a:pt x="8543" y="798268"/>
                </a:cubicBezTo>
                <a:cubicBezTo>
                  <a:pt x="8543" y="798268"/>
                  <a:pt x="8543" y="798268"/>
                  <a:pt x="8543" y="560107"/>
                </a:cubicBezTo>
                <a:cubicBezTo>
                  <a:pt x="8543" y="560107"/>
                  <a:pt x="8543" y="560107"/>
                  <a:pt x="5267" y="560107"/>
                </a:cubicBezTo>
                <a:lnTo>
                  <a:pt x="0" y="560107"/>
                </a:lnTo>
                <a:close/>
                <a:moveTo>
                  <a:pt x="0" y="0"/>
                </a:moveTo>
                <a:lnTo>
                  <a:pt x="22342" y="4740"/>
                </a:lnTo>
                <a:cubicBezTo>
                  <a:pt x="47149" y="15766"/>
                  <a:pt x="64555" y="41578"/>
                  <a:pt x="64555" y="71663"/>
                </a:cubicBezTo>
                <a:cubicBezTo>
                  <a:pt x="64555" y="101748"/>
                  <a:pt x="47149" y="127560"/>
                  <a:pt x="22342" y="138586"/>
                </a:cubicBezTo>
                <a:lnTo>
                  <a:pt x="0" y="143326"/>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4491526" y="1730753"/>
            <a:ext cx="814647" cy="461665"/>
          </a:xfrm>
          <a:prstGeom prst="rect">
            <a:avLst/>
          </a:prstGeom>
          <a:noFill/>
        </p:spPr>
        <p:txBody>
          <a:bodyPr wrap="none" rtlCol="0">
            <a:spAutoFit/>
          </a:bodyPr>
          <a:lstStyle/>
          <a:p>
            <a:pPr algn="r"/>
            <a:r>
              <a:rPr lang="en-US" sz="24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19" name="TextBox 18"/>
          <p:cNvSpPr txBox="1"/>
          <p:nvPr/>
        </p:nvSpPr>
        <p:spPr>
          <a:xfrm>
            <a:off x="6885827" y="1730752"/>
            <a:ext cx="814647" cy="461665"/>
          </a:xfrm>
          <a:prstGeom prst="rect">
            <a:avLst/>
          </a:prstGeom>
          <a:noFill/>
        </p:spPr>
        <p:txBody>
          <a:bodyPr wrap="none" rtlCol="0">
            <a:spAutoFit/>
          </a:bodyPr>
          <a:lstStyle/>
          <a:p>
            <a:r>
              <a:rPr lang="en-US" sz="24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20" name="TextBox 19"/>
          <p:cNvSpPr txBox="1"/>
          <p:nvPr/>
        </p:nvSpPr>
        <p:spPr>
          <a:xfrm>
            <a:off x="6885827" y="2350084"/>
            <a:ext cx="2746359"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FEMALE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1" name="TextBox 20"/>
          <p:cNvSpPr txBox="1"/>
          <p:nvPr/>
        </p:nvSpPr>
        <p:spPr>
          <a:xfrm>
            <a:off x="2559814" y="2350083"/>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MALE</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2" name="Freeform 21"/>
          <p:cNvSpPr>
            <a:spLocks noChangeArrowheads="1"/>
          </p:cNvSpPr>
          <p:nvPr/>
        </p:nvSpPr>
        <p:spPr bwMode="auto">
          <a:xfrm>
            <a:off x="3972283"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3" name="Freeform 22"/>
          <p:cNvSpPr>
            <a:spLocks noChangeArrowheads="1"/>
          </p:cNvSpPr>
          <p:nvPr/>
        </p:nvSpPr>
        <p:spPr bwMode="auto">
          <a:xfrm>
            <a:off x="4182812"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4" name="Freeform 23"/>
          <p:cNvSpPr>
            <a:spLocks noChangeArrowheads="1"/>
          </p:cNvSpPr>
          <p:nvPr/>
        </p:nvSpPr>
        <p:spPr bwMode="auto">
          <a:xfrm>
            <a:off x="4393341"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5" name="Freeform 24"/>
          <p:cNvSpPr>
            <a:spLocks noChangeArrowheads="1"/>
          </p:cNvSpPr>
          <p:nvPr/>
        </p:nvSpPr>
        <p:spPr bwMode="auto">
          <a:xfrm>
            <a:off x="4603870"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6" name="Freeform 25"/>
          <p:cNvSpPr>
            <a:spLocks noChangeArrowheads="1"/>
          </p:cNvSpPr>
          <p:nvPr/>
        </p:nvSpPr>
        <p:spPr bwMode="auto">
          <a:xfrm>
            <a:off x="4814399"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7" name="Freeform 26"/>
          <p:cNvSpPr>
            <a:spLocks noChangeArrowheads="1"/>
          </p:cNvSpPr>
          <p:nvPr/>
        </p:nvSpPr>
        <p:spPr bwMode="auto">
          <a:xfrm>
            <a:off x="5024928"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8" name="Freeform 27"/>
          <p:cNvSpPr>
            <a:spLocks/>
          </p:cNvSpPr>
          <p:nvPr/>
        </p:nvSpPr>
        <p:spPr bwMode="auto">
          <a:xfrm>
            <a:off x="7001031"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9" name="Freeform 28"/>
          <p:cNvSpPr>
            <a:spLocks/>
          </p:cNvSpPr>
          <p:nvPr/>
        </p:nvSpPr>
        <p:spPr bwMode="auto">
          <a:xfrm>
            <a:off x="7211280"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0" name="Freeform 29"/>
          <p:cNvSpPr>
            <a:spLocks/>
          </p:cNvSpPr>
          <p:nvPr/>
        </p:nvSpPr>
        <p:spPr bwMode="auto">
          <a:xfrm>
            <a:off x="7421529"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1" name="Freeform 30"/>
          <p:cNvSpPr>
            <a:spLocks/>
          </p:cNvSpPr>
          <p:nvPr/>
        </p:nvSpPr>
        <p:spPr bwMode="auto">
          <a:xfrm>
            <a:off x="7631778"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2" name="Freeform 31"/>
          <p:cNvSpPr>
            <a:spLocks/>
          </p:cNvSpPr>
          <p:nvPr/>
        </p:nvSpPr>
        <p:spPr bwMode="auto">
          <a:xfrm>
            <a:off x="7842027"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3" name="Freeform 32"/>
          <p:cNvSpPr>
            <a:spLocks/>
          </p:cNvSpPr>
          <p:nvPr/>
        </p:nvSpPr>
        <p:spPr bwMode="auto">
          <a:xfrm>
            <a:off x="8052276"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4" name="Freeform 33"/>
          <p:cNvSpPr>
            <a:spLocks/>
          </p:cNvSpPr>
          <p:nvPr/>
        </p:nvSpPr>
        <p:spPr bwMode="auto">
          <a:xfrm>
            <a:off x="8262525"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5" name="Oval 34"/>
          <p:cNvSpPr/>
          <p:nvPr/>
        </p:nvSpPr>
        <p:spPr>
          <a:xfrm>
            <a:off x="5476660" y="4138965"/>
            <a:ext cx="1238680" cy="1238680"/>
          </a:xfrm>
          <a:prstGeom prst="ellipse">
            <a:avLst/>
          </a:prstGeom>
          <a:solidFill>
            <a:schemeClr val="bg1">
              <a:alpha val="60000"/>
            </a:schemeClr>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36"/>
          <p:cNvSpPr/>
          <p:nvPr/>
        </p:nvSpPr>
        <p:spPr>
          <a:xfrm>
            <a:off x="5924884" y="4342816"/>
            <a:ext cx="171746" cy="830978"/>
          </a:xfrm>
          <a:custGeom>
            <a:avLst/>
            <a:gdLst>
              <a:gd name="connsiteX0" fmla="*/ 101333 w 171746"/>
              <a:gd name="connsiteY0" fmla="*/ 162573 h 830978"/>
              <a:gd name="connsiteX1" fmla="*/ 141866 w 171746"/>
              <a:gd name="connsiteY1" fmla="*/ 162573 h 830978"/>
              <a:gd name="connsiteX2" fmla="*/ 149972 w 171746"/>
              <a:gd name="connsiteY2" fmla="*/ 162573 h 830978"/>
              <a:gd name="connsiteX3" fmla="*/ 162639 w 171746"/>
              <a:gd name="connsiteY3" fmla="*/ 162573 h 830978"/>
              <a:gd name="connsiteX4" fmla="*/ 171746 w 171746"/>
              <a:gd name="connsiteY4" fmla="*/ 162573 h 830978"/>
              <a:gd name="connsiteX5" fmla="*/ 171746 w 171746"/>
              <a:gd name="connsiteY5" fmla="*/ 484840 h 830978"/>
              <a:gd name="connsiteX6" fmla="*/ 166185 w 171746"/>
              <a:gd name="connsiteY6" fmla="*/ 484840 h 830978"/>
              <a:gd name="connsiteX7" fmla="*/ 166185 w 171746"/>
              <a:gd name="connsiteY7" fmla="*/ 787213 h 830978"/>
              <a:gd name="connsiteX8" fmla="*/ 125653 w 171746"/>
              <a:gd name="connsiteY8" fmla="*/ 830978 h 830978"/>
              <a:gd name="connsiteX9" fmla="*/ 81066 w 171746"/>
              <a:gd name="connsiteY9" fmla="*/ 787213 h 830978"/>
              <a:gd name="connsiteX10" fmla="*/ 81066 w 171746"/>
              <a:gd name="connsiteY10" fmla="*/ 484840 h 830978"/>
              <a:gd name="connsiteX11" fmla="*/ 81066 w 171746"/>
              <a:gd name="connsiteY11" fmla="*/ 468925 h 830978"/>
              <a:gd name="connsiteX12" fmla="*/ 81066 w 171746"/>
              <a:gd name="connsiteY12" fmla="*/ 345589 h 830978"/>
              <a:gd name="connsiteX13" fmla="*/ 81066 w 171746"/>
              <a:gd name="connsiteY13" fmla="*/ 273974 h 830978"/>
              <a:gd name="connsiteX14" fmla="*/ 64853 w 171746"/>
              <a:gd name="connsiteY14" fmla="*/ 273974 h 830978"/>
              <a:gd name="connsiteX15" fmla="*/ 64853 w 171746"/>
              <a:gd name="connsiteY15" fmla="*/ 341610 h 830978"/>
              <a:gd name="connsiteX16" fmla="*/ 64853 w 171746"/>
              <a:gd name="connsiteY16" fmla="*/ 453011 h 830978"/>
              <a:gd name="connsiteX17" fmla="*/ 32426 w 171746"/>
              <a:gd name="connsiteY17" fmla="*/ 484840 h 830978"/>
              <a:gd name="connsiteX18" fmla="*/ 0 w 171746"/>
              <a:gd name="connsiteY18" fmla="*/ 453011 h 830978"/>
              <a:gd name="connsiteX19" fmla="*/ 0 w 171746"/>
              <a:gd name="connsiteY19" fmla="*/ 262038 h 830978"/>
              <a:gd name="connsiteX20" fmla="*/ 101333 w 171746"/>
              <a:gd name="connsiteY20" fmla="*/ 162573 h 830978"/>
              <a:gd name="connsiteX21" fmla="*/ 171746 w 171746"/>
              <a:gd name="connsiteY21" fmla="*/ 0 h 830978"/>
              <a:gd name="connsiteX22" fmla="*/ 171746 w 171746"/>
              <a:gd name="connsiteY22" fmla="*/ 145574 h 830978"/>
              <a:gd name="connsiteX23" fmla="*/ 147327 w 171746"/>
              <a:gd name="connsiteY23" fmla="*/ 140729 h 830978"/>
              <a:gd name="connsiteX24" fmla="*/ 101497 w 171746"/>
              <a:gd name="connsiteY24" fmla="*/ 72787 h 830978"/>
              <a:gd name="connsiteX25" fmla="*/ 147327 w 171746"/>
              <a:gd name="connsiteY25" fmla="*/ 4845 h 830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1746" h="830978">
                <a:moveTo>
                  <a:pt x="101333" y="162573"/>
                </a:moveTo>
                <a:cubicBezTo>
                  <a:pt x="101333" y="162573"/>
                  <a:pt x="101333" y="162573"/>
                  <a:pt x="141866" y="162573"/>
                </a:cubicBezTo>
                <a:cubicBezTo>
                  <a:pt x="141866" y="162573"/>
                  <a:pt x="141866" y="162573"/>
                  <a:pt x="149972" y="162573"/>
                </a:cubicBezTo>
                <a:cubicBezTo>
                  <a:pt x="149972" y="162573"/>
                  <a:pt x="149972" y="162573"/>
                  <a:pt x="162639" y="162573"/>
                </a:cubicBezTo>
                <a:lnTo>
                  <a:pt x="171746" y="162573"/>
                </a:lnTo>
                <a:lnTo>
                  <a:pt x="171746" y="484840"/>
                </a:lnTo>
                <a:lnTo>
                  <a:pt x="166185" y="484840"/>
                </a:lnTo>
                <a:cubicBezTo>
                  <a:pt x="166185" y="484840"/>
                  <a:pt x="166185" y="484840"/>
                  <a:pt x="166185" y="787213"/>
                </a:cubicBezTo>
                <a:cubicBezTo>
                  <a:pt x="166185" y="811085"/>
                  <a:pt x="149972" y="830978"/>
                  <a:pt x="125653" y="830978"/>
                </a:cubicBezTo>
                <a:cubicBezTo>
                  <a:pt x="101333" y="830978"/>
                  <a:pt x="81066" y="811085"/>
                  <a:pt x="81066" y="787213"/>
                </a:cubicBezTo>
                <a:cubicBezTo>
                  <a:pt x="81066" y="787213"/>
                  <a:pt x="81066" y="787213"/>
                  <a:pt x="81066" y="484840"/>
                </a:cubicBezTo>
                <a:cubicBezTo>
                  <a:pt x="81066" y="484840"/>
                  <a:pt x="81066" y="484840"/>
                  <a:pt x="81066" y="468925"/>
                </a:cubicBezTo>
                <a:cubicBezTo>
                  <a:pt x="81066" y="468925"/>
                  <a:pt x="81066" y="468925"/>
                  <a:pt x="81066" y="345589"/>
                </a:cubicBezTo>
                <a:cubicBezTo>
                  <a:pt x="81066" y="345589"/>
                  <a:pt x="81066" y="345589"/>
                  <a:pt x="81066" y="273974"/>
                </a:cubicBezTo>
                <a:cubicBezTo>
                  <a:pt x="81066" y="273974"/>
                  <a:pt x="81066" y="273974"/>
                  <a:pt x="64853" y="273974"/>
                </a:cubicBezTo>
                <a:cubicBezTo>
                  <a:pt x="64853" y="273974"/>
                  <a:pt x="64853" y="273974"/>
                  <a:pt x="64853" y="341610"/>
                </a:cubicBezTo>
                <a:cubicBezTo>
                  <a:pt x="64853" y="341610"/>
                  <a:pt x="64853" y="341610"/>
                  <a:pt x="64853" y="453011"/>
                </a:cubicBezTo>
                <a:cubicBezTo>
                  <a:pt x="64853" y="472904"/>
                  <a:pt x="52693" y="484840"/>
                  <a:pt x="32426" y="484840"/>
                </a:cubicBezTo>
                <a:cubicBezTo>
                  <a:pt x="16213" y="484840"/>
                  <a:pt x="0" y="472904"/>
                  <a:pt x="0" y="453011"/>
                </a:cubicBezTo>
                <a:cubicBezTo>
                  <a:pt x="0" y="453011"/>
                  <a:pt x="0" y="453011"/>
                  <a:pt x="0" y="262038"/>
                </a:cubicBezTo>
                <a:cubicBezTo>
                  <a:pt x="0" y="206338"/>
                  <a:pt x="48640" y="162573"/>
                  <a:pt x="101333" y="162573"/>
                </a:cubicBezTo>
                <a:close/>
                <a:moveTo>
                  <a:pt x="171746" y="0"/>
                </a:moveTo>
                <a:lnTo>
                  <a:pt x="171746" y="145574"/>
                </a:lnTo>
                <a:lnTo>
                  <a:pt x="147327" y="140729"/>
                </a:lnTo>
                <a:cubicBezTo>
                  <a:pt x="120395" y="129536"/>
                  <a:pt x="101497" y="103330"/>
                  <a:pt x="101497" y="72787"/>
                </a:cubicBezTo>
                <a:cubicBezTo>
                  <a:pt x="101497" y="42244"/>
                  <a:pt x="120395" y="16039"/>
                  <a:pt x="147327" y="4845"/>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37"/>
          <p:cNvSpPr/>
          <p:nvPr/>
        </p:nvSpPr>
        <p:spPr>
          <a:xfrm>
            <a:off x="6096630" y="4343233"/>
            <a:ext cx="170487" cy="830561"/>
          </a:xfrm>
          <a:custGeom>
            <a:avLst/>
            <a:gdLst>
              <a:gd name="connsiteX0" fmla="*/ 0 w 170487"/>
              <a:gd name="connsiteY0" fmla="*/ 160482 h 830561"/>
              <a:gd name="connsiteX1" fmla="*/ 1055 w 170487"/>
              <a:gd name="connsiteY1" fmla="*/ 160482 h 830561"/>
              <a:gd name="connsiteX2" fmla="*/ 27262 w 170487"/>
              <a:gd name="connsiteY2" fmla="*/ 160482 h 830561"/>
              <a:gd name="connsiteX3" fmla="*/ 113374 w 170487"/>
              <a:gd name="connsiteY3" fmla="*/ 233141 h 830561"/>
              <a:gd name="connsiteX4" fmla="*/ 117118 w 170487"/>
              <a:gd name="connsiteY4" fmla="*/ 233141 h 830561"/>
              <a:gd name="connsiteX5" fmla="*/ 169533 w 170487"/>
              <a:gd name="connsiteY5" fmla="*/ 414789 h 830561"/>
              <a:gd name="connsiteX6" fmla="*/ 150814 w 170487"/>
              <a:gd name="connsiteY6" fmla="*/ 455155 h 830561"/>
              <a:gd name="connsiteX7" fmla="*/ 117118 w 170487"/>
              <a:gd name="connsiteY7" fmla="*/ 434972 h 830561"/>
              <a:gd name="connsiteX8" fmla="*/ 64702 w 170487"/>
              <a:gd name="connsiteY8" fmla="*/ 261397 h 830561"/>
              <a:gd name="connsiteX9" fmla="*/ 53470 w 170487"/>
              <a:gd name="connsiteY9" fmla="*/ 261397 h 830561"/>
              <a:gd name="connsiteX10" fmla="*/ 143326 w 170487"/>
              <a:gd name="connsiteY10" fmla="*/ 560107 h 830561"/>
              <a:gd name="connsiteX11" fmla="*/ 72190 w 170487"/>
              <a:gd name="connsiteY11" fmla="*/ 560107 h 830561"/>
              <a:gd name="connsiteX12" fmla="*/ 72190 w 170487"/>
              <a:gd name="connsiteY12" fmla="*/ 798268 h 830561"/>
              <a:gd name="connsiteX13" fmla="*/ 38494 w 170487"/>
              <a:gd name="connsiteY13" fmla="*/ 830561 h 830561"/>
              <a:gd name="connsiteX14" fmla="*/ 8543 w 170487"/>
              <a:gd name="connsiteY14" fmla="*/ 798268 h 830561"/>
              <a:gd name="connsiteX15" fmla="*/ 8543 w 170487"/>
              <a:gd name="connsiteY15" fmla="*/ 560107 h 830561"/>
              <a:gd name="connsiteX16" fmla="*/ 5267 w 170487"/>
              <a:gd name="connsiteY16" fmla="*/ 560107 h 830561"/>
              <a:gd name="connsiteX17" fmla="*/ 0 w 170487"/>
              <a:gd name="connsiteY17" fmla="*/ 560107 h 830561"/>
              <a:gd name="connsiteX18" fmla="*/ 0 w 170487"/>
              <a:gd name="connsiteY18" fmla="*/ 0 h 830561"/>
              <a:gd name="connsiteX19" fmla="*/ 22342 w 170487"/>
              <a:gd name="connsiteY19" fmla="*/ 4740 h 830561"/>
              <a:gd name="connsiteX20" fmla="*/ 64555 w 170487"/>
              <a:gd name="connsiteY20" fmla="*/ 71663 h 830561"/>
              <a:gd name="connsiteX21" fmla="*/ 22342 w 170487"/>
              <a:gd name="connsiteY21" fmla="*/ 138586 h 830561"/>
              <a:gd name="connsiteX22" fmla="*/ 0 w 170487"/>
              <a:gd name="connsiteY22" fmla="*/ 143326 h 83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0487" h="830561">
                <a:moveTo>
                  <a:pt x="0" y="160482"/>
                </a:moveTo>
                <a:lnTo>
                  <a:pt x="1055" y="160482"/>
                </a:lnTo>
                <a:cubicBezTo>
                  <a:pt x="16031" y="160482"/>
                  <a:pt x="12287" y="160482"/>
                  <a:pt x="27262" y="160482"/>
                </a:cubicBezTo>
                <a:cubicBezTo>
                  <a:pt x="45983" y="160482"/>
                  <a:pt x="90910" y="172592"/>
                  <a:pt x="113374" y="233141"/>
                </a:cubicBezTo>
                <a:cubicBezTo>
                  <a:pt x="113374" y="233141"/>
                  <a:pt x="113374" y="233141"/>
                  <a:pt x="117118" y="233141"/>
                </a:cubicBezTo>
                <a:cubicBezTo>
                  <a:pt x="117118" y="233141"/>
                  <a:pt x="117118" y="233141"/>
                  <a:pt x="169533" y="414789"/>
                </a:cubicBezTo>
                <a:cubicBezTo>
                  <a:pt x="173277" y="430935"/>
                  <a:pt x="165790" y="447082"/>
                  <a:pt x="150814" y="455155"/>
                </a:cubicBezTo>
                <a:cubicBezTo>
                  <a:pt x="139582" y="459192"/>
                  <a:pt x="124606" y="451119"/>
                  <a:pt x="117118" y="434972"/>
                </a:cubicBezTo>
                <a:cubicBezTo>
                  <a:pt x="117118" y="434972"/>
                  <a:pt x="117118" y="434972"/>
                  <a:pt x="64702" y="261397"/>
                </a:cubicBezTo>
                <a:cubicBezTo>
                  <a:pt x="64702" y="261397"/>
                  <a:pt x="64702" y="261397"/>
                  <a:pt x="53470" y="261397"/>
                </a:cubicBezTo>
                <a:cubicBezTo>
                  <a:pt x="53470" y="261397"/>
                  <a:pt x="53470" y="261397"/>
                  <a:pt x="143326" y="560107"/>
                </a:cubicBezTo>
                <a:cubicBezTo>
                  <a:pt x="143326" y="560107"/>
                  <a:pt x="143326" y="560107"/>
                  <a:pt x="72190" y="560107"/>
                </a:cubicBezTo>
                <a:cubicBezTo>
                  <a:pt x="72190" y="560107"/>
                  <a:pt x="72190" y="560107"/>
                  <a:pt x="72190" y="798268"/>
                </a:cubicBezTo>
                <a:cubicBezTo>
                  <a:pt x="72190" y="818451"/>
                  <a:pt x="57214" y="830561"/>
                  <a:pt x="38494" y="830561"/>
                </a:cubicBezTo>
                <a:cubicBezTo>
                  <a:pt x="19775" y="830561"/>
                  <a:pt x="8543" y="818451"/>
                  <a:pt x="8543" y="798268"/>
                </a:cubicBezTo>
                <a:cubicBezTo>
                  <a:pt x="8543" y="798268"/>
                  <a:pt x="8543" y="798268"/>
                  <a:pt x="8543" y="560107"/>
                </a:cubicBezTo>
                <a:cubicBezTo>
                  <a:pt x="8543" y="560107"/>
                  <a:pt x="8543" y="560107"/>
                  <a:pt x="5267" y="560107"/>
                </a:cubicBezTo>
                <a:lnTo>
                  <a:pt x="0" y="560107"/>
                </a:lnTo>
                <a:close/>
                <a:moveTo>
                  <a:pt x="0" y="0"/>
                </a:moveTo>
                <a:lnTo>
                  <a:pt x="22342" y="4740"/>
                </a:lnTo>
                <a:cubicBezTo>
                  <a:pt x="47149" y="15766"/>
                  <a:pt x="64555" y="41578"/>
                  <a:pt x="64555" y="71663"/>
                </a:cubicBezTo>
                <a:cubicBezTo>
                  <a:pt x="64555" y="101748"/>
                  <a:pt x="47149" y="127560"/>
                  <a:pt x="22342" y="138586"/>
                </a:cubicBezTo>
                <a:lnTo>
                  <a:pt x="0" y="143326"/>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Box 38"/>
          <p:cNvSpPr txBox="1"/>
          <p:nvPr/>
        </p:nvSpPr>
        <p:spPr>
          <a:xfrm>
            <a:off x="4491526" y="4111983"/>
            <a:ext cx="814647" cy="461665"/>
          </a:xfrm>
          <a:prstGeom prst="rect">
            <a:avLst/>
          </a:prstGeom>
          <a:noFill/>
        </p:spPr>
        <p:txBody>
          <a:bodyPr wrap="none" rtlCol="0">
            <a:spAutoFit/>
          </a:bodyPr>
          <a:lstStyle/>
          <a:p>
            <a:pPr algn="r"/>
            <a:r>
              <a:rPr lang="en-US" sz="24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40" name="TextBox 39"/>
          <p:cNvSpPr txBox="1"/>
          <p:nvPr/>
        </p:nvSpPr>
        <p:spPr>
          <a:xfrm>
            <a:off x="6885827" y="4111982"/>
            <a:ext cx="814647" cy="461665"/>
          </a:xfrm>
          <a:prstGeom prst="rect">
            <a:avLst/>
          </a:prstGeom>
          <a:noFill/>
        </p:spPr>
        <p:txBody>
          <a:bodyPr wrap="none" rtlCol="0">
            <a:spAutoFit/>
          </a:bodyPr>
          <a:lstStyle/>
          <a:p>
            <a:r>
              <a:rPr lang="en-US" sz="24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41" name="TextBox 40"/>
          <p:cNvSpPr txBox="1"/>
          <p:nvPr/>
        </p:nvSpPr>
        <p:spPr>
          <a:xfrm>
            <a:off x="6885827" y="4731314"/>
            <a:ext cx="2746359"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FEMALE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42" name="TextBox 41"/>
          <p:cNvSpPr txBox="1"/>
          <p:nvPr/>
        </p:nvSpPr>
        <p:spPr>
          <a:xfrm>
            <a:off x="2559814" y="4731313"/>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MALE</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43" name="Freeform 42"/>
          <p:cNvSpPr>
            <a:spLocks noChangeArrowheads="1"/>
          </p:cNvSpPr>
          <p:nvPr/>
        </p:nvSpPr>
        <p:spPr bwMode="auto">
          <a:xfrm>
            <a:off x="3972283"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4" name="Freeform 43"/>
          <p:cNvSpPr>
            <a:spLocks noChangeArrowheads="1"/>
          </p:cNvSpPr>
          <p:nvPr/>
        </p:nvSpPr>
        <p:spPr bwMode="auto">
          <a:xfrm>
            <a:off x="4182812"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5" name="Freeform 44"/>
          <p:cNvSpPr>
            <a:spLocks noChangeArrowheads="1"/>
          </p:cNvSpPr>
          <p:nvPr/>
        </p:nvSpPr>
        <p:spPr bwMode="auto">
          <a:xfrm>
            <a:off x="4393341"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6" name="Freeform 45"/>
          <p:cNvSpPr>
            <a:spLocks noChangeArrowheads="1"/>
          </p:cNvSpPr>
          <p:nvPr/>
        </p:nvSpPr>
        <p:spPr bwMode="auto">
          <a:xfrm>
            <a:off x="4603870"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7" name="Freeform 46"/>
          <p:cNvSpPr>
            <a:spLocks noChangeArrowheads="1"/>
          </p:cNvSpPr>
          <p:nvPr/>
        </p:nvSpPr>
        <p:spPr bwMode="auto">
          <a:xfrm>
            <a:off x="4814399"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8" name="Freeform 47"/>
          <p:cNvSpPr>
            <a:spLocks noChangeArrowheads="1"/>
          </p:cNvSpPr>
          <p:nvPr/>
        </p:nvSpPr>
        <p:spPr bwMode="auto">
          <a:xfrm>
            <a:off x="5024928"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9" name="Freeform 48"/>
          <p:cNvSpPr>
            <a:spLocks/>
          </p:cNvSpPr>
          <p:nvPr/>
        </p:nvSpPr>
        <p:spPr bwMode="auto">
          <a:xfrm>
            <a:off x="7001031"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0" name="Freeform 49"/>
          <p:cNvSpPr>
            <a:spLocks/>
          </p:cNvSpPr>
          <p:nvPr/>
        </p:nvSpPr>
        <p:spPr bwMode="auto">
          <a:xfrm>
            <a:off x="7211280"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1" name="Freeform 50"/>
          <p:cNvSpPr>
            <a:spLocks/>
          </p:cNvSpPr>
          <p:nvPr/>
        </p:nvSpPr>
        <p:spPr bwMode="auto">
          <a:xfrm>
            <a:off x="7421529"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2" name="Freeform 51"/>
          <p:cNvSpPr>
            <a:spLocks/>
          </p:cNvSpPr>
          <p:nvPr/>
        </p:nvSpPr>
        <p:spPr bwMode="auto">
          <a:xfrm>
            <a:off x="7631778"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3" name="Freeform 52"/>
          <p:cNvSpPr>
            <a:spLocks/>
          </p:cNvSpPr>
          <p:nvPr/>
        </p:nvSpPr>
        <p:spPr bwMode="auto">
          <a:xfrm>
            <a:off x="7842027"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4" name="Freeform 53"/>
          <p:cNvSpPr>
            <a:spLocks/>
          </p:cNvSpPr>
          <p:nvPr/>
        </p:nvSpPr>
        <p:spPr bwMode="auto">
          <a:xfrm>
            <a:off x="8052276"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5" name="Freeform 54"/>
          <p:cNvSpPr>
            <a:spLocks/>
          </p:cNvSpPr>
          <p:nvPr/>
        </p:nvSpPr>
        <p:spPr bwMode="auto">
          <a:xfrm>
            <a:off x="8262525"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Tree>
    <p:extLst>
      <p:ext uri="{BB962C8B-B14F-4D97-AF65-F5344CB8AC3E}">
        <p14:creationId xmlns:p14="http://schemas.microsoft.com/office/powerpoint/2010/main" val="119954787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63</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5560204" y="2461440"/>
            <a:ext cx="1071592" cy="956365"/>
          </a:xfrm>
          <a:custGeom>
            <a:avLst/>
            <a:gdLst>
              <a:gd name="connsiteX0" fmla="*/ 535796 w 1071592"/>
              <a:gd name="connsiteY0" fmla="*/ 0 h 956365"/>
              <a:gd name="connsiteX1" fmla="*/ 643060 w 1071592"/>
              <a:gd name="connsiteY1" fmla="*/ 89762 h 956365"/>
              <a:gd name="connsiteX2" fmla="*/ 1071592 w 1071592"/>
              <a:gd name="connsiteY2" fmla="*/ 956365 h 956365"/>
              <a:gd name="connsiteX3" fmla="*/ 0 w 1071592"/>
              <a:gd name="connsiteY3" fmla="*/ 956365 h 956365"/>
              <a:gd name="connsiteX4" fmla="*/ 428531 w 1071592"/>
              <a:gd name="connsiteY4" fmla="*/ 89762 h 956365"/>
              <a:gd name="connsiteX5" fmla="*/ 535796 w 1071592"/>
              <a:gd name="connsiteY5" fmla="*/ 0 h 956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592" h="956365">
                <a:moveTo>
                  <a:pt x="535796" y="0"/>
                </a:moveTo>
                <a:cubicBezTo>
                  <a:pt x="579570" y="0"/>
                  <a:pt x="615330" y="29926"/>
                  <a:pt x="643060" y="89762"/>
                </a:cubicBezTo>
                <a:lnTo>
                  <a:pt x="1071592" y="956365"/>
                </a:lnTo>
                <a:lnTo>
                  <a:pt x="0" y="956365"/>
                </a:lnTo>
                <a:lnTo>
                  <a:pt x="428531" y="89762"/>
                </a:lnTo>
                <a:cubicBezTo>
                  <a:pt x="456261" y="29926"/>
                  <a:pt x="492022" y="0"/>
                  <a:pt x="535796" y="0"/>
                </a:cubicBezTo>
                <a:close/>
              </a:path>
            </a:pathLst>
          </a:custGeom>
          <a:solidFill>
            <a:schemeClr val="accent6"/>
          </a:solidFill>
          <a:ln>
            <a:noFill/>
          </a:ln>
          <a:effectLst>
            <a:outerShdw blurRad="50800" dist="38100" dir="5400000" algn="t" rotWithShape="0">
              <a:prstClr val="black">
                <a:alpha val="4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5" name="Freeform 14"/>
          <p:cNvSpPr/>
          <p:nvPr/>
        </p:nvSpPr>
        <p:spPr>
          <a:xfrm>
            <a:off x="6832399" y="3567059"/>
            <a:ext cx="1084844" cy="1006745"/>
          </a:xfrm>
          <a:custGeom>
            <a:avLst/>
            <a:gdLst>
              <a:gd name="connsiteX0" fmla="*/ 0 w 1084844"/>
              <a:gd name="connsiteY0" fmla="*/ 0 h 1006745"/>
              <a:gd name="connsiteX1" fmla="*/ 962256 w 1084844"/>
              <a:gd name="connsiteY1" fmla="*/ 139923 h 1006745"/>
              <a:gd name="connsiteX2" fmla="*/ 1084844 w 1084844"/>
              <a:gd name="connsiteY2" fmla="*/ 240615 h 1006745"/>
              <a:gd name="connsiteX3" fmla="*/ 1027926 w 1084844"/>
              <a:gd name="connsiteY3" fmla="*/ 345682 h 1006745"/>
              <a:gd name="connsiteX4" fmla="*/ 350058 w 1084844"/>
              <a:gd name="connsiteY4" fmla="*/ 1006745 h 1006745"/>
              <a:gd name="connsiteX5" fmla="*/ 426715 w 1084844"/>
              <a:gd name="connsiteY5" fmla="*/ 853431 h 1006745"/>
              <a:gd name="connsiteX6" fmla="*/ 0 w 1084844"/>
              <a:gd name="connsiteY6" fmla="*/ 0 h 1006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4844" h="1006745">
                <a:moveTo>
                  <a:pt x="0" y="0"/>
                </a:moveTo>
                <a:lnTo>
                  <a:pt x="962256" y="139923"/>
                </a:lnTo>
                <a:cubicBezTo>
                  <a:pt x="1043970" y="153050"/>
                  <a:pt x="1084844" y="186614"/>
                  <a:pt x="1084844" y="240615"/>
                </a:cubicBezTo>
                <a:cubicBezTo>
                  <a:pt x="1084844" y="272720"/>
                  <a:pt x="1065866" y="307743"/>
                  <a:pt x="1027926" y="345682"/>
                </a:cubicBezTo>
                <a:lnTo>
                  <a:pt x="350058" y="1006745"/>
                </a:lnTo>
                <a:lnTo>
                  <a:pt x="426715" y="853431"/>
                </a:lnTo>
                <a:lnTo>
                  <a:pt x="0" y="0"/>
                </a:lnTo>
                <a:close/>
              </a:path>
            </a:pathLst>
          </a:custGeom>
          <a:solidFill>
            <a:schemeClr val="accent6"/>
          </a:solidFill>
          <a:ln>
            <a:noFill/>
          </a:ln>
          <a:effectLst>
            <a:outerShdw blurRad="50800" dist="38100" dir="8100000" algn="tr" rotWithShape="0">
              <a:prstClr val="black">
                <a:alpha val="4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6" name="Freeform 15"/>
          <p:cNvSpPr/>
          <p:nvPr/>
        </p:nvSpPr>
        <p:spPr>
          <a:xfrm>
            <a:off x="4274756" y="3567059"/>
            <a:ext cx="1084845" cy="1007354"/>
          </a:xfrm>
          <a:custGeom>
            <a:avLst/>
            <a:gdLst>
              <a:gd name="connsiteX0" fmla="*/ 1084845 w 1084845"/>
              <a:gd name="connsiteY0" fmla="*/ 0 h 1007354"/>
              <a:gd name="connsiteX1" fmla="*/ 658129 w 1084845"/>
              <a:gd name="connsiteY1" fmla="*/ 853431 h 1007354"/>
              <a:gd name="connsiteX2" fmla="*/ 735091 w 1084845"/>
              <a:gd name="connsiteY2" fmla="*/ 1007354 h 1007354"/>
              <a:gd name="connsiteX3" fmla="*/ 54722 w 1084845"/>
              <a:gd name="connsiteY3" fmla="*/ 345682 h 1007354"/>
              <a:gd name="connsiteX4" fmla="*/ 0 w 1084845"/>
              <a:gd name="connsiteY4" fmla="*/ 240615 h 1007354"/>
              <a:gd name="connsiteX5" fmla="*/ 122588 w 1084845"/>
              <a:gd name="connsiteY5" fmla="*/ 139923 h 1007354"/>
              <a:gd name="connsiteX6" fmla="*/ 1084845 w 1084845"/>
              <a:gd name="connsiteY6" fmla="*/ 0 h 1007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4845" h="1007354">
                <a:moveTo>
                  <a:pt x="1084845" y="0"/>
                </a:moveTo>
                <a:lnTo>
                  <a:pt x="658129" y="853431"/>
                </a:lnTo>
                <a:lnTo>
                  <a:pt x="735091" y="1007354"/>
                </a:lnTo>
                <a:lnTo>
                  <a:pt x="54722" y="345682"/>
                </a:lnTo>
                <a:cubicBezTo>
                  <a:pt x="18241" y="306284"/>
                  <a:pt x="0" y="271262"/>
                  <a:pt x="0" y="240615"/>
                </a:cubicBezTo>
                <a:cubicBezTo>
                  <a:pt x="0" y="186614"/>
                  <a:pt x="40857" y="153050"/>
                  <a:pt x="122588" y="139923"/>
                </a:cubicBezTo>
                <a:lnTo>
                  <a:pt x="1084845" y="0"/>
                </a:lnTo>
                <a:close/>
              </a:path>
            </a:pathLst>
          </a:custGeom>
          <a:solidFill>
            <a:schemeClr val="accent6"/>
          </a:solidFill>
          <a:ln>
            <a:noFill/>
          </a:ln>
          <a:effectLst>
            <a:outerShdw blurRad="50800" dist="38100" dir="2700000" algn="tl" rotWithShape="0">
              <a:prstClr val="black">
                <a:alpha val="4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7" name="Freeform 16"/>
          <p:cNvSpPr/>
          <p:nvPr/>
        </p:nvSpPr>
        <p:spPr>
          <a:xfrm>
            <a:off x="6154341" y="4776660"/>
            <a:ext cx="1101814" cy="1158709"/>
          </a:xfrm>
          <a:custGeom>
            <a:avLst/>
            <a:gdLst>
              <a:gd name="connsiteX0" fmla="*/ 926688 w 1101814"/>
              <a:gd name="connsiteY0" fmla="*/ 0 h 1158709"/>
              <a:gd name="connsiteX1" fmla="*/ 1099635 w 1101814"/>
              <a:gd name="connsiteY1" fmla="*/ 1005492 h 1158709"/>
              <a:gd name="connsiteX2" fmla="*/ 1101814 w 1101814"/>
              <a:gd name="connsiteY2" fmla="*/ 1049266 h 1158709"/>
              <a:gd name="connsiteX3" fmla="*/ 1078838 w 1101814"/>
              <a:gd name="connsiteY3" fmla="*/ 1126964 h 1158709"/>
              <a:gd name="connsiteX4" fmla="*/ 1012070 w 1101814"/>
              <a:gd name="connsiteY4" fmla="*/ 1158709 h 1158709"/>
              <a:gd name="connsiteX5" fmla="*/ 924505 w 1101814"/>
              <a:gd name="connsiteY5" fmla="*/ 1132438 h 1158709"/>
              <a:gd name="connsiteX6" fmla="*/ 0 w 1101814"/>
              <a:gd name="connsiteY6" fmla="*/ 646514 h 1158709"/>
              <a:gd name="connsiteX7" fmla="*/ 603431 w 1101814"/>
              <a:gd name="connsiteY7" fmla="*/ 646514 h 1158709"/>
              <a:gd name="connsiteX8" fmla="*/ 926688 w 1101814"/>
              <a:gd name="connsiteY8" fmla="*/ 0 h 1158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1814" h="1158709">
                <a:moveTo>
                  <a:pt x="926688" y="0"/>
                </a:moveTo>
                <a:lnTo>
                  <a:pt x="1099635" y="1005492"/>
                </a:lnTo>
                <a:cubicBezTo>
                  <a:pt x="1101094" y="1015702"/>
                  <a:pt x="1101814" y="1030287"/>
                  <a:pt x="1101814" y="1049266"/>
                </a:cubicBezTo>
                <a:cubicBezTo>
                  <a:pt x="1101814" y="1079913"/>
                  <a:pt x="1094161" y="1105806"/>
                  <a:pt x="1078838" y="1126964"/>
                </a:cubicBezTo>
                <a:cubicBezTo>
                  <a:pt x="1063514" y="1148139"/>
                  <a:pt x="1041258" y="1158709"/>
                  <a:pt x="1012070" y="1158709"/>
                </a:cubicBezTo>
                <a:cubicBezTo>
                  <a:pt x="984340" y="1158709"/>
                  <a:pt x="955152" y="1149958"/>
                  <a:pt x="924505" y="1132438"/>
                </a:cubicBezTo>
                <a:lnTo>
                  <a:pt x="0" y="646514"/>
                </a:lnTo>
                <a:lnTo>
                  <a:pt x="603431" y="646514"/>
                </a:lnTo>
                <a:lnTo>
                  <a:pt x="926688" y="0"/>
                </a:lnTo>
                <a:close/>
              </a:path>
            </a:pathLst>
          </a:custGeom>
          <a:solidFill>
            <a:schemeClr val="accent6"/>
          </a:solidFill>
          <a:ln>
            <a:noFill/>
          </a:ln>
          <a:effectLst>
            <a:outerShdw blurRad="50800" dist="38100" dir="13500000" algn="br" rotWithShape="0">
              <a:prstClr val="black">
                <a:alpha val="4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8" name="Freeform 17"/>
          <p:cNvSpPr/>
          <p:nvPr/>
        </p:nvSpPr>
        <p:spPr>
          <a:xfrm>
            <a:off x="4933648" y="4776661"/>
            <a:ext cx="1104011" cy="1158708"/>
          </a:xfrm>
          <a:custGeom>
            <a:avLst/>
            <a:gdLst>
              <a:gd name="connsiteX0" fmla="*/ 177323 w 1104011"/>
              <a:gd name="connsiteY0" fmla="*/ 0 h 1158708"/>
              <a:gd name="connsiteX1" fmla="*/ 500579 w 1104011"/>
              <a:gd name="connsiteY1" fmla="*/ 646513 h 1158708"/>
              <a:gd name="connsiteX2" fmla="*/ 1104011 w 1104011"/>
              <a:gd name="connsiteY2" fmla="*/ 646513 h 1158708"/>
              <a:gd name="connsiteX3" fmla="*/ 179488 w 1104011"/>
              <a:gd name="connsiteY3" fmla="*/ 1132437 h 1158708"/>
              <a:gd name="connsiteX4" fmla="*/ 91940 w 1104011"/>
              <a:gd name="connsiteY4" fmla="*/ 1158708 h 1158708"/>
              <a:gd name="connsiteX5" fmla="*/ 22976 w 1104011"/>
              <a:gd name="connsiteY5" fmla="*/ 1126963 h 1158708"/>
              <a:gd name="connsiteX6" fmla="*/ 0 w 1104011"/>
              <a:gd name="connsiteY6" fmla="*/ 1049265 h 1158708"/>
              <a:gd name="connsiteX7" fmla="*/ 4375 w 1104011"/>
              <a:gd name="connsiteY7" fmla="*/ 1005491 h 1158708"/>
              <a:gd name="connsiteX8" fmla="*/ 177323 w 1104011"/>
              <a:gd name="connsiteY8" fmla="*/ 0 h 115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4011" h="1158708">
                <a:moveTo>
                  <a:pt x="177323" y="0"/>
                </a:moveTo>
                <a:lnTo>
                  <a:pt x="500579" y="646513"/>
                </a:lnTo>
                <a:lnTo>
                  <a:pt x="1104011" y="646513"/>
                </a:lnTo>
                <a:lnTo>
                  <a:pt x="179488" y="1132437"/>
                </a:lnTo>
                <a:cubicBezTo>
                  <a:pt x="147383" y="1149957"/>
                  <a:pt x="118195" y="1158708"/>
                  <a:pt x="91940" y="1158708"/>
                </a:cubicBezTo>
                <a:cubicBezTo>
                  <a:pt x="61294" y="1158708"/>
                  <a:pt x="38300" y="1148138"/>
                  <a:pt x="22976" y="1126963"/>
                </a:cubicBezTo>
                <a:cubicBezTo>
                  <a:pt x="7653" y="1105805"/>
                  <a:pt x="0" y="1079912"/>
                  <a:pt x="0" y="1049265"/>
                </a:cubicBezTo>
                <a:cubicBezTo>
                  <a:pt x="0" y="1040513"/>
                  <a:pt x="1458" y="1025911"/>
                  <a:pt x="4375" y="1005491"/>
                </a:cubicBezTo>
                <a:lnTo>
                  <a:pt x="177323" y="0"/>
                </a:lnTo>
                <a:close/>
              </a:path>
            </a:pathLst>
          </a:custGeom>
          <a:solidFill>
            <a:schemeClr val="accent6"/>
          </a:solidFill>
          <a:ln>
            <a:noFill/>
          </a:ln>
          <a:effectLst>
            <a:outerShdw blurRad="50800" dist="38100" dir="18900000" algn="bl" rotWithShape="0">
              <a:prstClr val="black">
                <a:alpha val="4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9" name="TextBox 18"/>
          <p:cNvSpPr txBox="1"/>
          <p:nvPr/>
        </p:nvSpPr>
        <p:spPr>
          <a:xfrm>
            <a:off x="5141512" y="3620053"/>
            <a:ext cx="1908976" cy="1461939"/>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STAR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 LAYOUT</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0" name="TextBox 19"/>
          <p:cNvSpPr txBox="1"/>
          <p:nvPr/>
        </p:nvSpPr>
        <p:spPr>
          <a:xfrm>
            <a:off x="4722820" y="1612253"/>
            <a:ext cx="2746359" cy="6463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CONSULTING</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1" name="Rectangle 20"/>
          <p:cNvSpPr/>
          <p:nvPr/>
        </p:nvSpPr>
        <p:spPr>
          <a:xfrm>
            <a:off x="5888250" y="2857083"/>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2" name="Rectangle 21"/>
          <p:cNvSpPr/>
          <p:nvPr/>
        </p:nvSpPr>
        <p:spPr>
          <a:xfrm>
            <a:off x="7216765" y="3774595"/>
            <a:ext cx="316112"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3" name="Rectangle 22"/>
          <p:cNvSpPr/>
          <p:nvPr/>
        </p:nvSpPr>
        <p:spPr>
          <a:xfrm>
            <a:off x="6781882" y="5353920"/>
            <a:ext cx="381836"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4" name="Rectangle 23"/>
          <p:cNvSpPr/>
          <p:nvPr/>
        </p:nvSpPr>
        <p:spPr>
          <a:xfrm>
            <a:off x="5021981" y="5353920"/>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5" name="Rectangle 24"/>
          <p:cNvSpPr/>
          <p:nvPr/>
        </p:nvSpPr>
        <p:spPr>
          <a:xfrm>
            <a:off x="4590453" y="3774595"/>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6" name="TextBox 25"/>
          <p:cNvSpPr txBox="1"/>
          <p:nvPr/>
        </p:nvSpPr>
        <p:spPr>
          <a:xfrm>
            <a:off x="8195329" y="3636095"/>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SOLUTIONS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7" name="TextBox 26"/>
          <p:cNvSpPr txBox="1"/>
          <p:nvPr/>
        </p:nvSpPr>
        <p:spPr>
          <a:xfrm>
            <a:off x="1144031" y="3636095"/>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FORUM</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8" name="TextBox 27"/>
          <p:cNvSpPr txBox="1"/>
          <p:nvPr/>
        </p:nvSpPr>
        <p:spPr>
          <a:xfrm>
            <a:off x="7469179" y="5512091"/>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COSTUMER GIFT</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9" name="TextBox 28"/>
          <p:cNvSpPr txBox="1"/>
          <p:nvPr/>
        </p:nvSpPr>
        <p:spPr>
          <a:xfrm>
            <a:off x="1974265" y="5512054"/>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WEB PROJECT</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Tree>
    <p:extLst>
      <p:ext uri="{BB962C8B-B14F-4D97-AF65-F5344CB8AC3E}">
        <p14:creationId xmlns:p14="http://schemas.microsoft.com/office/powerpoint/2010/main" val="1258626105"/>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anim calcmode="lin" valueType="num">
                                      <p:cBhvr>
                                        <p:cTn id="8" dur="500" fill="hold"/>
                                        <p:tgtEl>
                                          <p:spTgt spid="14"/>
                                        </p:tgtEl>
                                        <p:attrNameLst>
                                          <p:attrName>ppt_x</p:attrName>
                                        </p:attrNameLst>
                                      </p:cBhvr>
                                      <p:tavLst>
                                        <p:tav tm="0">
                                          <p:val>
                                            <p:strVal val="#ppt_x"/>
                                          </p:val>
                                        </p:tav>
                                        <p:tav tm="100000">
                                          <p:val>
                                            <p:strVal val="#ppt_x"/>
                                          </p:val>
                                        </p:tav>
                                      </p:tavLst>
                                    </p:anim>
                                    <p:anim calcmode="lin" valueType="num">
                                      <p:cBhvr>
                                        <p:cTn id="9" dur="450" decel="100000" fill="hold"/>
                                        <p:tgtEl>
                                          <p:spTgt spid="14"/>
                                        </p:tgtEl>
                                        <p:attrNameLst>
                                          <p:attrName>ppt_y</p:attrName>
                                        </p:attrNameLst>
                                      </p:cBhvr>
                                      <p:tavLst>
                                        <p:tav tm="0">
                                          <p:val>
                                            <p:strVal val="#ppt_y+1"/>
                                          </p:val>
                                        </p:tav>
                                        <p:tav tm="100000">
                                          <p:val>
                                            <p:strVal val="#ppt_y-.03"/>
                                          </p:val>
                                        </p:tav>
                                      </p:tavLst>
                                    </p:anim>
                                    <p:anim calcmode="lin" valueType="num">
                                      <p:cBhvr>
                                        <p:cTn id="10" dur="50" accel="100000" fill="hold">
                                          <p:stCondLst>
                                            <p:cond delay="450"/>
                                          </p:stCondLst>
                                        </p:cTn>
                                        <p:tgtEl>
                                          <p:spTgt spid="14"/>
                                        </p:tgtEl>
                                        <p:attrNameLst>
                                          <p:attrName>ppt_y</p:attrName>
                                        </p:attrNameLst>
                                      </p:cBhvr>
                                      <p:tavLst>
                                        <p:tav tm="0">
                                          <p:val>
                                            <p:strVal val="#ppt_y-.03"/>
                                          </p:val>
                                        </p:tav>
                                        <p:tav tm="100000">
                                          <p:val>
                                            <p:strVal val="#ppt_y"/>
                                          </p:val>
                                        </p:tav>
                                      </p:tavLst>
                                    </p:anim>
                                  </p:childTnLst>
                                </p:cTn>
                              </p:par>
                            </p:childTnLst>
                          </p:cTn>
                        </p:par>
                        <p:par>
                          <p:cTn id="11" fill="hold">
                            <p:stCondLst>
                              <p:cond delay="500"/>
                            </p:stCondLst>
                            <p:childTnLst>
                              <p:par>
                                <p:cTn id="12" presetID="37" presetClass="entr" presetSubtype="0" fill="hold" grpId="0" nodeType="after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500"/>
                                        <p:tgtEl>
                                          <p:spTgt spid="15"/>
                                        </p:tgtEl>
                                      </p:cBhvr>
                                    </p:animEffect>
                                    <p:anim calcmode="lin" valueType="num">
                                      <p:cBhvr>
                                        <p:cTn id="15" dur="500" fill="hold"/>
                                        <p:tgtEl>
                                          <p:spTgt spid="15"/>
                                        </p:tgtEl>
                                        <p:attrNameLst>
                                          <p:attrName>ppt_x</p:attrName>
                                        </p:attrNameLst>
                                      </p:cBhvr>
                                      <p:tavLst>
                                        <p:tav tm="0">
                                          <p:val>
                                            <p:strVal val="#ppt_x"/>
                                          </p:val>
                                        </p:tav>
                                        <p:tav tm="100000">
                                          <p:val>
                                            <p:strVal val="#ppt_x"/>
                                          </p:val>
                                        </p:tav>
                                      </p:tavLst>
                                    </p:anim>
                                    <p:anim calcmode="lin" valueType="num">
                                      <p:cBhvr>
                                        <p:cTn id="16" dur="450" decel="100000" fill="hold"/>
                                        <p:tgtEl>
                                          <p:spTgt spid="15"/>
                                        </p:tgtEl>
                                        <p:attrNameLst>
                                          <p:attrName>ppt_y</p:attrName>
                                        </p:attrNameLst>
                                      </p:cBhvr>
                                      <p:tavLst>
                                        <p:tav tm="0">
                                          <p:val>
                                            <p:strVal val="#ppt_y+1"/>
                                          </p:val>
                                        </p:tav>
                                        <p:tav tm="100000">
                                          <p:val>
                                            <p:strVal val="#ppt_y-.03"/>
                                          </p:val>
                                        </p:tav>
                                      </p:tavLst>
                                    </p:anim>
                                    <p:anim calcmode="lin" valueType="num">
                                      <p:cBhvr>
                                        <p:cTn id="17" dur="50" accel="100000" fill="hold">
                                          <p:stCondLst>
                                            <p:cond delay="450"/>
                                          </p:stCondLst>
                                        </p:cTn>
                                        <p:tgtEl>
                                          <p:spTgt spid="15"/>
                                        </p:tgtEl>
                                        <p:attrNameLst>
                                          <p:attrName>ppt_y</p:attrName>
                                        </p:attrNameLst>
                                      </p:cBhvr>
                                      <p:tavLst>
                                        <p:tav tm="0">
                                          <p:val>
                                            <p:strVal val="#ppt_y-.03"/>
                                          </p:val>
                                        </p:tav>
                                        <p:tav tm="100000">
                                          <p:val>
                                            <p:strVal val="#ppt_y"/>
                                          </p:val>
                                        </p:tav>
                                      </p:tavLst>
                                    </p:anim>
                                  </p:childTnLst>
                                </p:cTn>
                              </p:par>
                            </p:childTnLst>
                          </p:cTn>
                        </p:par>
                        <p:par>
                          <p:cTn id="18" fill="hold">
                            <p:stCondLst>
                              <p:cond delay="1000"/>
                            </p:stCondLst>
                            <p:childTnLst>
                              <p:par>
                                <p:cTn id="19" presetID="37" presetClass="entr" presetSubtype="0"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anim calcmode="lin" valueType="num">
                                      <p:cBhvr>
                                        <p:cTn id="22" dur="500" fill="hold"/>
                                        <p:tgtEl>
                                          <p:spTgt spid="17"/>
                                        </p:tgtEl>
                                        <p:attrNameLst>
                                          <p:attrName>ppt_x</p:attrName>
                                        </p:attrNameLst>
                                      </p:cBhvr>
                                      <p:tavLst>
                                        <p:tav tm="0">
                                          <p:val>
                                            <p:strVal val="#ppt_x"/>
                                          </p:val>
                                        </p:tav>
                                        <p:tav tm="100000">
                                          <p:val>
                                            <p:strVal val="#ppt_x"/>
                                          </p:val>
                                        </p:tav>
                                      </p:tavLst>
                                    </p:anim>
                                    <p:anim calcmode="lin" valueType="num">
                                      <p:cBhvr>
                                        <p:cTn id="23" dur="450" decel="100000" fill="hold"/>
                                        <p:tgtEl>
                                          <p:spTgt spid="17"/>
                                        </p:tgtEl>
                                        <p:attrNameLst>
                                          <p:attrName>ppt_y</p:attrName>
                                        </p:attrNameLst>
                                      </p:cBhvr>
                                      <p:tavLst>
                                        <p:tav tm="0">
                                          <p:val>
                                            <p:strVal val="#ppt_y+1"/>
                                          </p:val>
                                        </p:tav>
                                        <p:tav tm="100000">
                                          <p:val>
                                            <p:strVal val="#ppt_y-.03"/>
                                          </p:val>
                                        </p:tav>
                                      </p:tavLst>
                                    </p:anim>
                                    <p:anim calcmode="lin" valueType="num">
                                      <p:cBhvr>
                                        <p:cTn id="24" dur="50" accel="100000" fill="hold">
                                          <p:stCondLst>
                                            <p:cond delay="450"/>
                                          </p:stCondLst>
                                        </p:cTn>
                                        <p:tgtEl>
                                          <p:spTgt spid="17"/>
                                        </p:tgtEl>
                                        <p:attrNameLst>
                                          <p:attrName>ppt_y</p:attrName>
                                        </p:attrNameLst>
                                      </p:cBhvr>
                                      <p:tavLst>
                                        <p:tav tm="0">
                                          <p:val>
                                            <p:strVal val="#ppt_y-.03"/>
                                          </p:val>
                                        </p:tav>
                                        <p:tav tm="100000">
                                          <p:val>
                                            <p:strVal val="#ppt_y"/>
                                          </p:val>
                                        </p:tav>
                                      </p:tavLst>
                                    </p:anim>
                                  </p:childTnLst>
                                </p:cTn>
                              </p:par>
                            </p:childTnLst>
                          </p:cTn>
                        </p:par>
                        <p:par>
                          <p:cTn id="25" fill="hold">
                            <p:stCondLst>
                              <p:cond delay="1500"/>
                            </p:stCondLst>
                            <p:childTnLst>
                              <p:par>
                                <p:cTn id="26" presetID="37" presetClass="entr" presetSubtype="0" fill="hold" grpId="0" nodeType="after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fade">
                                      <p:cBhvr>
                                        <p:cTn id="28" dur="500"/>
                                        <p:tgtEl>
                                          <p:spTgt spid="18"/>
                                        </p:tgtEl>
                                      </p:cBhvr>
                                    </p:animEffect>
                                    <p:anim calcmode="lin" valueType="num">
                                      <p:cBhvr>
                                        <p:cTn id="29" dur="500" fill="hold"/>
                                        <p:tgtEl>
                                          <p:spTgt spid="18"/>
                                        </p:tgtEl>
                                        <p:attrNameLst>
                                          <p:attrName>ppt_x</p:attrName>
                                        </p:attrNameLst>
                                      </p:cBhvr>
                                      <p:tavLst>
                                        <p:tav tm="0">
                                          <p:val>
                                            <p:strVal val="#ppt_x"/>
                                          </p:val>
                                        </p:tav>
                                        <p:tav tm="100000">
                                          <p:val>
                                            <p:strVal val="#ppt_x"/>
                                          </p:val>
                                        </p:tav>
                                      </p:tavLst>
                                    </p:anim>
                                    <p:anim calcmode="lin" valueType="num">
                                      <p:cBhvr>
                                        <p:cTn id="30" dur="450" decel="100000" fill="hold"/>
                                        <p:tgtEl>
                                          <p:spTgt spid="18"/>
                                        </p:tgtEl>
                                        <p:attrNameLst>
                                          <p:attrName>ppt_y</p:attrName>
                                        </p:attrNameLst>
                                      </p:cBhvr>
                                      <p:tavLst>
                                        <p:tav tm="0">
                                          <p:val>
                                            <p:strVal val="#ppt_y+1"/>
                                          </p:val>
                                        </p:tav>
                                        <p:tav tm="100000">
                                          <p:val>
                                            <p:strVal val="#ppt_y-.03"/>
                                          </p:val>
                                        </p:tav>
                                      </p:tavLst>
                                    </p:anim>
                                    <p:anim calcmode="lin" valueType="num">
                                      <p:cBhvr>
                                        <p:cTn id="31" dur="50" accel="100000" fill="hold">
                                          <p:stCondLst>
                                            <p:cond delay="450"/>
                                          </p:stCondLst>
                                        </p:cTn>
                                        <p:tgtEl>
                                          <p:spTgt spid="18"/>
                                        </p:tgtEl>
                                        <p:attrNameLst>
                                          <p:attrName>ppt_y</p:attrName>
                                        </p:attrNameLst>
                                      </p:cBhvr>
                                      <p:tavLst>
                                        <p:tav tm="0">
                                          <p:val>
                                            <p:strVal val="#ppt_y-.03"/>
                                          </p:val>
                                        </p:tav>
                                        <p:tav tm="100000">
                                          <p:val>
                                            <p:strVal val="#ppt_y"/>
                                          </p:val>
                                        </p:tav>
                                      </p:tavLst>
                                    </p:anim>
                                  </p:childTnLst>
                                </p:cTn>
                              </p:par>
                            </p:childTnLst>
                          </p:cTn>
                        </p:par>
                        <p:par>
                          <p:cTn id="32" fill="hold">
                            <p:stCondLst>
                              <p:cond delay="2000"/>
                            </p:stCondLst>
                            <p:childTnLst>
                              <p:par>
                                <p:cTn id="33" presetID="37" presetClass="entr" presetSubtype="0" fill="hold" grpId="0" nodeType="after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fade">
                                      <p:cBhvr>
                                        <p:cTn id="35" dur="500"/>
                                        <p:tgtEl>
                                          <p:spTgt spid="16"/>
                                        </p:tgtEl>
                                      </p:cBhvr>
                                    </p:animEffect>
                                    <p:anim calcmode="lin" valueType="num">
                                      <p:cBhvr>
                                        <p:cTn id="36" dur="500" fill="hold"/>
                                        <p:tgtEl>
                                          <p:spTgt spid="16"/>
                                        </p:tgtEl>
                                        <p:attrNameLst>
                                          <p:attrName>ppt_x</p:attrName>
                                        </p:attrNameLst>
                                      </p:cBhvr>
                                      <p:tavLst>
                                        <p:tav tm="0">
                                          <p:val>
                                            <p:strVal val="#ppt_x"/>
                                          </p:val>
                                        </p:tav>
                                        <p:tav tm="100000">
                                          <p:val>
                                            <p:strVal val="#ppt_x"/>
                                          </p:val>
                                        </p:tav>
                                      </p:tavLst>
                                    </p:anim>
                                    <p:anim calcmode="lin" valueType="num">
                                      <p:cBhvr>
                                        <p:cTn id="37" dur="450" decel="100000" fill="hold"/>
                                        <p:tgtEl>
                                          <p:spTgt spid="16"/>
                                        </p:tgtEl>
                                        <p:attrNameLst>
                                          <p:attrName>ppt_y</p:attrName>
                                        </p:attrNameLst>
                                      </p:cBhvr>
                                      <p:tavLst>
                                        <p:tav tm="0">
                                          <p:val>
                                            <p:strVal val="#ppt_y+1"/>
                                          </p:val>
                                        </p:tav>
                                        <p:tav tm="100000">
                                          <p:val>
                                            <p:strVal val="#ppt_y-.03"/>
                                          </p:val>
                                        </p:tav>
                                      </p:tavLst>
                                    </p:anim>
                                    <p:anim calcmode="lin" valueType="num">
                                      <p:cBhvr>
                                        <p:cTn id="38" dur="50" accel="100000" fill="hold">
                                          <p:stCondLst>
                                            <p:cond delay="450"/>
                                          </p:stCondLst>
                                        </p:cTn>
                                        <p:tgtEl>
                                          <p:spTgt spid="16"/>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64</a:t>
            </a:r>
          </a:p>
        </p:txBody>
      </p:sp>
      <p:sp>
        <p:nvSpPr>
          <p:cNvPr id="14" name="Cube 13"/>
          <p:cNvSpPr/>
          <p:nvPr/>
        </p:nvSpPr>
        <p:spPr>
          <a:xfrm>
            <a:off x="4465683" y="1599717"/>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Freeform 14"/>
          <p:cNvSpPr/>
          <p:nvPr/>
        </p:nvSpPr>
        <p:spPr>
          <a:xfrm rot="5400000">
            <a:off x="6761319" y="218482"/>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5510871" y="1689698"/>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18" name="Cube 17"/>
          <p:cNvSpPr/>
          <p:nvPr/>
        </p:nvSpPr>
        <p:spPr>
          <a:xfrm>
            <a:off x="5837280" y="296829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9" name="Freeform 18"/>
          <p:cNvSpPr/>
          <p:nvPr/>
        </p:nvSpPr>
        <p:spPr>
          <a:xfrm rot="5400000">
            <a:off x="8132916" y="158706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6882468" y="305827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WORK SPEED</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2" name="Cube 21"/>
          <p:cNvSpPr/>
          <p:nvPr/>
        </p:nvSpPr>
        <p:spPr>
          <a:xfrm>
            <a:off x="5157335" y="2280501"/>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3" name="Freeform 22"/>
          <p:cNvSpPr/>
          <p:nvPr/>
        </p:nvSpPr>
        <p:spPr>
          <a:xfrm rot="5400000">
            <a:off x="7452971" y="899266"/>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p:cNvSpPr txBox="1"/>
          <p:nvPr/>
        </p:nvSpPr>
        <p:spPr>
          <a:xfrm>
            <a:off x="6202523" y="2370482"/>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CONSULTING</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6" name="Cube 25"/>
          <p:cNvSpPr/>
          <p:nvPr/>
        </p:nvSpPr>
        <p:spPr>
          <a:xfrm>
            <a:off x="6517227" y="3656091"/>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7" name="Freeform 26"/>
          <p:cNvSpPr/>
          <p:nvPr/>
        </p:nvSpPr>
        <p:spPr>
          <a:xfrm rot="5400000">
            <a:off x="8812863" y="2274856"/>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p:cNvSpPr txBox="1"/>
          <p:nvPr/>
        </p:nvSpPr>
        <p:spPr>
          <a:xfrm>
            <a:off x="7562415" y="3746072"/>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COSTUMER GIFT</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0" name="Cube 29"/>
          <p:cNvSpPr/>
          <p:nvPr/>
        </p:nvSpPr>
        <p:spPr>
          <a:xfrm>
            <a:off x="7198246" y="4343884"/>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1" name="Freeform 30"/>
          <p:cNvSpPr/>
          <p:nvPr/>
        </p:nvSpPr>
        <p:spPr>
          <a:xfrm rot="5400000">
            <a:off x="9493882" y="2962649"/>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8243434" y="4433865"/>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EASY CUSTOMIZE</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3" name="TextBox 32"/>
          <p:cNvSpPr txBox="1"/>
          <p:nvPr/>
        </p:nvSpPr>
        <p:spPr>
          <a:xfrm>
            <a:off x="877201" y="1836111"/>
            <a:ext cx="1426994" cy="861774"/>
          </a:xfrm>
          <a:prstGeom prst="rect">
            <a:avLst/>
          </a:prstGeom>
          <a:noFill/>
        </p:spPr>
        <p:txBody>
          <a:bodyPr wrap="none" rtlCol="0">
            <a:spAutoFit/>
          </a:bodyPr>
          <a:lstStyle/>
          <a:p>
            <a:r>
              <a:rPr lang="en-US" sz="13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BUSINESS</a:t>
            </a:r>
            <a:r>
              <a:rPr lang="en-US" sz="2400">
                <a:solidFill>
                  <a:srgbClr val="E74C3C"/>
                </a:solidFill>
                <a:latin typeface="Abel" panose="02000506030000020004" pitchFamily="2" charset="0"/>
                <a:ea typeface="Open Sans" panose="020B0606030504020204" pitchFamily="34" charset="0"/>
                <a:cs typeface="Open Sans" panose="020B0606030504020204" pitchFamily="34" charset="0"/>
              </a:rPr>
              <a:t> </a:t>
            </a:r>
          </a:p>
          <a:p>
            <a:r>
              <a:rPr lang="en-US" sz="2600">
                <a:solidFill>
                  <a:schemeClr val="accent6"/>
                </a:solidFill>
                <a:latin typeface="Abel" panose="02000506030000020004" pitchFamily="2" charset="0"/>
                <a:ea typeface="Open Sans" panose="020B0606030504020204" pitchFamily="34" charset="0"/>
                <a:cs typeface="Open Sans" panose="020B0606030504020204" pitchFamily="34" charset="0"/>
              </a:rPr>
              <a:t>SEGMENT</a:t>
            </a:r>
          </a:p>
        </p:txBody>
      </p:sp>
      <p:sp>
        <p:nvSpPr>
          <p:cNvPr id="34" name="extBox 3"/>
          <p:cNvSpPr txBox="1"/>
          <p:nvPr/>
        </p:nvSpPr>
        <p:spPr>
          <a:xfrm>
            <a:off x="877201" y="2993602"/>
            <a:ext cx="3359888" cy="1692771"/>
          </a:xfrm>
          <a:prstGeom prst="rect">
            <a:avLst/>
          </a:prstGeom>
          <a:noFill/>
        </p:spPr>
        <p:txBody>
          <a:bodyPr wrap="square" rtlCol="0">
            <a:spAutoFit/>
          </a:bodyPr>
          <a:lstStyle/>
          <a:p>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THE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Nemo enim ipsam voluptatem quia voluptas sit aspernatur aut odit aut fugit, sed quia consequuntur magni dolores eos qui ratione voluptatem sequi nesciunt.</a:t>
            </a:r>
          </a:p>
        </p:txBody>
      </p:sp>
    </p:spTree>
    <p:extLst>
      <p:ext uri="{BB962C8B-B14F-4D97-AF65-F5344CB8AC3E}">
        <p14:creationId xmlns:p14="http://schemas.microsoft.com/office/powerpoint/2010/main" val="2385637044"/>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500" fill="hold"/>
                                        <p:tgtEl>
                                          <p:spTgt spid="22"/>
                                        </p:tgtEl>
                                        <p:attrNameLst>
                                          <p:attrName>ppt_x</p:attrName>
                                        </p:attrNameLst>
                                      </p:cBhvr>
                                      <p:tavLst>
                                        <p:tav tm="0">
                                          <p:val>
                                            <p:strVal val="#ppt_x"/>
                                          </p:val>
                                        </p:tav>
                                        <p:tav tm="100000">
                                          <p:val>
                                            <p:strVal val="#ppt_x"/>
                                          </p:val>
                                        </p:tav>
                                      </p:tavLst>
                                    </p:anim>
                                    <p:anim calcmode="lin" valueType="num">
                                      <p:cBhvr additive="base">
                                        <p:cTn id="12" dur="500" fill="hold"/>
                                        <p:tgtEl>
                                          <p:spTgt spid="2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500" fill="hold"/>
                                        <p:tgtEl>
                                          <p:spTgt spid="18"/>
                                        </p:tgtEl>
                                        <p:attrNameLst>
                                          <p:attrName>ppt_x</p:attrName>
                                        </p:attrNameLst>
                                      </p:cBhvr>
                                      <p:tavLst>
                                        <p:tav tm="0">
                                          <p:val>
                                            <p:strVal val="#ppt_x"/>
                                          </p:val>
                                        </p:tav>
                                        <p:tav tm="100000">
                                          <p:val>
                                            <p:strVal val="#ppt_x"/>
                                          </p:val>
                                        </p:tav>
                                      </p:tavLst>
                                    </p:anim>
                                    <p:anim calcmode="lin" valueType="num">
                                      <p:cBhvr additive="base">
                                        <p:cTn id="16" dur="5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additive="base">
                                        <p:cTn id="19" dur="500" fill="hold"/>
                                        <p:tgtEl>
                                          <p:spTgt spid="26"/>
                                        </p:tgtEl>
                                        <p:attrNameLst>
                                          <p:attrName>ppt_x</p:attrName>
                                        </p:attrNameLst>
                                      </p:cBhvr>
                                      <p:tavLst>
                                        <p:tav tm="0">
                                          <p:val>
                                            <p:strVal val="#ppt_x"/>
                                          </p:val>
                                        </p:tav>
                                        <p:tav tm="100000">
                                          <p:val>
                                            <p:strVal val="#ppt_x"/>
                                          </p:val>
                                        </p:tav>
                                      </p:tavLst>
                                    </p:anim>
                                    <p:anim calcmode="lin" valueType="num">
                                      <p:cBhvr additive="base">
                                        <p:cTn id="20" dur="500" fill="hold"/>
                                        <p:tgtEl>
                                          <p:spTgt spid="26"/>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30"/>
                                        </p:tgtEl>
                                        <p:attrNameLst>
                                          <p:attrName>style.visibility</p:attrName>
                                        </p:attrNameLst>
                                      </p:cBhvr>
                                      <p:to>
                                        <p:strVal val="visible"/>
                                      </p:to>
                                    </p:set>
                                    <p:anim calcmode="lin" valueType="num">
                                      <p:cBhvr additive="base">
                                        <p:cTn id="23" dur="500" fill="hold"/>
                                        <p:tgtEl>
                                          <p:spTgt spid="30"/>
                                        </p:tgtEl>
                                        <p:attrNameLst>
                                          <p:attrName>ppt_x</p:attrName>
                                        </p:attrNameLst>
                                      </p:cBhvr>
                                      <p:tavLst>
                                        <p:tav tm="0">
                                          <p:val>
                                            <p:strVal val="#ppt_x"/>
                                          </p:val>
                                        </p:tav>
                                        <p:tav tm="100000">
                                          <p:val>
                                            <p:strVal val="#ppt_x"/>
                                          </p:val>
                                        </p:tav>
                                      </p:tavLst>
                                    </p:anim>
                                    <p:anim calcmode="lin" valueType="num">
                                      <p:cBhvr additive="base">
                                        <p:cTn id="24" dur="500" fill="hold"/>
                                        <p:tgtEl>
                                          <p:spTgt spid="30"/>
                                        </p:tgtEl>
                                        <p:attrNameLst>
                                          <p:attrName>ppt_y</p:attrName>
                                        </p:attrNameLst>
                                      </p:cBhvr>
                                      <p:tavLst>
                                        <p:tav tm="0">
                                          <p:val>
                                            <p:strVal val="1+#ppt_h/2"/>
                                          </p:val>
                                        </p:tav>
                                        <p:tav tm="100000">
                                          <p:val>
                                            <p:strVal val="#ppt_y"/>
                                          </p:val>
                                        </p:tav>
                                      </p:tavLst>
                                    </p:anim>
                                  </p:childTnLst>
                                </p:cTn>
                              </p:par>
                            </p:childTnLst>
                          </p:cTn>
                        </p:par>
                        <p:par>
                          <p:cTn id="25" fill="hold">
                            <p:stCondLst>
                              <p:cond delay="500"/>
                            </p:stCondLst>
                            <p:childTnLst>
                              <p:par>
                                <p:cTn id="26" presetID="22" presetClass="entr" presetSubtype="8" fill="hold" grpId="0" nodeType="after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wipe(left)">
                                      <p:cBhvr>
                                        <p:cTn id="28" dur="500"/>
                                        <p:tgtEl>
                                          <p:spTgt spid="15"/>
                                        </p:tgtEl>
                                      </p:cBhvr>
                                    </p:animEffect>
                                  </p:childTnLst>
                                </p:cTn>
                              </p:par>
                            </p:childTnLst>
                          </p:cTn>
                        </p:par>
                        <p:par>
                          <p:cTn id="29" fill="hold">
                            <p:stCondLst>
                              <p:cond delay="1000"/>
                            </p:stCondLst>
                            <p:childTnLst>
                              <p:par>
                                <p:cTn id="30" presetID="22" presetClass="entr" presetSubtype="8" fill="hold" grpId="0" nodeType="after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wipe(left)">
                                      <p:cBhvr>
                                        <p:cTn id="32" dur="500"/>
                                        <p:tgtEl>
                                          <p:spTgt spid="23"/>
                                        </p:tgtEl>
                                      </p:cBhvr>
                                    </p:animEffect>
                                  </p:childTnLst>
                                </p:cTn>
                              </p:par>
                            </p:childTnLst>
                          </p:cTn>
                        </p:par>
                        <p:par>
                          <p:cTn id="33" fill="hold">
                            <p:stCondLst>
                              <p:cond delay="1500"/>
                            </p:stCondLst>
                            <p:childTnLst>
                              <p:par>
                                <p:cTn id="34" presetID="22" presetClass="entr" presetSubtype="8" fill="hold" grpId="0" nodeType="after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wipe(left)">
                                      <p:cBhvr>
                                        <p:cTn id="36" dur="500"/>
                                        <p:tgtEl>
                                          <p:spTgt spid="19"/>
                                        </p:tgtEl>
                                      </p:cBhvr>
                                    </p:animEffect>
                                  </p:childTnLst>
                                </p:cTn>
                              </p:par>
                            </p:childTnLst>
                          </p:cTn>
                        </p:par>
                        <p:par>
                          <p:cTn id="37" fill="hold">
                            <p:stCondLst>
                              <p:cond delay="2000"/>
                            </p:stCondLst>
                            <p:childTnLst>
                              <p:par>
                                <p:cTn id="38" presetID="22" presetClass="entr" presetSubtype="8" fill="hold" grpId="0" nodeType="afterEffect">
                                  <p:stCondLst>
                                    <p:cond delay="0"/>
                                  </p:stCondLst>
                                  <p:childTnLst>
                                    <p:set>
                                      <p:cBhvr>
                                        <p:cTn id="39" dur="1" fill="hold">
                                          <p:stCondLst>
                                            <p:cond delay="0"/>
                                          </p:stCondLst>
                                        </p:cTn>
                                        <p:tgtEl>
                                          <p:spTgt spid="27"/>
                                        </p:tgtEl>
                                        <p:attrNameLst>
                                          <p:attrName>style.visibility</p:attrName>
                                        </p:attrNameLst>
                                      </p:cBhvr>
                                      <p:to>
                                        <p:strVal val="visible"/>
                                      </p:to>
                                    </p:set>
                                    <p:animEffect transition="in" filter="wipe(left)">
                                      <p:cBhvr>
                                        <p:cTn id="40" dur="500"/>
                                        <p:tgtEl>
                                          <p:spTgt spid="27"/>
                                        </p:tgtEl>
                                      </p:cBhvr>
                                    </p:animEffect>
                                  </p:childTnLst>
                                </p:cTn>
                              </p:par>
                            </p:childTnLst>
                          </p:cTn>
                        </p:par>
                        <p:par>
                          <p:cTn id="41" fill="hold">
                            <p:stCondLst>
                              <p:cond delay="2500"/>
                            </p:stCondLst>
                            <p:childTnLst>
                              <p:par>
                                <p:cTn id="42" presetID="22" presetClass="entr" presetSubtype="8" fill="hold" grpId="0" nodeType="afterEffect">
                                  <p:stCondLst>
                                    <p:cond delay="0"/>
                                  </p:stCondLst>
                                  <p:childTnLst>
                                    <p:set>
                                      <p:cBhvr>
                                        <p:cTn id="43" dur="1" fill="hold">
                                          <p:stCondLst>
                                            <p:cond delay="0"/>
                                          </p:stCondLst>
                                        </p:cTn>
                                        <p:tgtEl>
                                          <p:spTgt spid="31"/>
                                        </p:tgtEl>
                                        <p:attrNameLst>
                                          <p:attrName>style.visibility</p:attrName>
                                        </p:attrNameLst>
                                      </p:cBhvr>
                                      <p:to>
                                        <p:strVal val="visible"/>
                                      </p:to>
                                    </p:set>
                                    <p:animEffect transition="in" filter="wipe(left)">
                                      <p:cBhvr>
                                        <p:cTn id="44" dur="500"/>
                                        <p:tgtEl>
                                          <p:spTgt spid="31"/>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4"/>
                                        </p:tgtEl>
                                        <p:attrNameLst>
                                          <p:attrName>style.visibility</p:attrName>
                                        </p:attrNameLst>
                                      </p:cBhvr>
                                      <p:to>
                                        <p:strVal val="visible"/>
                                      </p:to>
                                    </p:set>
                                    <p:animEffect transition="in" filter="fade">
                                      <p:cBhvr>
                                        <p:cTn id="50" dur="500"/>
                                        <p:tgtEl>
                                          <p:spTgt spid="24"/>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20"/>
                                        </p:tgtEl>
                                        <p:attrNameLst>
                                          <p:attrName>style.visibility</p:attrName>
                                        </p:attrNameLst>
                                      </p:cBhvr>
                                      <p:to>
                                        <p:strVal val="visible"/>
                                      </p:to>
                                    </p:set>
                                    <p:animEffect transition="in" filter="fade">
                                      <p:cBhvr>
                                        <p:cTn id="53" dur="500"/>
                                        <p:tgtEl>
                                          <p:spTgt spid="20"/>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28"/>
                                        </p:tgtEl>
                                        <p:attrNameLst>
                                          <p:attrName>style.visibility</p:attrName>
                                        </p:attrNameLst>
                                      </p:cBhvr>
                                      <p:to>
                                        <p:strVal val="visible"/>
                                      </p:to>
                                    </p:set>
                                    <p:animEffect transition="in" filter="fade">
                                      <p:cBhvr>
                                        <p:cTn id="56" dur="500"/>
                                        <p:tgtEl>
                                          <p:spTgt spid="28"/>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32"/>
                                        </p:tgtEl>
                                        <p:attrNameLst>
                                          <p:attrName>style.visibility</p:attrName>
                                        </p:attrNameLst>
                                      </p:cBhvr>
                                      <p:to>
                                        <p:strVal val="visible"/>
                                      </p:to>
                                    </p:set>
                                    <p:animEffect transition="in" filter="fade">
                                      <p:cBhvr>
                                        <p:cTn id="59" dur="500"/>
                                        <p:tgtEl>
                                          <p:spTgt spid="32"/>
                                        </p:tgtEl>
                                      </p:cBhvr>
                                    </p:animEffect>
                                  </p:childTnLst>
                                </p:cTn>
                              </p:par>
                            </p:childTnLst>
                          </p:cTn>
                        </p:par>
                        <p:par>
                          <p:cTn id="60" fill="hold">
                            <p:stCondLst>
                              <p:cond delay="3000"/>
                            </p:stCondLst>
                            <p:childTnLst>
                              <p:par>
                                <p:cTn id="61" presetID="10" presetClass="entr" presetSubtype="0" fill="hold" grpId="0" nodeType="afterEffect">
                                  <p:stCondLst>
                                    <p:cond delay="0"/>
                                  </p:stCondLst>
                                  <p:childTnLst>
                                    <p:set>
                                      <p:cBhvr>
                                        <p:cTn id="62" dur="1" fill="hold">
                                          <p:stCondLst>
                                            <p:cond delay="0"/>
                                          </p:stCondLst>
                                        </p:cTn>
                                        <p:tgtEl>
                                          <p:spTgt spid="33"/>
                                        </p:tgtEl>
                                        <p:attrNameLst>
                                          <p:attrName>style.visibility</p:attrName>
                                        </p:attrNameLst>
                                      </p:cBhvr>
                                      <p:to>
                                        <p:strVal val="visible"/>
                                      </p:to>
                                    </p:set>
                                    <p:animEffect transition="in" filter="fade">
                                      <p:cBhvr>
                                        <p:cTn id="63" dur="500"/>
                                        <p:tgtEl>
                                          <p:spTgt spid="33"/>
                                        </p:tgtEl>
                                      </p:cBhvr>
                                    </p:animEffect>
                                  </p:childTnLst>
                                </p:cTn>
                              </p:par>
                            </p:childTnLst>
                          </p:cTn>
                        </p:par>
                        <p:par>
                          <p:cTn id="64" fill="hold">
                            <p:stCondLst>
                              <p:cond delay="3500"/>
                            </p:stCondLst>
                            <p:childTnLst>
                              <p:par>
                                <p:cTn id="65" presetID="10" presetClass="entr" presetSubtype="0" fill="hold" grpId="0" nodeType="afterEffect">
                                  <p:stCondLst>
                                    <p:cond delay="0"/>
                                  </p:stCondLst>
                                  <p:childTnLst>
                                    <p:set>
                                      <p:cBhvr>
                                        <p:cTn id="66" dur="1" fill="hold">
                                          <p:stCondLst>
                                            <p:cond delay="0"/>
                                          </p:stCondLst>
                                        </p:cTn>
                                        <p:tgtEl>
                                          <p:spTgt spid="34"/>
                                        </p:tgtEl>
                                        <p:attrNameLst>
                                          <p:attrName>style.visibility</p:attrName>
                                        </p:attrNameLst>
                                      </p:cBhvr>
                                      <p:to>
                                        <p:strVal val="visible"/>
                                      </p:to>
                                    </p:set>
                                    <p:animEffect transition="in" filter="fade">
                                      <p:cBhvr>
                                        <p:cTn id="6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p:bldP spid="18" grpId="0" animBg="1"/>
      <p:bldP spid="19" grpId="0" animBg="1"/>
      <p:bldP spid="20" grpId="0"/>
      <p:bldP spid="22" grpId="0" animBg="1"/>
      <p:bldP spid="23" grpId="0" animBg="1"/>
      <p:bldP spid="24" grpId="0"/>
      <p:bldP spid="26" grpId="0" animBg="1"/>
      <p:bldP spid="27" grpId="0" animBg="1"/>
      <p:bldP spid="28" grpId="0"/>
      <p:bldP spid="30" grpId="0" animBg="1"/>
      <p:bldP spid="31" grpId="0" animBg="1"/>
      <p:bldP spid="32" grpId="0"/>
      <p:bldP spid="33" grpId="0"/>
      <p:bldP spid="34"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13"/>
          <p:cNvSpPr/>
          <p:nvPr/>
        </p:nvSpPr>
        <p:spPr>
          <a:xfrm>
            <a:off x="0" y="0"/>
            <a:ext cx="6095997" cy="6858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65</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Cube 14"/>
          <p:cNvSpPr/>
          <p:nvPr/>
        </p:nvSpPr>
        <p:spPr>
          <a:xfrm>
            <a:off x="6096000" y="18341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6" name="Freeform 15"/>
          <p:cNvSpPr/>
          <p:nvPr/>
        </p:nvSpPr>
        <p:spPr>
          <a:xfrm rot="5400000">
            <a:off x="8391636" y="45289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p:cNvSpPr txBox="1"/>
          <p:nvPr/>
        </p:nvSpPr>
        <p:spPr>
          <a:xfrm>
            <a:off x="7141188" y="192410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18" name="Cube 17"/>
          <p:cNvSpPr/>
          <p:nvPr/>
        </p:nvSpPr>
        <p:spPr>
          <a:xfrm>
            <a:off x="6096000" y="36629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Freeform 18"/>
          <p:cNvSpPr/>
          <p:nvPr/>
        </p:nvSpPr>
        <p:spPr>
          <a:xfrm rot="5400000">
            <a:off x="8391636" y="228169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7141188" y="375290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WORK SPEED</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1" name="Cube 20"/>
          <p:cNvSpPr/>
          <p:nvPr/>
        </p:nvSpPr>
        <p:spPr>
          <a:xfrm>
            <a:off x="6096000" y="2748526"/>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2" name="Freeform 21"/>
          <p:cNvSpPr/>
          <p:nvPr/>
        </p:nvSpPr>
        <p:spPr>
          <a:xfrm rot="5400000">
            <a:off x="8391636" y="136729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7141188" y="283850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CONSULTING</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4" name="Cube 23"/>
          <p:cNvSpPr/>
          <p:nvPr/>
        </p:nvSpPr>
        <p:spPr>
          <a:xfrm>
            <a:off x="6096000" y="4577326"/>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5" name="Freeform 24"/>
          <p:cNvSpPr/>
          <p:nvPr/>
        </p:nvSpPr>
        <p:spPr>
          <a:xfrm rot="5400000">
            <a:off x="8391636" y="319609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7141188" y="466730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COSTUMER GIFT</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7" name="Cube 26"/>
          <p:cNvSpPr/>
          <p:nvPr/>
        </p:nvSpPr>
        <p:spPr>
          <a:xfrm>
            <a:off x="6096000" y="54917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8" name="Freeform 27"/>
          <p:cNvSpPr/>
          <p:nvPr/>
        </p:nvSpPr>
        <p:spPr>
          <a:xfrm rot="5400000">
            <a:off x="8391636" y="411049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7141188" y="558170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EASY CUSTOMIZE</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0" name="Cube 29"/>
          <p:cNvSpPr/>
          <p:nvPr/>
        </p:nvSpPr>
        <p:spPr>
          <a:xfrm flipH="1">
            <a:off x="5181600" y="18341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1" name="Freeform 30"/>
          <p:cNvSpPr/>
          <p:nvPr/>
        </p:nvSpPr>
        <p:spPr>
          <a:xfrm rot="16200000" flipH="1">
            <a:off x="3112570" y="458208"/>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1862122" y="1924106"/>
            <a:ext cx="3188689" cy="5078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3" name="Cube 32"/>
          <p:cNvSpPr/>
          <p:nvPr/>
        </p:nvSpPr>
        <p:spPr>
          <a:xfrm flipH="1">
            <a:off x="5181599" y="2748526"/>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4" name="Freeform 33"/>
          <p:cNvSpPr/>
          <p:nvPr/>
        </p:nvSpPr>
        <p:spPr>
          <a:xfrm rot="16200000" flipH="1">
            <a:off x="3112569" y="1372608"/>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p:cNvSpPr txBox="1"/>
          <p:nvPr/>
        </p:nvSpPr>
        <p:spPr>
          <a:xfrm>
            <a:off x="1862121" y="2838506"/>
            <a:ext cx="3188689" cy="5078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6" name="Cube 35"/>
          <p:cNvSpPr/>
          <p:nvPr/>
        </p:nvSpPr>
        <p:spPr>
          <a:xfrm flipH="1">
            <a:off x="5181600" y="36629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7" name="Freeform 36"/>
          <p:cNvSpPr/>
          <p:nvPr/>
        </p:nvSpPr>
        <p:spPr>
          <a:xfrm rot="16200000" flipH="1">
            <a:off x="3112570" y="2287008"/>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Box 37"/>
          <p:cNvSpPr txBox="1"/>
          <p:nvPr/>
        </p:nvSpPr>
        <p:spPr>
          <a:xfrm>
            <a:off x="1862122" y="3752906"/>
            <a:ext cx="3188689" cy="5078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9" name="Cube 38"/>
          <p:cNvSpPr/>
          <p:nvPr/>
        </p:nvSpPr>
        <p:spPr>
          <a:xfrm flipH="1">
            <a:off x="5181598" y="4577326"/>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0" name="Freeform 39"/>
          <p:cNvSpPr/>
          <p:nvPr/>
        </p:nvSpPr>
        <p:spPr>
          <a:xfrm rot="16200000" flipH="1">
            <a:off x="3112568" y="3201408"/>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p:cNvSpPr txBox="1"/>
          <p:nvPr/>
        </p:nvSpPr>
        <p:spPr>
          <a:xfrm>
            <a:off x="1862120" y="4667306"/>
            <a:ext cx="3188689" cy="5078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2" name="Cube 41"/>
          <p:cNvSpPr/>
          <p:nvPr/>
        </p:nvSpPr>
        <p:spPr>
          <a:xfrm flipH="1">
            <a:off x="5181600" y="54917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3" name="Freeform 42"/>
          <p:cNvSpPr/>
          <p:nvPr/>
        </p:nvSpPr>
        <p:spPr>
          <a:xfrm rot="16200000" flipH="1">
            <a:off x="3112570" y="4115808"/>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p:cNvSpPr txBox="1"/>
          <p:nvPr/>
        </p:nvSpPr>
        <p:spPr>
          <a:xfrm>
            <a:off x="1862122" y="5581706"/>
            <a:ext cx="3188689" cy="5078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5" name="TextBox 44"/>
          <p:cNvSpPr txBox="1"/>
          <p:nvPr/>
        </p:nvSpPr>
        <p:spPr>
          <a:xfrm>
            <a:off x="5812909" y="2155093"/>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46" name="TextBox 45"/>
          <p:cNvSpPr txBox="1"/>
          <p:nvPr/>
        </p:nvSpPr>
        <p:spPr>
          <a:xfrm>
            <a:off x="5812909" y="3069493"/>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02</a:t>
            </a:r>
          </a:p>
        </p:txBody>
      </p:sp>
      <p:sp>
        <p:nvSpPr>
          <p:cNvPr id="47" name="TextBox 46"/>
          <p:cNvSpPr txBox="1"/>
          <p:nvPr/>
        </p:nvSpPr>
        <p:spPr>
          <a:xfrm>
            <a:off x="5812909" y="3983893"/>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03</a:t>
            </a:r>
          </a:p>
        </p:txBody>
      </p:sp>
      <p:sp>
        <p:nvSpPr>
          <p:cNvPr id="48" name="TextBox 47"/>
          <p:cNvSpPr txBox="1"/>
          <p:nvPr/>
        </p:nvSpPr>
        <p:spPr>
          <a:xfrm>
            <a:off x="5812907" y="4898293"/>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04</a:t>
            </a:r>
          </a:p>
        </p:txBody>
      </p:sp>
      <p:sp>
        <p:nvSpPr>
          <p:cNvPr id="49" name="TextBox 48"/>
          <p:cNvSpPr txBox="1"/>
          <p:nvPr/>
        </p:nvSpPr>
        <p:spPr>
          <a:xfrm>
            <a:off x="5812909" y="5812693"/>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05</a:t>
            </a:r>
          </a:p>
        </p:txBody>
      </p:sp>
      <p:sp>
        <p:nvSpPr>
          <p:cNvPr id="50" name="TextBox 49"/>
          <p:cNvSpPr txBox="1"/>
          <p:nvPr/>
        </p:nvSpPr>
        <p:spPr>
          <a:xfrm>
            <a:off x="2919425" y="1362581"/>
            <a:ext cx="1074077"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VARIANT </a:t>
            </a:r>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A</a:t>
            </a:r>
          </a:p>
        </p:txBody>
      </p:sp>
      <p:sp>
        <p:nvSpPr>
          <p:cNvPr id="51" name="TextBox 50"/>
          <p:cNvSpPr txBox="1"/>
          <p:nvPr/>
        </p:nvSpPr>
        <p:spPr>
          <a:xfrm>
            <a:off x="8198493" y="1364187"/>
            <a:ext cx="1074077"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VARIANT </a:t>
            </a:r>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B</a:t>
            </a:r>
          </a:p>
        </p:txBody>
      </p:sp>
      <p:sp>
        <p:nvSpPr>
          <p:cNvPr id="52" name="Isosceles Triangle 51"/>
          <p:cNvSpPr/>
          <p:nvPr/>
        </p:nvSpPr>
        <p:spPr>
          <a:xfrm flipV="1">
            <a:off x="3376293" y="1633703"/>
            <a:ext cx="160339" cy="138223"/>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Isosceles Triangle 52"/>
          <p:cNvSpPr/>
          <p:nvPr/>
        </p:nvSpPr>
        <p:spPr>
          <a:xfrm flipV="1">
            <a:off x="8656245" y="1628586"/>
            <a:ext cx="160339" cy="138223"/>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090792381"/>
      </p:ext>
    </p:extLst>
  </p:cSld>
  <p:clrMapOvr>
    <a:masterClrMapping/>
  </p:clrMapOvr>
  <p:transition spd="slow">
    <p:cover dir="u"/>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ube 13"/>
          <p:cNvSpPr/>
          <p:nvPr/>
        </p:nvSpPr>
        <p:spPr>
          <a:xfrm>
            <a:off x="3810000" y="5253752"/>
            <a:ext cx="914400" cy="914400"/>
          </a:xfrm>
          <a:prstGeom prst="cube">
            <a:avLst/>
          </a:prstGeom>
          <a:solidFill>
            <a:schemeClr val="accent6"/>
          </a:solidFill>
          <a:ln>
            <a:noFill/>
          </a:ln>
          <a:effectLst>
            <a:reflection blurRad="6350" stA="50000" endA="300" endPos="38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Cube 14"/>
          <p:cNvSpPr/>
          <p:nvPr/>
        </p:nvSpPr>
        <p:spPr>
          <a:xfrm>
            <a:off x="5638800" y="4940092"/>
            <a:ext cx="914400" cy="914400"/>
          </a:xfrm>
          <a:prstGeom prst="cube">
            <a:avLst/>
          </a:prstGeom>
          <a:solidFill>
            <a:schemeClr val="accent6"/>
          </a:solidFill>
          <a:ln>
            <a:noFill/>
          </a:ln>
          <a:effectLst>
            <a:reflection blurRad="6350" stA="50000" endA="300" endPos="38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6" name="Cube 15"/>
          <p:cNvSpPr/>
          <p:nvPr/>
        </p:nvSpPr>
        <p:spPr>
          <a:xfrm>
            <a:off x="4724400" y="4626431"/>
            <a:ext cx="914400" cy="914400"/>
          </a:xfrm>
          <a:prstGeom prst="cube">
            <a:avLst/>
          </a:prstGeom>
          <a:solidFill>
            <a:schemeClr val="accent6">
              <a:lumMod val="75000"/>
            </a:schemeClr>
          </a:solidFill>
          <a:ln>
            <a:noFill/>
          </a:ln>
          <a:effectLst>
            <a:reflection blurRad="6350" stA="50000" endA="300" endPos="38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7" name="Cube 16"/>
          <p:cNvSpPr/>
          <p:nvPr/>
        </p:nvSpPr>
        <p:spPr>
          <a:xfrm>
            <a:off x="6553200" y="4169231"/>
            <a:ext cx="914400" cy="914400"/>
          </a:xfrm>
          <a:prstGeom prst="cube">
            <a:avLst/>
          </a:prstGeom>
          <a:solidFill>
            <a:schemeClr val="accent6">
              <a:lumMod val="75000"/>
            </a:schemeClr>
          </a:solidFill>
          <a:ln>
            <a:noFill/>
          </a:ln>
          <a:effectLst>
            <a:reflection blurRad="6350" stA="50000" endA="300" endPos="38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Cube 17"/>
          <p:cNvSpPr/>
          <p:nvPr/>
        </p:nvSpPr>
        <p:spPr>
          <a:xfrm>
            <a:off x="7467600" y="4482892"/>
            <a:ext cx="914400" cy="914400"/>
          </a:xfrm>
          <a:prstGeom prst="cube">
            <a:avLst/>
          </a:prstGeom>
          <a:solidFill>
            <a:schemeClr val="accent6"/>
          </a:solidFill>
          <a:ln>
            <a:noFill/>
          </a:ln>
          <a:effectLst>
            <a:reflection blurRad="6350" stA="50000" endA="300" endPos="38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cxnSp>
        <p:nvCxnSpPr>
          <p:cNvPr id="19" name="Straight Connector 18"/>
          <p:cNvCxnSpPr/>
          <p:nvPr/>
        </p:nvCxnSpPr>
        <p:spPr>
          <a:xfrm>
            <a:off x="4341628" y="3847596"/>
            <a:ext cx="0" cy="1270591"/>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5181600" y="2852061"/>
            <a:ext cx="0" cy="1554480"/>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6096000" y="2646888"/>
            <a:ext cx="0" cy="173736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3317107" y="3836710"/>
            <a:ext cx="1013637"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570748" y="3574950"/>
            <a:ext cx="2746359" cy="9079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 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endParaRPr lang="en-US" sz="900" b="1">
              <a:solidFill>
                <a:srgbClr val="E74C3C"/>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cxnSp>
        <p:nvCxnSpPr>
          <p:cNvPr id="24" name="Straight Connector 23"/>
          <p:cNvCxnSpPr/>
          <p:nvPr/>
        </p:nvCxnSpPr>
        <p:spPr>
          <a:xfrm>
            <a:off x="4167963" y="2835226"/>
            <a:ext cx="1013637"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1421604" y="2330056"/>
            <a:ext cx="2746359" cy="9079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 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a:t>
            </a:r>
            <a:endParaRPr lang="en-US" sz="900" b="1">
              <a:solidFill>
                <a:srgbClr val="E74C3C"/>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cxnSp>
        <p:nvCxnSpPr>
          <p:cNvPr id="26" name="Straight Connector 25"/>
          <p:cNvCxnSpPr/>
          <p:nvPr/>
        </p:nvCxnSpPr>
        <p:spPr>
          <a:xfrm>
            <a:off x="7043057" y="2866326"/>
            <a:ext cx="0" cy="1188720"/>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7043057" y="2849491"/>
            <a:ext cx="1013637" cy="0"/>
          </a:xfrm>
          <a:prstGeom prst="line">
            <a:avLst/>
          </a:prstGeom>
          <a:ln>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8185429" y="2450505"/>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cxnSp>
        <p:nvCxnSpPr>
          <p:cNvPr id="29" name="Straight Connector 28"/>
          <p:cNvCxnSpPr/>
          <p:nvPr/>
        </p:nvCxnSpPr>
        <p:spPr>
          <a:xfrm>
            <a:off x="7997486" y="3836710"/>
            <a:ext cx="0" cy="548640"/>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8008371" y="3812370"/>
            <a:ext cx="1013637" cy="0"/>
          </a:xfrm>
          <a:prstGeom prst="line">
            <a:avLst/>
          </a:prstGeom>
          <a:ln>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31" name="TextBox 30"/>
          <p:cNvSpPr txBox="1"/>
          <p:nvPr/>
        </p:nvSpPr>
        <p:spPr>
          <a:xfrm>
            <a:off x="9176029" y="3533935"/>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2" name="TextBox 31"/>
          <p:cNvSpPr txBox="1"/>
          <p:nvPr/>
        </p:nvSpPr>
        <p:spPr>
          <a:xfrm>
            <a:off x="4726960" y="1626852"/>
            <a:ext cx="2746359"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Tree>
    <p:extLst>
      <p:ext uri="{BB962C8B-B14F-4D97-AF65-F5344CB8AC3E}">
        <p14:creationId xmlns:p14="http://schemas.microsoft.com/office/powerpoint/2010/main" val="315173151"/>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grpId="0" nodeType="afterEffect">
                                  <p:stCondLst>
                                    <p:cond delay="0"/>
                                  </p:stCondLst>
                                  <p:childTnLst>
                                    <p:set>
                                      <p:cBhvr>
                                        <p:cTn id="11" dur="1" fill="hold">
                                          <p:stCondLst>
                                            <p:cond delay="0"/>
                                          </p:stCondLst>
                                        </p:cTn>
                                        <p:tgtEl>
                                          <p:spTgt spid="16"/>
                                        </p:tgtEl>
                                        <p:attrNameLst>
                                          <p:attrName>style.visibility</p:attrName>
                                        </p:attrNameLst>
                                      </p:cBhvr>
                                      <p:to>
                                        <p:strVal val="visible"/>
                                      </p:to>
                                    </p:set>
                                    <p:anim calcmode="lin" valueType="num">
                                      <p:cBhvr additive="base">
                                        <p:cTn id="12" dur="500" fill="hold"/>
                                        <p:tgtEl>
                                          <p:spTgt spid="16"/>
                                        </p:tgtEl>
                                        <p:attrNameLst>
                                          <p:attrName>ppt_x</p:attrName>
                                        </p:attrNameLst>
                                      </p:cBhvr>
                                      <p:tavLst>
                                        <p:tav tm="0">
                                          <p:val>
                                            <p:strVal val="#ppt_x"/>
                                          </p:val>
                                        </p:tav>
                                        <p:tav tm="100000">
                                          <p:val>
                                            <p:strVal val="#ppt_x"/>
                                          </p:val>
                                        </p:tav>
                                      </p:tavLst>
                                    </p:anim>
                                    <p:anim calcmode="lin" valueType="num">
                                      <p:cBhvr additive="base">
                                        <p:cTn id="13" dur="500" fill="hold"/>
                                        <p:tgtEl>
                                          <p:spTgt spid="16"/>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grpId="0" nodeType="afterEffect">
                                  <p:stCondLst>
                                    <p:cond delay="0"/>
                                  </p:stCondLst>
                                  <p:childTnLst>
                                    <p:set>
                                      <p:cBhvr>
                                        <p:cTn id="16" dur="1" fill="hold">
                                          <p:stCondLst>
                                            <p:cond delay="0"/>
                                          </p:stCondLst>
                                        </p:cTn>
                                        <p:tgtEl>
                                          <p:spTgt spid="15"/>
                                        </p:tgtEl>
                                        <p:attrNameLst>
                                          <p:attrName>style.visibility</p:attrName>
                                        </p:attrNameLst>
                                      </p:cBhvr>
                                      <p:to>
                                        <p:strVal val="visible"/>
                                      </p:to>
                                    </p:set>
                                    <p:anim calcmode="lin" valueType="num">
                                      <p:cBhvr additive="base">
                                        <p:cTn id="17" dur="500" fill="hold"/>
                                        <p:tgtEl>
                                          <p:spTgt spid="15"/>
                                        </p:tgtEl>
                                        <p:attrNameLst>
                                          <p:attrName>ppt_x</p:attrName>
                                        </p:attrNameLst>
                                      </p:cBhvr>
                                      <p:tavLst>
                                        <p:tav tm="0">
                                          <p:val>
                                            <p:strVal val="#ppt_x"/>
                                          </p:val>
                                        </p:tav>
                                        <p:tav tm="100000">
                                          <p:val>
                                            <p:strVal val="#ppt_x"/>
                                          </p:val>
                                        </p:tav>
                                      </p:tavLst>
                                    </p:anim>
                                    <p:anim calcmode="lin" valueType="num">
                                      <p:cBhvr additive="base">
                                        <p:cTn id="18" dur="500" fill="hold"/>
                                        <p:tgtEl>
                                          <p:spTgt spid="15"/>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grpId="0" nodeType="after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additive="base">
                                        <p:cTn id="22" dur="500" fill="hold"/>
                                        <p:tgtEl>
                                          <p:spTgt spid="17"/>
                                        </p:tgtEl>
                                        <p:attrNameLst>
                                          <p:attrName>ppt_x</p:attrName>
                                        </p:attrNameLst>
                                      </p:cBhvr>
                                      <p:tavLst>
                                        <p:tav tm="0">
                                          <p:val>
                                            <p:strVal val="#ppt_x"/>
                                          </p:val>
                                        </p:tav>
                                        <p:tav tm="100000">
                                          <p:val>
                                            <p:strVal val="#ppt_x"/>
                                          </p:val>
                                        </p:tav>
                                      </p:tavLst>
                                    </p:anim>
                                    <p:anim calcmode="lin" valueType="num">
                                      <p:cBhvr additive="base">
                                        <p:cTn id="23" dur="500" fill="hold"/>
                                        <p:tgtEl>
                                          <p:spTgt spid="17"/>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4" fill="hold" grpId="0" nodeType="after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500" fill="hold"/>
                                        <p:tgtEl>
                                          <p:spTgt spid="18"/>
                                        </p:tgtEl>
                                        <p:attrNameLst>
                                          <p:attrName>ppt_x</p:attrName>
                                        </p:attrNameLst>
                                      </p:cBhvr>
                                      <p:tavLst>
                                        <p:tav tm="0">
                                          <p:val>
                                            <p:strVal val="#ppt_x"/>
                                          </p:val>
                                        </p:tav>
                                        <p:tav tm="100000">
                                          <p:val>
                                            <p:strVal val="#ppt_x"/>
                                          </p:val>
                                        </p:tav>
                                      </p:tavLst>
                                    </p:anim>
                                    <p:anim calcmode="lin" valueType="num">
                                      <p:cBhvr additive="base">
                                        <p:cTn id="28" dur="500" fill="hold"/>
                                        <p:tgtEl>
                                          <p:spTgt spid="18"/>
                                        </p:tgtEl>
                                        <p:attrNameLst>
                                          <p:attrName>ppt_y</p:attrName>
                                        </p:attrNameLst>
                                      </p:cBhvr>
                                      <p:tavLst>
                                        <p:tav tm="0">
                                          <p:val>
                                            <p:strVal val="1+#ppt_h/2"/>
                                          </p:val>
                                        </p:tav>
                                        <p:tav tm="100000">
                                          <p:val>
                                            <p:strVal val="#ppt_y"/>
                                          </p:val>
                                        </p:tav>
                                      </p:tavLst>
                                    </p:anim>
                                  </p:childTnLst>
                                </p:cTn>
                              </p:par>
                              <p:par>
                                <p:cTn id="29" presetID="22" presetClass="entr" presetSubtype="4"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wipe(down)">
                                      <p:cBhvr>
                                        <p:cTn id="31" dur="500"/>
                                        <p:tgtEl>
                                          <p:spTgt spid="19"/>
                                        </p:tgtEl>
                                      </p:cBhvr>
                                    </p:animEffect>
                                  </p:childTnLst>
                                </p:cTn>
                              </p:par>
                              <p:par>
                                <p:cTn id="32" presetID="22" presetClass="entr" presetSubtype="4" fill="hold" nodeType="with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wipe(down)">
                                      <p:cBhvr>
                                        <p:cTn id="34" dur="500"/>
                                        <p:tgtEl>
                                          <p:spTgt spid="20"/>
                                        </p:tgtEl>
                                      </p:cBhvr>
                                    </p:animEffect>
                                  </p:childTnLst>
                                </p:cTn>
                              </p:par>
                              <p:par>
                                <p:cTn id="35" presetID="22" presetClass="entr" presetSubtype="4" fill="hold"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wipe(down)">
                                      <p:cBhvr>
                                        <p:cTn id="37" dur="500"/>
                                        <p:tgtEl>
                                          <p:spTgt spid="21"/>
                                        </p:tgtEl>
                                      </p:cBhvr>
                                    </p:animEffect>
                                  </p:childTnLst>
                                </p:cTn>
                              </p:par>
                              <p:par>
                                <p:cTn id="38" presetID="22" presetClass="entr" presetSubtype="4" fill="hold" nodeType="withEffect">
                                  <p:stCondLst>
                                    <p:cond delay="0"/>
                                  </p:stCondLst>
                                  <p:childTnLst>
                                    <p:set>
                                      <p:cBhvr>
                                        <p:cTn id="39" dur="1" fill="hold">
                                          <p:stCondLst>
                                            <p:cond delay="0"/>
                                          </p:stCondLst>
                                        </p:cTn>
                                        <p:tgtEl>
                                          <p:spTgt spid="26"/>
                                        </p:tgtEl>
                                        <p:attrNameLst>
                                          <p:attrName>style.visibility</p:attrName>
                                        </p:attrNameLst>
                                      </p:cBhvr>
                                      <p:to>
                                        <p:strVal val="visible"/>
                                      </p:to>
                                    </p:set>
                                    <p:animEffect transition="in" filter="wipe(down)">
                                      <p:cBhvr>
                                        <p:cTn id="40" dur="500"/>
                                        <p:tgtEl>
                                          <p:spTgt spid="26"/>
                                        </p:tgtEl>
                                      </p:cBhvr>
                                    </p:animEffect>
                                  </p:childTnLst>
                                </p:cTn>
                              </p:par>
                              <p:par>
                                <p:cTn id="41" presetID="22" presetClass="entr" presetSubtype="4" fill="hold" nodeType="withEffect">
                                  <p:stCondLst>
                                    <p:cond delay="0"/>
                                  </p:stCondLst>
                                  <p:childTnLst>
                                    <p:set>
                                      <p:cBhvr>
                                        <p:cTn id="42" dur="1" fill="hold">
                                          <p:stCondLst>
                                            <p:cond delay="0"/>
                                          </p:stCondLst>
                                        </p:cTn>
                                        <p:tgtEl>
                                          <p:spTgt spid="29"/>
                                        </p:tgtEl>
                                        <p:attrNameLst>
                                          <p:attrName>style.visibility</p:attrName>
                                        </p:attrNameLst>
                                      </p:cBhvr>
                                      <p:to>
                                        <p:strVal val="visible"/>
                                      </p:to>
                                    </p:set>
                                    <p:animEffect transition="in" filter="wipe(down)">
                                      <p:cBhvr>
                                        <p:cTn id="43" dur="500"/>
                                        <p:tgtEl>
                                          <p:spTgt spid="29"/>
                                        </p:tgtEl>
                                      </p:cBhvr>
                                    </p:animEffect>
                                  </p:childTnLst>
                                </p:cTn>
                              </p:par>
                            </p:childTnLst>
                          </p:cTn>
                        </p:par>
                        <p:par>
                          <p:cTn id="44" fill="hold">
                            <p:stCondLst>
                              <p:cond delay="2500"/>
                            </p:stCondLst>
                            <p:childTnLst>
                              <p:par>
                                <p:cTn id="45" presetID="22" presetClass="entr" presetSubtype="2" fill="hold" nodeType="after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wipe(right)">
                                      <p:cBhvr>
                                        <p:cTn id="47" dur="500"/>
                                        <p:tgtEl>
                                          <p:spTgt spid="22"/>
                                        </p:tgtEl>
                                      </p:cBhvr>
                                    </p:animEffect>
                                  </p:childTnLst>
                                </p:cTn>
                              </p:par>
                            </p:childTnLst>
                          </p:cTn>
                        </p:par>
                        <p:par>
                          <p:cTn id="48" fill="hold">
                            <p:stCondLst>
                              <p:cond delay="3000"/>
                            </p:stCondLst>
                            <p:childTnLst>
                              <p:par>
                                <p:cTn id="49" presetID="22" presetClass="entr" presetSubtype="2" fill="hold" nodeType="afterEffect">
                                  <p:stCondLst>
                                    <p:cond delay="0"/>
                                  </p:stCondLst>
                                  <p:childTnLst>
                                    <p:set>
                                      <p:cBhvr>
                                        <p:cTn id="50" dur="1" fill="hold">
                                          <p:stCondLst>
                                            <p:cond delay="0"/>
                                          </p:stCondLst>
                                        </p:cTn>
                                        <p:tgtEl>
                                          <p:spTgt spid="24"/>
                                        </p:tgtEl>
                                        <p:attrNameLst>
                                          <p:attrName>style.visibility</p:attrName>
                                        </p:attrNameLst>
                                      </p:cBhvr>
                                      <p:to>
                                        <p:strVal val="visible"/>
                                      </p:to>
                                    </p:set>
                                    <p:animEffect transition="in" filter="wipe(right)">
                                      <p:cBhvr>
                                        <p:cTn id="51" dur="500"/>
                                        <p:tgtEl>
                                          <p:spTgt spid="24"/>
                                        </p:tgtEl>
                                      </p:cBhvr>
                                    </p:animEffect>
                                  </p:childTnLst>
                                </p:cTn>
                              </p:par>
                            </p:childTnLst>
                          </p:cTn>
                        </p:par>
                        <p:par>
                          <p:cTn id="52" fill="hold">
                            <p:stCondLst>
                              <p:cond delay="3500"/>
                            </p:stCondLst>
                            <p:childTnLst>
                              <p:par>
                                <p:cTn id="53" presetID="22" presetClass="entr" presetSubtype="8" fill="hold" nodeType="afterEffect">
                                  <p:stCondLst>
                                    <p:cond delay="0"/>
                                  </p:stCondLst>
                                  <p:childTnLst>
                                    <p:set>
                                      <p:cBhvr>
                                        <p:cTn id="54" dur="1" fill="hold">
                                          <p:stCondLst>
                                            <p:cond delay="0"/>
                                          </p:stCondLst>
                                        </p:cTn>
                                        <p:tgtEl>
                                          <p:spTgt spid="27"/>
                                        </p:tgtEl>
                                        <p:attrNameLst>
                                          <p:attrName>style.visibility</p:attrName>
                                        </p:attrNameLst>
                                      </p:cBhvr>
                                      <p:to>
                                        <p:strVal val="visible"/>
                                      </p:to>
                                    </p:set>
                                    <p:animEffect transition="in" filter="wipe(left)">
                                      <p:cBhvr>
                                        <p:cTn id="55" dur="500"/>
                                        <p:tgtEl>
                                          <p:spTgt spid="27"/>
                                        </p:tgtEl>
                                      </p:cBhvr>
                                    </p:animEffect>
                                  </p:childTnLst>
                                </p:cTn>
                              </p:par>
                            </p:childTnLst>
                          </p:cTn>
                        </p:par>
                        <p:par>
                          <p:cTn id="56" fill="hold">
                            <p:stCondLst>
                              <p:cond delay="4000"/>
                            </p:stCondLst>
                            <p:childTnLst>
                              <p:par>
                                <p:cTn id="57" presetID="22" presetClass="entr" presetSubtype="8" fill="hold" nodeType="afterEffect">
                                  <p:stCondLst>
                                    <p:cond delay="0"/>
                                  </p:stCondLst>
                                  <p:childTnLst>
                                    <p:set>
                                      <p:cBhvr>
                                        <p:cTn id="58" dur="1" fill="hold">
                                          <p:stCondLst>
                                            <p:cond delay="0"/>
                                          </p:stCondLst>
                                        </p:cTn>
                                        <p:tgtEl>
                                          <p:spTgt spid="30"/>
                                        </p:tgtEl>
                                        <p:attrNameLst>
                                          <p:attrName>style.visibility</p:attrName>
                                        </p:attrNameLst>
                                      </p:cBhvr>
                                      <p:to>
                                        <p:strVal val="visible"/>
                                      </p:to>
                                    </p:set>
                                    <p:animEffect transition="in" filter="wipe(left)">
                                      <p:cBhvr>
                                        <p:cTn id="59" dur="500"/>
                                        <p:tgtEl>
                                          <p:spTgt spid="30"/>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23"/>
                                        </p:tgtEl>
                                        <p:attrNameLst>
                                          <p:attrName>style.visibility</p:attrName>
                                        </p:attrNameLst>
                                      </p:cBhvr>
                                      <p:to>
                                        <p:strVal val="visible"/>
                                      </p:to>
                                    </p:set>
                                    <p:animEffect transition="in" filter="fade">
                                      <p:cBhvr>
                                        <p:cTn id="62" dur="500"/>
                                        <p:tgtEl>
                                          <p:spTgt spid="23"/>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25"/>
                                        </p:tgtEl>
                                        <p:attrNameLst>
                                          <p:attrName>style.visibility</p:attrName>
                                        </p:attrNameLst>
                                      </p:cBhvr>
                                      <p:to>
                                        <p:strVal val="visible"/>
                                      </p:to>
                                    </p:set>
                                    <p:animEffect transition="in" filter="fade">
                                      <p:cBhvr>
                                        <p:cTn id="65" dur="500"/>
                                        <p:tgtEl>
                                          <p:spTgt spid="25"/>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32"/>
                                        </p:tgtEl>
                                        <p:attrNameLst>
                                          <p:attrName>style.visibility</p:attrName>
                                        </p:attrNameLst>
                                      </p:cBhvr>
                                      <p:to>
                                        <p:strVal val="visible"/>
                                      </p:to>
                                    </p:set>
                                    <p:animEffect transition="in" filter="fade">
                                      <p:cBhvr>
                                        <p:cTn id="68" dur="500"/>
                                        <p:tgtEl>
                                          <p:spTgt spid="32"/>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8"/>
                                        </p:tgtEl>
                                        <p:attrNameLst>
                                          <p:attrName>style.visibility</p:attrName>
                                        </p:attrNameLst>
                                      </p:cBhvr>
                                      <p:to>
                                        <p:strVal val="visible"/>
                                      </p:to>
                                    </p:set>
                                    <p:animEffect transition="in" filter="fade">
                                      <p:cBhvr>
                                        <p:cTn id="71" dur="500"/>
                                        <p:tgtEl>
                                          <p:spTgt spid="28"/>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31"/>
                                        </p:tgtEl>
                                        <p:attrNameLst>
                                          <p:attrName>style.visibility</p:attrName>
                                        </p:attrNameLst>
                                      </p:cBhvr>
                                      <p:to>
                                        <p:strVal val="visible"/>
                                      </p:to>
                                    </p:set>
                                    <p:animEffect transition="in" filter="fade">
                                      <p:cBhvr>
                                        <p:cTn id="74"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23" grpId="0"/>
      <p:bldP spid="25" grpId="0"/>
      <p:bldP spid="28" grpId="0"/>
      <p:bldP spid="31" grpId="0"/>
      <p:bldP spid="32"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67</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a:spLocks/>
          </p:cNvSpPr>
          <p:nvPr/>
        </p:nvSpPr>
        <p:spPr bwMode="auto">
          <a:xfrm>
            <a:off x="4271012" y="1635906"/>
            <a:ext cx="1802129" cy="1802129"/>
          </a:xfrm>
          <a:custGeom>
            <a:avLst/>
            <a:gdLst>
              <a:gd name="connsiteX0" fmla="*/ 1802129 w 1802129"/>
              <a:gd name="connsiteY0" fmla="*/ 0 h 1802129"/>
              <a:gd name="connsiteX1" fmla="*/ 1802129 w 1802129"/>
              <a:gd name="connsiteY1" fmla="*/ 291598 h 1802129"/>
              <a:gd name="connsiteX2" fmla="*/ 1794866 w 1802129"/>
              <a:gd name="connsiteY2" fmla="*/ 291334 h 1802129"/>
              <a:gd name="connsiteX3" fmla="*/ 1629659 w 1802129"/>
              <a:gd name="connsiteY3" fmla="*/ 307658 h 1802129"/>
              <a:gd name="connsiteX4" fmla="*/ 939445 w 1802129"/>
              <a:gd name="connsiteY4" fmla="*/ 818636 h 1802129"/>
              <a:gd name="connsiteX5" fmla="*/ 734079 w 1802129"/>
              <a:gd name="connsiteY5" fmla="*/ 1416064 h 1802129"/>
              <a:gd name="connsiteX6" fmla="*/ 692388 w 1802129"/>
              <a:gd name="connsiteY6" fmla="*/ 1604400 h 1802129"/>
              <a:gd name="connsiteX7" fmla="*/ 593180 w 1802129"/>
              <a:gd name="connsiteY7" fmla="*/ 1700112 h 1802129"/>
              <a:gd name="connsiteX8" fmla="*/ 508021 w 1802129"/>
              <a:gd name="connsiteY8" fmla="*/ 1802129 h 1802129"/>
              <a:gd name="connsiteX9" fmla="*/ 0 w 1802129"/>
              <a:gd name="connsiteY9" fmla="*/ 1802129 h 1802129"/>
              <a:gd name="connsiteX10" fmla="*/ 8274 w 1802129"/>
              <a:gd name="connsiteY10" fmla="*/ 1638276 h 1802129"/>
              <a:gd name="connsiteX11" fmla="*/ 1638276 w 1802129"/>
              <a:gd name="connsiteY11" fmla="*/ 8274 h 1802129"/>
              <a:gd name="connsiteX12" fmla="*/ 1802129 w 1802129"/>
              <a:gd name="connsiteY12" fmla="*/ 0 h 1802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2129" h="1802129">
                <a:moveTo>
                  <a:pt x="1802129" y="0"/>
                </a:moveTo>
                <a:lnTo>
                  <a:pt x="1802129" y="291598"/>
                </a:lnTo>
                <a:lnTo>
                  <a:pt x="1794866" y="291334"/>
                </a:lnTo>
                <a:cubicBezTo>
                  <a:pt x="1735985" y="293041"/>
                  <a:pt x="1680422" y="298589"/>
                  <a:pt x="1629659" y="307658"/>
                </a:cubicBezTo>
                <a:cubicBezTo>
                  <a:pt x="1222016" y="381757"/>
                  <a:pt x="1013562" y="608687"/>
                  <a:pt x="939445" y="818636"/>
                </a:cubicBezTo>
                <a:cubicBezTo>
                  <a:pt x="885401" y="905085"/>
                  <a:pt x="724814" y="1328070"/>
                  <a:pt x="734079" y="1416064"/>
                </a:cubicBezTo>
                <a:cubicBezTo>
                  <a:pt x="741800" y="1479357"/>
                  <a:pt x="764961" y="1550369"/>
                  <a:pt x="692388" y="1604400"/>
                </a:cubicBezTo>
                <a:cubicBezTo>
                  <a:pt x="656874" y="1631416"/>
                  <a:pt x="624062" y="1664992"/>
                  <a:pt x="593180" y="1700112"/>
                </a:cubicBezTo>
                <a:lnTo>
                  <a:pt x="508021" y="1802129"/>
                </a:lnTo>
                <a:lnTo>
                  <a:pt x="0" y="1802129"/>
                </a:lnTo>
                <a:lnTo>
                  <a:pt x="8274" y="1638276"/>
                </a:lnTo>
                <a:cubicBezTo>
                  <a:pt x="95556" y="778822"/>
                  <a:pt x="778822" y="95557"/>
                  <a:pt x="1638276" y="8274"/>
                </a:cubicBezTo>
                <a:lnTo>
                  <a:pt x="1802129" y="0"/>
                </a:ln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5" name="Freeform 14"/>
          <p:cNvSpPr>
            <a:spLocks/>
          </p:cNvSpPr>
          <p:nvPr/>
        </p:nvSpPr>
        <p:spPr bwMode="auto">
          <a:xfrm>
            <a:off x="6118859" y="1635906"/>
            <a:ext cx="1802128" cy="1802129"/>
          </a:xfrm>
          <a:custGeom>
            <a:avLst/>
            <a:gdLst>
              <a:gd name="connsiteX0" fmla="*/ 0 w 1802128"/>
              <a:gd name="connsiteY0" fmla="*/ 0 h 1802129"/>
              <a:gd name="connsiteX1" fmla="*/ 163852 w 1802128"/>
              <a:gd name="connsiteY1" fmla="*/ 8274 h 1802129"/>
              <a:gd name="connsiteX2" fmla="*/ 1793854 w 1802128"/>
              <a:gd name="connsiteY2" fmla="*/ 1638276 h 1802129"/>
              <a:gd name="connsiteX3" fmla="*/ 1802128 w 1802128"/>
              <a:gd name="connsiteY3" fmla="*/ 1802129 h 1802129"/>
              <a:gd name="connsiteX4" fmla="*/ 1195888 w 1802128"/>
              <a:gd name="connsiteY4" fmla="*/ 1802129 h 1802129"/>
              <a:gd name="connsiteX5" fmla="*/ 1234812 w 1802128"/>
              <a:gd name="connsiteY5" fmla="*/ 1684095 h 1802129"/>
              <a:gd name="connsiteX6" fmla="*/ 1162240 w 1802128"/>
              <a:gd name="connsiteY6" fmla="*/ 929785 h 1802129"/>
              <a:gd name="connsiteX7" fmla="*/ 132130 w 1802128"/>
              <a:gd name="connsiteY7" fmla="*/ 298058 h 1802129"/>
              <a:gd name="connsiteX8" fmla="*/ 0 w 1802128"/>
              <a:gd name="connsiteY8" fmla="*/ 293259 h 1802129"/>
              <a:gd name="connsiteX9" fmla="*/ 0 w 1802128"/>
              <a:gd name="connsiteY9" fmla="*/ 0 h 1802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2128" h="1802129">
                <a:moveTo>
                  <a:pt x="0" y="0"/>
                </a:moveTo>
                <a:lnTo>
                  <a:pt x="163852" y="8274"/>
                </a:lnTo>
                <a:cubicBezTo>
                  <a:pt x="1023306" y="95557"/>
                  <a:pt x="1706572" y="778822"/>
                  <a:pt x="1793854" y="1638276"/>
                </a:cubicBezTo>
                <a:lnTo>
                  <a:pt x="1802128" y="1802129"/>
                </a:lnTo>
                <a:lnTo>
                  <a:pt x="1195888" y="1802129"/>
                </a:lnTo>
                <a:lnTo>
                  <a:pt x="1234812" y="1684095"/>
                </a:lnTo>
                <a:cubicBezTo>
                  <a:pt x="1291558" y="1463919"/>
                  <a:pt x="1293489" y="1200712"/>
                  <a:pt x="1162240" y="929785"/>
                </a:cubicBezTo>
                <a:cubicBezTo>
                  <a:pt x="966525" y="523395"/>
                  <a:pt x="516322" y="335831"/>
                  <a:pt x="132130" y="298058"/>
                </a:cubicBezTo>
                <a:lnTo>
                  <a:pt x="0" y="293259"/>
                </a:lnTo>
                <a:lnTo>
                  <a:pt x="0" y="0"/>
                </a:ln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6" name="Freeform 15"/>
          <p:cNvSpPr>
            <a:spLocks/>
          </p:cNvSpPr>
          <p:nvPr/>
        </p:nvSpPr>
        <p:spPr bwMode="auto">
          <a:xfrm>
            <a:off x="4271012" y="3483754"/>
            <a:ext cx="1339621" cy="1735273"/>
          </a:xfrm>
          <a:custGeom>
            <a:avLst/>
            <a:gdLst>
              <a:gd name="connsiteX0" fmla="*/ 0 w 1339621"/>
              <a:gd name="connsiteY0" fmla="*/ 0 h 1735273"/>
              <a:gd name="connsiteX1" fmla="*/ 468312 w 1339621"/>
              <a:gd name="connsiteY1" fmla="*/ 0 h 1735273"/>
              <a:gd name="connsiteX2" fmla="*/ 462510 w 1339621"/>
              <a:gd name="connsiteY2" fmla="*/ 6662 h 1735273"/>
              <a:gd name="connsiteX3" fmla="*/ 446876 w 1339621"/>
              <a:gd name="connsiteY3" fmla="*/ 161012 h 1735273"/>
              <a:gd name="connsiteX4" fmla="*/ 588933 w 1339621"/>
              <a:gd name="connsiteY4" fmla="*/ 278336 h 1735273"/>
              <a:gd name="connsiteX5" fmla="*/ 541066 w 1339621"/>
              <a:gd name="connsiteY5" fmla="*/ 420360 h 1735273"/>
              <a:gd name="connsiteX6" fmla="*/ 615183 w 1339621"/>
              <a:gd name="connsiteY6" fmla="*/ 499091 h 1735273"/>
              <a:gd name="connsiteX7" fmla="*/ 585845 w 1339621"/>
              <a:gd name="connsiteY7" fmla="*/ 613328 h 1735273"/>
              <a:gd name="connsiteX8" fmla="*/ 638345 w 1339621"/>
              <a:gd name="connsiteY8" fmla="*/ 707496 h 1735273"/>
              <a:gd name="connsiteX9" fmla="*/ 621360 w 1339621"/>
              <a:gd name="connsiteY9" fmla="*/ 1022419 h 1735273"/>
              <a:gd name="connsiteX10" fmla="*/ 1079958 w 1339621"/>
              <a:gd name="connsiteY10" fmla="*/ 1101150 h 1735273"/>
              <a:gd name="connsiteX11" fmla="*/ 1206574 w 1339621"/>
              <a:gd name="connsiteY11" fmla="*/ 1173705 h 1735273"/>
              <a:gd name="connsiteX12" fmla="*/ 1311573 w 1339621"/>
              <a:gd name="connsiteY12" fmla="*/ 1431510 h 1735273"/>
              <a:gd name="connsiteX13" fmla="*/ 1339367 w 1339621"/>
              <a:gd name="connsiteY13" fmla="*/ 1650721 h 1735273"/>
              <a:gd name="connsiteX14" fmla="*/ 1337455 w 1339621"/>
              <a:gd name="connsiteY14" fmla="*/ 1697545 h 1735273"/>
              <a:gd name="connsiteX15" fmla="*/ 1330396 w 1339621"/>
              <a:gd name="connsiteY15" fmla="*/ 1735273 h 1735273"/>
              <a:gd name="connsiteX16" fmla="*/ 1325059 w 1339621"/>
              <a:gd name="connsiteY16" fmla="*/ 1734006 h 1735273"/>
              <a:gd name="connsiteX17" fmla="*/ 8274 w 1339621"/>
              <a:gd name="connsiteY17" fmla="*/ 163852 h 1735273"/>
              <a:gd name="connsiteX18" fmla="*/ 0 w 1339621"/>
              <a:gd name="connsiteY18" fmla="*/ 0 h 1735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39621" h="1735273">
                <a:moveTo>
                  <a:pt x="0" y="0"/>
                </a:moveTo>
                <a:lnTo>
                  <a:pt x="468312" y="0"/>
                </a:lnTo>
                <a:lnTo>
                  <a:pt x="462510" y="6662"/>
                </a:lnTo>
                <a:cubicBezTo>
                  <a:pt x="421688" y="55941"/>
                  <a:pt x="394762" y="105437"/>
                  <a:pt x="446876" y="161012"/>
                </a:cubicBezTo>
                <a:cubicBezTo>
                  <a:pt x="514816" y="236655"/>
                  <a:pt x="599742" y="211955"/>
                  <a:pt x="588933" y="278336"/>
                </a:cubicBezTo>
                <a:cubicBezTo>
                  <a:pt x="578125" y="343173"/>
                  <a:pt x="513272" y="346261"/>
                  <a:pt x="541066" y="420360"/>
                </a:cubicBezTo>
                <a:cubicBezTo>
                  <a:pt x="568860" y="496003"/>
                  <a:pt x="615183" y="499091"/>
                  <a:pt x="615183" y="499091"/>
                </a:cubicBezTo>
                <a:cubicBezTo>
                  <a:pt x="615183" y="499091"/>
                  <a:pt x="554963" y="574734"/>
                  <a:pt x="585845" y="613328"/>
                </a:cubicBezTo>
                <a:cubicBezTo>
                  <a:pt x="618271" y="650377"/>
                  <a:pt x="656874" y="659640"/>
                  <a:pt x="638345" y="707496"/>
                </a:cubicBezTo>
                <a:cubicBezTo>
                  <a:pt x="621360" y="755352"/>
                  <a:pt x="524081" y="900463"/>
                  <a:pt x="621360" y="1022419"/>
                </a:cubicBezTo>
                <a:cubicBezTo>
                  <a:pt x="717094" y="1142831"/>
                  <a:pt x="1008929" y="1118131"/>
                  <a:pt x="1079958" y="1101150"/>
                </a:cubicBezTo>
                <a:cubicBezTo>
                  <a:pt x="1150987" y="1084168"/>
                  <a:pt x="1192678" y="1051750"/>
                  <a:pt x="1206574" y="1173705"/>
                </a:cubicBezTo>
                <a:cubicBezTo>
                  <a:pt x="1222016" y="1295661"/>
                  <a:pt x="1303853" y="1369760"/>
                  <a:pt x="1311573" y="1431510"/>
                </a:cubicBezTo>
                <a:cubicBezTo>
                  <a:pt x="1317750" y="1494803"/>
                  <a:pt x="1306941" y="1551922"/>
                  <a:pt x="1339367" y="1650721"/>
                </a:cubicBezTo>
                <a:cubicBezTo>
                  <a:pt x="1340043" y="1665869"/>
                  <a:pt x="1339361" y="1681487"/>
                  <a:pt x="1337455" y="1697545"/>
                </a:cubicBezTo>
                <a:lnTo>
                  <a:pt x="1330396" y="1735273"/>
                </a:lnTo>
                <a:lnTo>
                  <a:pt x="1325059" y="1734006"/>
                </a:lnTo>
                <a:cubicBezTo>
                  <a:pt x="617318" y="1533003"/>
                  <a:pt x="84646" y="915874"/>
                  <a:pt x="8274" y="163852"/>
                </a:cubicBezTo>
                <a:lnTo>
                  <a:pt x="0" y="0"/>
                </a:ln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7" name="Freeform 16"/>
          <p:cNvSpPr>
            <a:spLocks/>
          </p:cNvSpPr>
          <p:nvPr/>
        </p:nvSpPr>
        <p:spPr bwMode="auto">
          <a:xfrm>
            <a:off x="6806785" y="3483754"/>
            <a:ext cx="1114202" cy="1548638"/>
          </a:xfrm>
          <a:custGeom>
            <a:avLst/>
            <a:gdLst>
              <a:gd name="connsiteX0" fmla="*/ 491849 w 1114202"/>
              <a:gd name="connsiteY0" fmla="*/ 0 h 1548638"/>
              <a:gd name="connsiteX1" fmla="*/ 1114202 w 1114202"/>
              <a:gd name="connsiteY1" fmla="*/ 0 h 1548638"/>
              <a:gd name="connsiteX2" fmla="*/ 1105928 w 1114202"/>
              <a:gd name="connsiteY2" fmla="*/ 163852 h 1548638"/>
              <a:gd name="connsiteX3" fmla="*/ 346345 w 1114202"/>
              <a:gd name="connsiteY3" fmla="*/ 1466369 h 1548638"/>
              <a:gd name="connsiteX4" fmla="*/ 219693 w 1114202"/>
              <a:gd name="connsiteY4" fmla="*/ 1548638 h 1548638"/>
              <a:gd name="connsiteX5" fmla="*/ 179872 w 1114202"/>
              <a:gd name="connsiteY5" fmla="*/ 1477292 h 1548638"/>
              <a:gd name="connsiteX6" fmla="*/ 1818 w 1114202"/>
              <a:gd name="connsiteY6" fmla="*/ 929794 h 1548638"/>
              <a:gd name="connsiteX7" fmla="*/ 290565 w 1114202"/>
              <a:gd name="connsiteY7" fmla="*/ 332367 h 1548638"/>
              <a:gd name="connsiteX8" fmla="*/ 430451 w 1114202"/>
              <a:gd name="connsiteY8" fmla="*/ 129823 h 1548638"/>
              <a:gd name="connsiteX9" fmla="*/ 491849 w 1114202"/>
              <a:gd name="connsiteY9" fmla="*/ 0 h 1548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4202" h="1548638">
                <a:moveTo>
                  <a:pt x="491849" y="0"/>
                </a:moveTo>
                <a:lnTo>
                  <a:pt x="1114202" y="0"/>
                </a:lnTo>
                <a:lnTo>
                  <a:pt x="1105928" y="163852"/>
                </a:lnTo>
                <a:cubicBezTo>
                  <a:pt x="1051377" y="701011"/>
                  <a:pt x="764019" y="1169346"/>
                  <a:pt x="346345" y="1466369"/>
                </a:cubicBezTo>
                <a:lnTo>
                  <a:pt x="219693" y="1548638"/>
                </a:lnTo>
                <a:lnTo>
                  <a:pt x="179872" y="1477292"/>
                </a:lnTo>
                <a:cubicBezTo>
                  <a:pt x="80567" y="1299135"/>
                  <a:pt x="-14395" y="1109254"/>
                  <a:pt x="1818" y="929794"/>
                </a:cubicBezTo>
                <a:cubicBezTo>
                  <a:pt x="24980" y="661184"/>
                  <a:pt x="114538" y="528422"/>
                  <a:pt x="290565" y="332367"/>
                </a:cubicBezTo>
                <a:cubicBezTo>
                  <a:pt x="334572" y="282967"/>
                  <a:pt x="384466" y="213981"/>
                  <a:pt x="430451" y="129823"/>
                </a:cubicBezTo>
                <a:lnTo>
                  <a:pt x="491849" y="0"/>
                </a:ln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8" name="Oval 17"/>
          <p:cNvSpPr/>
          <p:nvPr/>
        </p:nvSpPr>
        <p:spPr>
          <a:xfrm>
            <a:off x="8208335" y="2467858"/>
            <a:ext cx="138223" cy="138223"/>
          </a:xfrm>
          <a:prstGeom prst="ellipse">
            <a:avLst/>
          </a:prstGeom>
          <a:noFill/>
          <a:ln>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8208334" y="4188961"/>
            <a:ext cx="138223" cy="138223"/>
          </a:xfrm>
          <a:prstGeom prst="ellipse">
            <a:avLst/>
          </a:prstGeom>
          <a:noFill/>
          <a:ln>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3845441" y="2511492"/>
            <a:ext cx="138223" cy="138223"/>
          </a:xfrm>
          <a:prstGeom prst="ellipse">
            <a:avLst/>
          </a:prstGeom>
          <a:noFill/>
          <a:ln>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3847212" y="4188960"/>
            <a:ext cx="138223" cy="138223"/>
          </a:xfrm>
          <a:prstGeom prst="ellipse">
            <a:avLst/>
          </a:prstGeom>
          <a:noFill/>
          <a:ln>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8531241" y="2213803"/>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3" name="TextBox 22"/>
          <p:cNvSpPr txBox="1"/>
          <p:nvPr/>
        </p:nvSpPr>
        <p:spPr>
          <a:xfrm>
            <a:off x="914399" y="2229752"/>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4" name="TextBox 23"/>
          <p:cNvSpPr txBox="1"/>
          <p:nvPr/>
        </p:nvSpPr>
        <p:spPr>
          <a:xfrm>
            <a:off x="914398" y="3934905"/>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5" name="TextBox 24"/>
          <p:cNvSpPr txBox="1"/>
          <p:nvPr/>
        </p:nvSpPr>
        <p:spPr>
          <a:xfrm>
            <a:off x="8531240" y="3934904"/>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6" name="TextBox 25"/>
          <p:cNvSpPr txBox="1"/>
          <p:nvPr/>
        </p:nvSpPr>
        <p:spPr>
          <a:xfrm>
            <a:off x="4039932" y="5664369"/>
            <a:ext cx="4112137"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 BUSINESS SECTION </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7" name="Freeform 26"/>
          <p:cNvSpPr>
            <a:spLocks noEditPoints="1"/>
          </p:cNvSpPr>
          <p:nvPr/>
        </p:nvSpPr>
        <p:spPr bwMode="auto">
          <a:xfrm>
            <a:off x="5608995" y="2327356"/>
            <a:ext cx="156654" cy="155038"/>
          </a:xfrm>
          <a:custGeom>
            <a:avLst/>
            <a:gdLst>
              <a:gd name="T0" fmla="*/ 49 w 59"/>
              <a:gd name="T1" fmla="*/ 0 h 59"/>
              <a:gd name="T2" fmla="*/ 9 w 59"/>
              <a:gd name="T3" fmla="*/ 0 h 59"/>
              <a:gd name="T4" fmla="*/ 0 w 59"/>
              <a:gd name="T5" fmla="*/ 10 h 59"/>
              <a:gd name="T6" fmla="*/ 0 w 59"/>
              <a:gd name="T7" fmla="*/ 49 h 59"/>
              <a:gd name="T8" fmla="*/ 9 w 59"/>
              <a:gd name="T9" fmla="*/ 59 h 59"/>
              <a:gd name="T10" fmla="*/ 49 w 59"/>
              <a:gd name="T11" fmla="*/ 59 h 59"/>
              <a:gd name="T12" fmla="*/ 59 w 59"/>
              <a:gd name="T13" fmla="*/ 49 h 59"/>
              <a:gd name="T14" fmla="*/ 59 w 59"/>
              <a:gd name="T15" fmla="*/ 10 h 59"/>
              <a:gd name="T16" fmla="*/ 49 w 59"/>
              <a:gd name="T17" fmla="*/ 0 h 59"/>
              <a:gd name="T18" fmla="*/ 40 w 59"/>
              <a:gd name="T19" fmla="*/ 2 h 59"/>
              <a:gd name="T20" fmla="*/ 40 w 59"/>
              <a:gd name="T21" fmla="*/ 11 h 59"/>
              <a:gd name="T22" fmla="*/ 31 w 59"/>
              <a:gd name="T23" fmla="*/ 11 h 59"/>
              <a:gd name="T24" fmla="*/ 31 w 59"/>
              <a:gd name="T25" fmla="*/ 2 h 59"/>
              <a:gd name="T26" fmla="*/ 40 w 59"/>
              <a:gd name="T27" fmla="*/ 2 h 59"/>
              <a:gd name="T28" fmla="*/ 27 w 59"/>
              <a:gd name="T29" fmla="*/ 2 h 59"/>
              <a:gd name="T30" fmla="*/ 27 w 59"/>
              <a:gd name="T31" fmla="*/ 11 h 59"/>
              <a:gd name="T32" fmla="*/ 18 w 59"/>
              <a:gd name="T33" fmla="*/ 11 h 59"/>
              <a:gd name="T34" fmla="*/ 18 w 59"/>
              <a:gd name="T35" fmla="*/ 2 h 59"/>
              <a:gd name="T36" fmla="*/ 27 w 59"/>
              <a:gd name="T37" fmla="*/ 2 h 59"/>
              <a:gd name="T38" fmla="*/ 1 w 59"/>
              <a:gd name="T39" fmla="*/ 11 h 59"/>
              <a:gd name="T40" fmla="*/ 1 w 59"/>
              <a:gd name="T41" fmla="*/ 10 h 59"/>
              <a:gd name="T42" fmla="*/ 9 w 59"/>
              <a:gd name="T43" fmla="*/ 2 h 59"/>
              <a:gd name="T44" fmla="*/ 14 w 59"/>
              <a:gd name="T45" fmla="*/ 2 h 59"/>
              <a:gd name="T46" fmla="*/ 14 w 59"/>
              <a:gd name="T47" fmla="*/ 11 h 59"/>
              <a:gd name="T48" fmla="*/ 1 w 59"/>
              <a:gd name="T49" fmla="*/ 11 h 59"/>
              <a:gd name="T50" fmla="*/ 44 w 59"/>
              <a:gd name="T51" fmla="*/ 37 h 59"/>
              <a:gd name="T52" fmla="*/ 33 w 59"/>
              <a:gd name="T53" fmla="*/ 37 h 59"/>
              <a:gd name="T54" fmla="*/ 33 w 59"/>
              <a:gd name="T55" fmla="*/ 48 h 59"/>
              <a:gd name="T56" fmla="*/ 25 w 59"/>
              <a:gd name="T57" fmla="*/ 48 h 59"/>
              <a:gd name="T58" fmla="*/ 25 w 59"/>
              <a:gd name="T59" fmla="*/ 37 h 59"/>
              <a:gd name="T60" fmla="*/ 14 w 59"/>
              <a:gd name="T61" fmla="*/ 37 h 59"/>
              <a:gd name="T62" fmla="*/ 14 w 59"/>
              <a:gd name="T63" fmla="*/ 30 h 59"/>
              <a:gd name="T64" fmla="*/ 25 w 59"/>
              <a:gd name="T65" fmla="*/ 30 h 59"/>
              <a:gd name="T66" fmla="*/ 25 w 59"/>
              <a:gd name="T67" fmla="*/ 18 h 59"/>
              <a:gd name="T68" fmla="*/ 33 w 59"/>
              <a:gd name="T69" fmla="*/ 18 h 59"/>
              <a:gd name="T70" fmla="*/ 33 w 59"/>
              <a:gd name="T71" fmla="*/ 30 h 59"/>
              <a:gd name="T72" fmla="*/ 44 w 59"/>
              <a:gd name="T73" fmla="*/ 30 h 59"/>
              <a:gd name="T74" fmla="*/ 44 w 59"/>
              <a:gd name="T75" fmla="*/ 37 h 59"/>
              <a:gd name="T76" fmla="*/ 57 w 59"/>
              <a:gd name="T77" fmla="*/ 11 h 59"/>
              <a:gd name="T78" fmla="*/ 44 w 59"/>
              <a:gd name="T79" fmla="*/ 11 h 59"/>
              <a:gd name="T80" fmla="*/ 44 w 59"/>
              <a:gd name="T81" fmla="*/ 2 h 59"/>
              <a:gd name="T82" fmla="*/ 49 w 59"/>
              <a:gd name="T83" fmla="*/ 2 h 59"/>
              <a:gd name="T84" fmla="*/ 57 w 59"/>
              <a:gd name="T85" fmla="*/ 10 h 59"/>
              <a:gd name="T86" fmla="*/ 57 w 59"/>
              <a:gd name="T87"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 h="59">
                <a:moveTo>
                  <a:pt x="49" y="0"/>
                </a:moveTo>
                <a:cubicBezTo>
                  <a:pt x="9" y="0"/>
                  <a:pt x="9" y="0"/>
                  <a:pt x="9" y="0"/>
                </a:cubicBezTo>
                <a:cubicBezTo>
                  <a:pt x="4" y="0"/>
                  <a:pt x="0" y="4"/>
                  <a:pt x="0" y="10"/>
                </a:cubicBezTo>
                <a:cubicBezTo>
                  <a:pt x="0" y="49"/>
                  <a:pt x="0" y="49"/>
                  <a:pt x="0" y="49"/>
                </a:cubicBezTo>
                <a:cubicBezTo>
                  <a:pt x="0" y="55"/>
                  <a:pt x="4" y="59"/>
                  <a:pt x="9" y="59"/>
                </a:cubicBezTo>
                <a:cubicBezTo>
                  <a:pt x="49" y="59"/>
                  <a:pt x="49" y="59"/>
                  <a:pt x="49" y="59"/>
                </a:cubicBezTo>
                <a:cubicBezTo>
                  <a:pt x="54" y="59"/>
                  <a:pt x="59" y="55"/>
                  <a:pt x="59" y="49"/>
                </a:cubicBezTo>
                <a:cubicBezTo>
                  <a:pt x="59" y="10"/>
                  <a:pt x="59" y="10"/>
                  <a:pt x="59" y="10"/>
                </a:cubicBezTo>
                <a:cubicBezTo>
                  <a:pt x="59" y="4"/>
                  <a:pt x="54" y="0"/>
                  <a:pt x="49" y="0"/>
                </a:cubicBezTo>
                <a:close/>
                <a:moveTo>
                  <a:pt x="40" y="2"/>
                </a:moveTo>
                <a:cubicBezTo>
                  <a:pt x="40" y="11"/>
                  <a:pt x="40" y="11"/>
                  <a:pt x="40" y="11"/>
                </a:cubicBezTo>
                <a:cubicBezTo>
                  <a:pt x="31" y="11"/>
                  <a:pt x="31" y="11"/>
                  <a:pt x="31" y="11"/>
                </a:cubicBezTo>
                <a:cubicBezTo>
                  <a:pt x="31" y="2"/>
                  <a:pt x="31" y="2"/>
                  <a:pt x="31" y="2"/>
                </a:cubicBezTo>
                <a:lnTo>
                  <a:pt x="40" y="2"/>
                </a:lnTo>
                <a:close/>
                <a:moveTo>
                  <a:pt x="27" y="2"/>
                </a:moveTo>
                <a:cubicBezTo>
                  <a:pt x="27" y="11"/>
                  <a:pt x="27" y="11"/>
                  <a:pt x="27" y="11"/>
                </a:cubicBezTo>
                <a:cubicBezTo>
                  <a:pt x="18" y="11"/>
                  <a:pt x="18" y="11"/>
                  <a:pt x="18" y="11"/>
                </a:cubicBezTo>
                <a:cubicBezTo>
                  <a:pt x="18" y="2"/>
                  <a:pt x="18" y="2"/>
                  <a:pt x="18" y="2"/>
                </a:cubicBezTo>
                <a:lnTo>
                  <a:pt x="27" y="2"/>
                </a:lnTo>
                <a:close/>
                <a:moveTo>
                  <a:pt x="1" y="11"/>
                </a:moveTo>
                <a:cubicBezTo>
                  <a:pt x="1" y="10"/>
                  <a:pt x="1" y="10"/>
                  <a:pt x="1" y="10"/>
                </a:cubicBezTo>
                <a:cubicBezTo>
                  <a:pt x="1" y="5"/>
                  <a:pt x="5" y="2"/>
                  <a:pt x="9" y="2"/>
                </a:cubicBezTo>
                <a:cubicBezTo>
                  <a:pt x="14" y="2"/>
                  <a:pt x="14" y="2"/>
                  <a:pt x="14" y="2"/>
                </a:cubicBezTo>
                <a:cubicBezTo>
                  <a:pt x="14" y="11"/>
                  <a:pt x="14" y="11"/>
                  <a:pt x="14" y="11"/>
                </a:cubicBezTo>
                <a:lnTo>
                  <a:pt x="1" y="11"/>
                </a:lnTo>
                <a:close/>
                <a:moveTo>
                  <a:pt x="44" y="37"/>
                </a:moveTo>
                <a:cubicBezTo>
                  <a:pt x="33" y="37"/>
                  <a:pt x="33" y="37"/>
                  <a:pt x="33" y="37"/>
                </a:cubicBezTo>
                <a:cubicBezTo>
                  <a:pt x="33" y="48"/>
                  <a:pt x="33" y="48"/>
                  <a:pt x="33" y="48"/>
                </a:cubicBezTo>
                <a:cubicBezTo>
                  <a:pt x="25" y="48"/>
                  <a:pt x="25" y="48"/>
                  <a:pt x="25" y="48"/>
                </a:cubicBezTo>
                <a:cubicBezTo>
                  <a:pt x="25" y="37"/>
                  <a:pt x="25" y="37"/>
                  <a:pt x="25" y="37"/>
                </a:cubicBezTo>
                <a:cubicBezTo>
                  <a:pt x="14" y="37"/>
                  <a:pt x="14" y="37"/>
                  <a:pt x="14" y="37"/>
                </a:cubicBezTo>
                <a:cubicBezTo>
                  <a:pt x="14" y="30"/>
                  <a:pt x="14" y="30"/>
                  <a:pt x="14" y="30"/>
                </a:cubicBezTo>
                <a:cubicBezTo>
                  <a:pt x="25" y="30"/>
                  <a:pt x="25" y="30"/>
                  <a:pt x="25" y="30"/>
                </a:cubicBezTo>
                <a:cubicBezTo>
                  <a:pt x="25" y="18"/>
                  <a:pt x="25" y="18"/>
                  <a:pt x="25" y="18"/>
                </a:cubicBezTo>
                <a:cubicBezTo>
                  <a:pt x="33" y="18"/>
                  <a:pt x="33" y="18"/>
                  <a:pt x="33" y="18"/>
                </a:cubicBezTo>
                <a:cubicBezTo>
                  <a:pt x="33" y="30"/>
                  <a:pt x="33" y="30"/>
                  <a:pt x="33" y="30"/>
                </a:cubicBezTo>
                <a:cubicBezTo>
                  <a:pt x="44" y="30"/>
                  <a:pt x="44" y="30"/>
                  <a:pt x="44" y="30"/>
                </a:cubicBezTo>
                <a:lnTo>
                  <a:pt x="44" y="37"/>
                </a:lnTo>
                <a:close/>
                <a:moveTo>
                  <a:pt x="57" y="11"/>
                </a:moveTo>
                <a:cubicBezTo>
                  <a:pt x="44" y="11"/>
                  <a:pt x="44" y="11"/>
                  <a:pt x="44" y="11"/>
                </a:cubicBezTo>
                <a:cubicBezTo>
                  <a:pt x="44" y="2"/>
                  <a:pt x="44" y="2"/>
                  <a:pt x="44" y="2"/>
                </a:cubicBezTo>
                <a:cubicBezTo>
                  <a:pt x="49" y="2"/>
                  <a:pt x="49" y="2"/>
                  <a:pt x="49" y="2"/>
                </a:cubicBezTo>
                <a:cubicBezTo>
                  <a:pt x="53" y="2"/>
                  <a:pt x="57" y="5"/>
                  <a:pt x="57" y="10"/>
                </a:cubicBezTo>
                <a:lnTo>
                  <a:pt x="57" y="11"/>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94"/>
          <p:cNvSpPr>
            <a:spLocks noEditPoints="1"/>
          </p:cNvSpPr>
          <p:nvPr/>
        </p:nvSpPr>
        <p:spPr bwMode="auto">
          <a:xfrm>
            <a:off x="6783037" y="2497306"/>
            <a:ext cx="119588" cy="121141"/>
          </a:xfrm>
          <a:custGeom>
            <a:avLst/>
            <a:gdLst>
              <a:gd name="T0" fmla="*/ 24 w 47"/>
              <a:gd name="T1" fmla="*/ 0 h 48"/>
              <a:gd name="T2" fmla="*/ 0 w 47"/>
              <a:gd name="T3" fmla="*/ 24 h 48"/>
              <a:gd name="T4" fmla="*/ 24 w 47"/>
              <a:gd name="T5" fmla="*/ 48 h 48"/>
              <a:gd name="T6" fmla="*/ 47 w 47"/>
              <a:gd name="T7" fmla="*/ 24 h 48"/>
              <a:gd name="T8" fmla="*/ 24 w 47"/>
              <a:gd name="T9" fmla="*/ 0 h 48"/>
              <a:gd name="T10" fmla="*/ 6 w 47"/>
              <a:gd name="T11" fmla="*/ 24 h 48"/>
              <a:gd name="T12" fmla="*/ 24 w 47"/>
              <a:gd name="T13" fmla="*/ 6 h 48"/>
              <a:gd name="T14" fmla="*/ 24 w 47"/>
              <a:gd name="T15" fmla="*/ 42 h 48"/>
              <a:gd name="T16" fmla="*/ 6 w 47"/>
              <a:gd name="T17" fmla="*/ 2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48">
                <a:moveTo>
                  <a:pt x="24" y="0"/>
                </a:moveTo>
                <a:cubicBezTo>
                  <a:pt x="11" y="0"/>
                  <a:pt x="0" y="11"/>
                  <a:pt x="0" y="24"/>
                </a:cubicBezTo>
                <a:cubicBezTo>
                  <a:pt x="0" y="37"/>
                  <a:pt x="11" y="48"/>
                  <a:pt x="24" y="48"/>
                </a:cubicBezTo>
                <a:cubicBezTo>
                  <a:pt x="37" y="48"/>
                  <a:pt x="47" y="37"/>
                  <a:pt x="47" y="24"/>
                </a:cubicBezTo>
                <a:cubicBezTo>
                  <a:pt x="47" y="11"/>
                  <a:pt x="37" y="0"/>
                  <a:pt x="24" y="0"/>
                </a:cubicBezTo>
                <a:close/>
                <a:moveTo>
                  <a:pt x="6" y="24"/>
                </a:moveTo>
                <a:cubicBezTo>
                  <a:pt x="6" y="14"/>
                  <a:pt x="14" y="6"/>
                  <a:pt x="24" y="6"/>
                </a:cubicBezTo>
                <a:cubicBezTo>
                  <a:pt x="24" y="42"/>
                  <a:pt x="24" y="42"/>
                  <a:pt x="24" y="42"/>
                </a:cubicBezTo>
                <a:cubicBezTo>
                  <a:pt x="14" y="42"/>
                  <a:pt x="6" y="34"/>
                  <a:pt x="6" y="2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29" name="Freeform 97"/>
          <p:cNvSpPr>
            <a:spLocks noEditPoints="1"/>
          </p:cNvSpPr>
          <p:nvPr/>
        </p:nvSpPr>
        <p:spPr bwMode="auto">
          <a:xfrm>
            <a:off x="6469006" y="2354990"/>
            <a:ext cx="155309" cy="155309"/>
          </a:xfrm>
          <a:custGeom>
            <a:avLst/>
            <a:gdLst>
              <a:gd name="T0" fmla="*/ 31 w 61"/>
              <a:gd name="T1" fmla="*/ 0 h 61"/>
              <a:gd name="T2" fmla="*/ 0 w 61"/>
              <a:gd name="T3" fmla="*/ 30 h 61"/>
              <a:gd name="T4" fmla="*/ 31 w 61"/>
              <a:gd name="T5" fmla="*/ 61 h 61"/>
              <a:gd name="T6" fmla="*/ 61 w 61"/>
              <a:gd name="T7" fmla="*/ 30 h 61"/>
              <a:gd name="T8" fmla="*/ 31 w 61"/>
              <a:gd name="T9" fmla="*/ 0 h 61"/>
              <a:gd name="T10" fmla="*/ 31 w 61"/>
              <a:gd name="T11" fmla="*/ 55 h 61"/>
              <a:gd name="T12" fmla="*/ 6 w 61"/>
              <a:gd name="T13" fmla="*/ 30 h 61"/>
              <a:gd name="T14" fmla="*/ 31 w 61"/>
              <a:gd name="T15" fmla="*/ 6 h 61"/>
              <a:gd name="T16" fmla="*/ 55 w 61"/>
              <a:gd name="T17" fmla="*/ 30 h 61"/>
              <a:gd name="T18" fmla="*/ 31 w 61"/>
              <a:gd name="T19" fmla="*/ 55 h 61"/>
              <a:gd name="T20" fmla="*/ 27 w 61"/>
              <a:gd name="T21" fmla="*/ 15 h 61"/>
              <a:gd name="T22" fmla="*/ 34 w 61"/>
              <a:gd name="T23" fmla="*/ 15 h 61"/>
              <a:gd name="T24" fmla="*/ 34 w 61"/>
              <a:gd name="T25" fmla="*/ 23 h 61"/>
              <a:gd name="T26" fmla="*/ 27 w 61"/>
              <a:gd name="T27" fmla="*/ 23 h 61"/>
              <a:gd name="T28" fmla="*/ 27 w 61"/>
              <a:gd name="T29" fmla="*/ 15 h 61"/>
              <a:gd name="T30" fmla="*/ 38 w 61"/>
              <a:gd name="T31" fmla="*/ 46 h 61"/>
              <a:gd name="T32" fmla="*/ 23 w 61"/>
              <a:gd name="T33" fmla="*/ 46 h 61"/>
              <a:gd name="T34" fmla="*/ 23 w 61"/>
              <a:gd name="T35" fmla="*/ 42 h 61"/>
              <a:gd name="T36" fmla="*/ 27 w 61"/>
              <a:gd name="T37" fmla="*/ 42 h 61"/>
              <a:gd name="T38" fmla="*/ 27 w 61"/>
              <a:gd name="T39" fmla="*/ 30 h 61"/>
              <a:gd name="T40" fmla="*/ 23 w 61"/>
              <a:gd name="T41" fmla="*/ 30 h 61"/>
              <a:gd name="T42" fmla="*/ 23 w 61"/>
              <a:gd name="T43" fmla="*/ 27 h 61"/>
              <a:gd name="T44" fmla="*/ 34 w 61"/>
              <a:gd name="T45" fmla="*/ 27 h 61"/>
              <a:gd name="T46" fmla="*/ 34 w 61"/>
              <a:gd name="T47" fmla="*/ 42 h 61"/>
              <a:gd name="T48" fmla="*/ 38 w 61"/>
              <a:gd name="T49" fmla="*/ 42 h 61"/>
              <a:gd name="T50" fmla="*/ 38 w 61"/>
              <a:gd name="T51"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1" h="61">
                <a:moveTo>
                  <a:pt x="31" y="0"/>
                </a:moveTo>
                <a:cubicBezTo>
                  <a:pt x="14" y="0"/>
                  <a:pt x="0" y="14"/>
                  <a:pt x="0" y="30"/>
                </a:cubicBezTo>
                <a:cubicBezTo>
                  <a:pt x="0" y="47"/>
                  <a:pt x="14" y="61"/>
                  <a:pt x="31" y="61"/>
                </a:cubicBezTo>
                <a:cubicBezTo>
                  <a:pt x="47" y="61"/>
                  <a:pt x="61" y="47"/>
                  <a:pt x="61" y="30"/>
                </a:cubicBezTo>
                <a:cubicBezTo>
                  <a:pt x="61" y="14"/>
                  <a:pt x="47" y="0"/>
                  <a:pt x="31" y="0"/>
                </a:cubicBezTo>
                <a:close/>
                <a:moveTo>
                  <a:pt x="31" y="55"/>
                </a:moveTo>
                <a:cubicBezTo>
                  <a:pt x="17" y="55"/>
                  <a:pt x="6" y="44"/>
                  <a:pt x="6" y="30"/>
                </a:cubicBezTo>
                <a:cubicBezTo>
                  <a:pt x="6" y="17"/>
                  <a:pt x="17" y="6"/>
                  <a:pt x="31" y="6"/>
                </a:cubicBezTo>
                <a:cubicBezTo>
                  <a:pt x="44" y="6"/>
                  <a:pt x="55" y="17"/>
                  <a:pt x="55" y="30"/>
                </a:cubicBezTo>
                <a:cubicBezTo>
                  <a:pt x="55" y="44"/>
                  <a:pt x="44" y="55"/>
                  <a:pt x="31" y="55"/>
                </a:cubicBezTo>
                <a:close/>
                <a:moveTo>
                  <a:pt x="27" y="15"/>
                </a:moveTo>
                <a:cubicBezTo>
                  <a:pt x="34" y="15"/>
                  <a:pt x="34" y="15"/>
                  <a:pt x="34" y="15"/>
                </a:cubicBezTo>
                <a:cubicBezTo>
                  <a:pt x="34" y="23"/>
                  <a:pt x="34" y="23"/>
                  <a:pt x="34" y="23"/>
                </a:cubicBezTo>
                <a:cubicBezTo>
                  <a:pt x="27" y="23"/>
                  <a:pt x="27" y="23"/>
                  <a:pt x="27" y="23"/>
                </a:cubicBezTo>
                <a:lnTo>
                  <a:pt x="27" y="15"/>
                </a:lnTo>
                <a:close/>
                <a:moveTo>
                  <a:pt x="38" y="46"/>
                </a:moveTo>
                <a:cubicBezTo>
                  <a:pt x="23" y="46"/>
                  <a:pt x="23" y="46"/>
                  <a:pt x="23" y="46"/>
                </a:cubicBezTo>
                <a:cubicBezTo>
                  <a:pt x="23" y="42"/>
                  <a:pt x="23" y="42"/>
                  <a:pt x="23" y="42"/>
                </a:cubicBezTo>
                <a:cubicBezTo>
                  <a:pt x="27" y="42"/>
                  <a:pt x="27" y="42"/>
                  <a:pt x="27" y="42"/>
                </a:cubicBezTo>
                <a:cubicBezTo>
                  <a:pt x="27" y="30"/>
                  <a:pt x="27" y="30"/>
                  <a:pt x="27" y="30"/>
                </a:cubicBezTo>
                <a:cubicBezTo>
                  <a:pt x="23" y="30"/>
                  <a:pt x="23" y="30"/>
                  <a:pt x="23" y="30"/>
                </a:cubicBezTo>
                <a:cubicBezTo>
                  <a:pt x="23" y="27"/>
                  <a:pt x="23" y="27"/>
                  <a:pt x="23" y="27"/>
                </a:cubicBezTo>
                <a:cubicBezTo>
                  <a:pt x="34" y="27"/>
                  <a:pt x="34" y="27"/>
                  <a:pt x="34" y="27"/>
                </a:cubicBezTo>
                <a:cubicBezTo>
                  <a:pt x="34" y="42"/>
                  <a:pt x="34" y="42"/>
                  <a:pt x="34" y="42"/>
                </a:cubicBezTo>
                <a:cubicBezTo>
                  <a:pt x="38" y="42"/>
                  <a:pt x="38" y="42"/>
                  <a:pt x="38" y="42"/>
                </a:cubicBezTo>
                <a:lnTo>
                  <a:pt x="38" y="46"/>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99"/>
          <p:cNvSpPr>
            <a:spLocks noEditPoints="1"/>
          </p:cNvSpPr>
          <p:nvPr/>
        </p:nvSpPr>
        <p:spPr bwMode="auto">
          <a:xfrm>
            <a:off x="7094037" y="2901720"/>
            <a:ext cx="133565" cy="133565"/>
          </a:xfrm>
          <a:custGeom>
            <a:avLst/>
            <a:gdLst>
              <a:gd name="T0" fmla="*/ 44 w 53"/>
              <a:gd name="T1" fmla="*/ 0 h 53"/>
              <a:gd name="T2" fmla="*/ 9 w 53"/>
              <a:gd name="T3" fmla="*/ 0 h 53"/>
              <a:gd name="T4" fmla="*/ 0 w 53"/>
              <a:gd name="T5" fmla="*/ 9 h 53"/>
              <a:gd name="T6" fmla="*/ 0 w 53"/>
              <a:gd name="T7" fmla="*/ 44 h 53"/>
              <a:gd name="T8" fmla="*/ 9 w 53"/>
              <a:gd name="T9" fmla="*/ 53 h 53"/>
              <a:gd name="T10" fmla="*/ 44 w 53"/>
              <a:gd name="T11" fmla="*/ 53 h 53"/>
              <a:gd name="T12" fmla="*/ 53 w 53"/>
              <a:gd name="T13" fmla="*/ 44 h 53"/>
              <a:gd name="T14" fmla="*/ 53 w 53"/>
              <a:gd name="T15" fmla="*/ 9 h 53"/>
              <a:gd name="T16" fmla="*/ 44 w 53"/>
              <a:gd name="T17" fmla="*/ 0 h 53"/>
              <a:gd name="T18" fmla="*/ 20 w 53"/>
              <a:gd name="T19" fmla="*/ 43 h 53"/>
              <a:gd name="T20" fmla="*/ 13 w 53"/>
              <a:gd name="T21" fmla="*/ 43 h 53"/>
              <a:gd name="T22" fmla="*/ 13 w 53"/>
              <a:gd name="T23" fmla="*/ 20 h 53"/>
              <a:gd name="T24" fmla="*/ 20 w 53"/>
              <a:gd name="T25" fmla="*/ 20 h 53"/>
              <a:gd name="T26" fmla="*/ 20 w 53"/>
              <a:gd name="T27" fmla="*/ 43 h 53"/>
              <a:gd name="T28" fmla="*/ 17 w 53"/>
              <a:gd name="T29" fmla="*/ 16 h 53"/>
              <a:gd name="T30" fmla="*/ 13 w 53"/>
              <a:gd name="T31" fmla="*/ 13 h 53"/>
              <a:gd name="T32" fmla="*/ 17 w 53"/>
              <a:gd name="T33" fmla="*/ 10 h 53"/>
              <a:gd name="T34" fmla="*/ 20 w 53"/>
              <a:gd name="T35" fmla="*/ 13 h 53"/>
              <a:gd name="T36" fmla="*/ 17 w 53"/>
              <a:gd name="T37" fmla="*/ 16 h 53"/>
              <a:gd name="T38" fmla="*/ 43 w 53"/>
              <a:gd name="T39" fmla="*/ 43 h 53"/>
              <a:gd name="T40" fmla="*/ 37 w 53"/>
              <a:gd name="T41" fmla="*/ 43 h 53"/>
              <a:gd name="T42" fmla="*/ 37 w 53"/>
              <a:gd name="T43" fmla="*/ 30 h 53"/>
              <a:gd name="T44" fmla="*/ 33 w 53"/>
              <a:gd name="T45" fmla="*/ 26 h 53"/>
              <a:gd name="T46" fmla="*/ 30 w 53"/>
              <a:gd name="T47" fmla="*/ 30 h 53"/>
              <a:gd name="T48" fmla="*/ 30 w 53"/>
              <a:gd name="T49" fmla="*/ 43 h 53"/>
              <a:gd name="T50" fmla="*/ 23 w 53"/>
              <a:gd name="T51" fmla="*/ 43 h 53"/>
              <a:gd name="T52" fmla="*/ 23 w 53"/>
              <a:gd name="T53" fmla="*/ 20 h 53"/>
              <a:gd name="T54" fmla="*/ 30 w 53"/>
              <a:gd name="T55" fmla="*/ 20 h 53"/>
              <a:gd name="T56" fmla="*/ 30 w 53"/>
              <a:gd name="T57" fmla="*/ 24 h 53"/>
              <a:gd name="T58" fmla="*/ 36 w 53"/>
              <a:gd name="T59" fmla="*/ 20 h 53"/>
              <a:gd name="T60" fmla="*/ 43 w 53"/>
              <a:gd name="T61" fmla="*/ 28 h 53"/>
              <a:gd name="T62" fmla="*/ 43 w 53"/>
              <a:gd name="T63" fmla="*/ 4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 h="53">
                <a:moveTo>
                  <a:pt x="44" y="0"/>
                </a:moveTo>
                <a:cubicBezTo>
                  <a:pt x="9" y="0"/>
                  <a:pt x="9" y="0"/>
                  <a:pt x="9" y="0"/>
                </a:cubicBezTo>
                <a:cubicBezTo>
                  <a:pt x="4" y="0"/>
                  <a:pt x="0" y="4"/>
                  <a:pt x="0" y="9"/>
                </a:cubicBezTo>
                <a:cubicBezTo>
                  <a:pt x="0" y="44"/>
                  <a:pt x="0" y="44"/>
                  <a:pt x="0" y="44"/>
                </a:cubicBezTo>
                <a:cubicBezTo>
                  <a:pt x="0" y="49"/>
                  <a:pt x="4" y="53"/>
                  <a:pt x="9" y="53"/>
                </a:cubicBezTo>
                <a:cubicBezTo>
                  <a:pt x="44" y="53"/>
                  <a:pt x="44" y="53"/>
                  <a:pt x="44" y="53"/>
                </a:cubicBezTo>
                <a:cubicBezTo>
                  <a:pt x="49" y="53"/>
                  <a:pt x="53" y="49"/>
                  <a:pt x="53" y="44"/>
                </a:cubicBezTo>
                <a:cubicBezTo>
                  <a:pt x="53" y="9"/>
                  <a:pt x="53" y="9"/>
                  <a:pt x="53" y="9"/>
                </a:cubicBezTo>
                <a:cubicBezTo>
                  <a:pt x="53" y="4"/>
                  <a:pt x="49" y="0"/>
                  <a:pt x="44" y="0"/>
                </a:cubicBezTo>
                <a:close/>
                <a:moveTo>
                  <a:pt x="20" y="43"/>
                </a:moveTo>
                <a:cubicBezTo>
                  <a:pt x="13" y="43"/>
                  <a:pt x="13" y="43"/>
                  <a:pt x="13" y="43"/>
                </a:cubicBezTo>
                <a:cubicBezTo>
                  <a:pt x="13" y="20"/>
                  <a:pt x="13" y="20"/>
                  <a:pt x="13" y="20"/>
                </a:cubicBezTo>
                <a:cubicBezTo>
                  <a:pt x="20" y="20"/>
                  <a:pt x="20" y="20"/>
                  <a:pt x="20" y="20"/>
                </a:cubicBezTo>
                <a:lnTo>
                  <a:pt x="20" y="43"/>
                </a:lnTo>
                <a:close/>
                <a:moveTo>
                  <a:pt x="17" y="16"/>
                </a:moveTo>
                <a:cubicBezTo>
                  <a:pt x="15" y="16"/>
                  <a:pt x="13" y="15"/>
                  <a:pt x="13" y="13"/>
                </a:cubicBezTo>
                <a:cubicBezTo>
                  <a:pt x="13" y="11"/>
                  <a:pt x="15" y="10"/>
                  <a:pt x="17" y="10"/>
                </a:cubicBezTo>
                <a:cubicBezTo>
                  <a:pt x="18" y="10"/>
                  <a:pt x="20" y="11"/>
                  <a:pt x="20" y="13"/>
                </a:cubicBezTo>
                <a:cubicBezTo>
                  <a:pt x="20" y="15"/>
                  <a:pt x="18" y="16"/>
                  <a:pt x="17" y="16"/>
                </a:cubicBezTo>
                <a:close/>
                <a:moveTo>
                  <a:pt x="43" y="43"/>
                </a:moveTo>
                <a:cubicBezTo>
                  <a:pt x="37" y="43"/>
                  <a:pt x="37" y="43"/>
                  <a:pt x="37" y="43"/>
                </a:cubicBezTo>
                <a:cubicBezTo>
                  <a:pt x="37" y="30"/>
                  <a:pt x="37" y="30"/>
                  <a:pt x="37" y="30"/>
                </a:cubicBezTo>
                <a:cubicBezTo>
                  <a:pt x="37" y="28"/>
                  <a:pt x="35" y="26"/>
                  <a:pt x="33" y="26"/>
                </a:cubicBezTo>
                <a:cubicBezTo>
                  <a:pt x="31" y="26"/>
                  <a:pt x="30" y="28"/>
                  <a:pt x="30" y="30"/>
                </a:cubicBezTo>
                <a:cubicBezTo>
                  <a:pt x="30" y="43"/>
                  <a:pt x="30" y="43"/>
                  <a:pt x="30" y="43"/>
                </a:cubicBezTo>
                <a:cubicBezTo>
                  <a:pt x="23" y="43"/>
                  <a:pt x="23" y="43"/>
                  <a:pt x="23" y="43"/>
                </a:cubicBezTo>
                <a:cubicBezTo>
                  <a:pt x="23" y="20"/>
                  <a:pt x="23" y="20"/>
                  <a:pt x="23" y="20"/>
                </a:cubicBezTo>
                <a:cubicBezTo>
                  <a:pt x="30" y="20"/>
                  <a:pt x="30" y="20"/>
                  <a:pt x="30" y="20"/>
                </a:cubicBezTo>
                <a:cubicBezTo>
                  <a:pt x="30" y="24"/>
                  <a:pt x="30" y="24"/>
                  <a:pt x="30" y="24"/>
                </a:cubicBezTo>
                <a:cubicBezTo>
                  <a:pt x="31" y="22"/>
                  <a:pt x="33" y="20"/>
                  <a:pt x="36" y="20"/>
                </a:cubicBezTo>
                <a:cubicBezTo>
                  <a:pt x="40" y="20"/>
                  <a:pt x="43" y="23"/>
                  <a:pt x="43" y="28"/>
                </a:cubicBezTo>
                <a:lnTo>
                  <a:pt x="43" y="43"/>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105"/>
          <p:cNvSpPr>
            <a:spLocks noEditPoints="1"/>
          </p:cNvSpPr>
          <p:nvPr/>
        </p:nvSpPr>
        <p:spPr bwMode="auto">
          <a:xfrm>
            <a:off x="5165462" y="2740367"/>
            <a:ext cx="217432" cy="164627"/>
          </a:xfrm>
          <a:custGeom>
            <a:avLst/>
            <a:gdLst>
              <a:gd name="T0" fmla="*/ 75 w 86"/>
              <a:gd name="T1" fmla="*/ 11 h 65"/>
              <a:gd name="T2" fmla="*/ 75 w 86"/>
              <a:gd name="T3" fmla="*/ 0 h 65"/>
              <a:gd name="T4" fmla="*/ 0 w 86"/>
              <a:gd name="T5" fmla="*/ 0 h 65"/>
              <a:gd name="T6" fmla="*/ 0 w 86"/>
              <a:gd name="T7" fmla="*/ 60 h 65"/>
              <a:gd name="T8" fmla="*/ 5 w 86"/>
              <a:gd name="T9" fmla="*/ 65 h 65"/>
              <a:gd name="T10" fmla="*/ 78 w 86"/>
              <a:gd name="T11" fmla="*/ 65 h 65"/>
              <a:gd name="T12" fmla="*/ 86 w 86"/>
              <a:gd name="T13" fmla="*/ 57 h 65"/>
              <a:gd name="T14" fmla="*/ 86 w 86"/>
              <a:gd name="T15" fmla="*/ 11 h 65"/>
              <a:gd name="T16" fmla="*/ 75 w 86"/>
              <a:gd name="T17" fmla="*/ 11 h 65"/>
              <a:gd name="T18" fmla="*/ 70 w 86"/>
              <a:gd name="T19" fmla="*/ 60 h 65"/>
              <a:gd name="T20" fmla="*/ 5 w 86"/>
              <a:gd name="T21" fmla="*/ 60 h 65"/>
              <a:gd name="T22" fmla="*/ 5 w 86"/>
              <a:gd name="T23" fmla="*/ 5 h 65"/>
              <a:gd name="T24" fmla="*/ 70 w 86"/>
              <a:gd name="T25" fmla="*/ 5 h 65"/>
              <a:gd name="T26" fmla="*/ 70 w 86"/>
              <a:gd name="T27" fmla="*/ 60 h 65"/>
              <a:gd name="T28" fmla="*/ 10 w 86"/>
              <a:gd name="T29" fmla="*/ 16 h 65"/>
              <a:gd name="T30" fmla="*/ 64 w 86"/>
              <a:gd name="T31" fmla="*/ 16 h 65"/>
              <a:gd name="T32" fmla="*/ 64 w 86"/>
              <a:gd name="T33" fmla="*/ 22 h 65"/>
              <a:gd name="T34" fmla="*/ 10 w 86"/>
              <a:gd name="T35" fmla="*/ 22 h 65"/>
              <a:gd name="T36" fmla="*/ 10 w 86"/>
              <a:gd name="T37" fmla="*/ 16 h 65"/>
              <a:gd name="T38" fmla="*/ 43 w 86"/>
              <a:gd name="T39" fmla="*/ 27 h 65"/>
              <a:gd name="T40" fmla="*/ 64 w 86"/>
              <a:gd name="T41" fmla="*/ 27 h 65"/>
              <a:gd name="T42" fmla="*/ 64 w 86"/>
              <a:gd name="T43" fmla="*/ 32 h 65"/>
              <a:gd name="T44" fmla="*/ 43 w 86"/>
              <a:gd name="T45" fmla="*/ 32 h 65"/>
              <a:gd name="T46" fmla="*/ 43 w 86"/>
              <a:gd name="T47" fmla="*/ 27 h 65"/>
              <a:gd name="T48" fmla="*/ 43 w 86"/>
              <a:gd name="T49" fmla="*/ 38 h 65"/>
              <a:gd name="T50" fmla="*/ 64 w 86"/>
              <a:gd name="T51" fmla="*/ 38 h 65"/>
              <a:gd name="T52" fmla="*/ 64 w 86"/>
              <a:gd name="T53" fmla="*/ 43 h 65"/>
              <a:gd name="T54" fmla="*/ 43 w 86"/>
              <a:gd name="T55" fmla="*/ 43 h 65"/>
              <a:gd name="T56" fmla="*/ 43 w 86"/>
              <a:gd name="T57" fmla="*/ 38 h 65"/>
              <a:gd name="T58" fmla="*/ 43 w 86"/>
              <a:gd name="T59" fmla="*/ 49 h 65"/>
              <a:gd name="T60" fmla="*/ 59 w 86"/>
              <a:gd name="T61" fmla="*/ 49 h 65"/>
              <a:gd name="T62" fmla="*/ 59 w 86"/>
              <a:gd name="T63" fmla="*/ 54 h 65"/>
              <a:gd name="T64" fmla="*/ 43 w 86"/>
              <a:gd name="T65" fmla="*/ 54 h 65"/>
              <a:gd name="T66" fmla="*/ 43 w 86"/>
              <a:gd name="T67" fmla="*/ 49 h 65"/>
              <a:gd name="T68" fmla="*/ 10 w 86"/>
              <a:gd name="T69" fmla="*/ 27 h 65"/>
              <a:gd name="T70" fmla="*/ 37 w 86"/>
              <a:gd name="T71" fmla="*/ 27 h 65"/>
              <a:gd name="T72" fmla="*/ 37 w 86"/>
              <a:gd name="T73" fmla="*/ 54 h 65"/>
              <a:gd name="T74" fmla="*/ 10 w 86"/>
              <a:gd name="T75" fmla="*/ 54 h 65"/>
              <a:gd name="T76" fmla="*/ 10 w 86"/>
              <a:gd name="T77" fmla="*/ 2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6" h="65">
                <a:moveTo>
                  <a:pt x="75" y="11"/>
                </a:moveTo>
                <a:cubicBezTo>
                  <a:pt x="75" y="0"/>
                  <a:pt x="75" y="0"/>
                  <a:pt x="75" y="0"/>
                </a:cubicBezTo>
                <a:cubicBezTo>
                  <a:pt x="0" y="0"/>
                  <a:pt x="0" y="0"/>
                  <a:pt x="0" y="0"/>
                </a:cubicBezTo>
                <a:cubicBezTo>
                  <a:pt x="0" y="60"/>
                  <a:pt x="0" y="60"/>
                  <a:pt x="0" y="60"/>
                </a:cubicBezTo>
                <a:cubicBezTo>
                  <a:pt x="0" y="62"/>
                  <a:pt x="2" y="65"/>
                  <a:pt x="5" y="65"/>
                </a:cubicBezTo>
                <a:cubicBezTo>
                  <a:pt x="78" y="65"/>
                  <a:pt x="78" y="65"/>
                  <a:pt x="78" y="65"/>
                </a:cubicBezTo>
                <a:cubicBezTo>
                  <a:pt x="82" y="65"/>
                  <a:pt x="86" y="61"/>
                  <a:pt x="86" y="57"/>
                </a:cubicBezTo>
                <a:cubicBezTo>
                  <a:pt x="86" y="11"/>
                  <a:pt x="86" y="11"/>
                  <a:pt x="86" y="11"/>
                </a:cubicBezTo>
                <a:lnTo>
                  <a:pt x="75" y="11"/>
                </a:lnTo>
                <a:close/>
                <a:moveTo>
                  <a:pt x="70" y="60"/>
                </a:moveTo>
                <a:cubicBezTo>
                  <a:pt x="5" y="60"/>
                  <a:pt x="5" y="60"/>
                  <a:pt x="5" y="60"/>
                </a:cubicBezTo>
                <a:cubicBezTo>
                  <a:pt x="5" y="5"/>
                  <a:pt x="5" y="5"/>
                  <a:pt x="5" y="5"/>
                </a:cubicBezTo>
                <a:cubicBezTo>
                  <a:pt x="70" y="5"/>
                  <a:pt x="70" y="5"/>
                  <a:pt x="70" y="5"/>
                </a:cubicBezTo>
                <a:lnTo>
                  <a:pt x="70" y="60"/>
                </a:lnTo>
                <a:close/>
                <a:moveTo>
                  <a:pt x="10" y="16"/>
                </a:moveTo>
                <a:cubicBezTo>
                  <a:pt x="64" y="16"/>
                  <a:pt x="64" y="16"/>
                  <a:pt x="64" y="16"/>
                </a:cubicBezTo>
                <a:cubicBezTo>
                  <a:pt x="64" y="22"/>
                  <a:pt x="64" y="22"/>
                  <a:pt x="64" y="22"/>
                </a:cubicBezTo>
                <a:cubicBezTo>
                  <a:pt x="10" y="22"/>
                  <a:pt x="10" y="22"/>
                  <a:pt x="10" y="22"/>
                </a:cubicBezTo>
                <a:lnTo>
                  <a:pt x="10" y="16"/>
                </a:lnTo>
                <a:close/>
                <a:moveTo>
                  <a:pt x="43" y="27"/>
                </a:moveTo>
                <a:cubicBezTo>
                  <a:pt x="64" y="27"/>
                  <a:pt x="64" y="27"/>
                  <a:pt x="64" y="27"/>
                </a:cubicBezTo>
                <a:cubicBezTo>
                  <a:pt x="64" y="32"/>
                  <a:pt x="64" y="32"/>
                  <a:pt x="64" y="32"/>
                </a:cubicBezTo>
                <a:cubicBezTo>
                  <a:pt x="43" y="32"/>
                  <a:pt x="43" y="32"/>
                  <a:pt x="43" y="32"/>
                </a:cubicBezTo>
                <a:lnTo>
                  <a:pt x="43" y="27"/>
                </a:lnTo>
                <a:close/>
                <a:moveTo>
                  <a:pt x="43" y="38"/>
                </a:moveTo>
                <a:cubicBezTo>
                  <a:pt x="64" y="38"/>
                  <a:pt x="64" y="38"/>
                  <a:pt x="64" y="38"/>
                </a:cubicBezTo>
                <a:cubicBezTo>
                  <a:pt x="64" y="43"/>
                  <a:pt x="64" y="43"/>
                  <a:pt x="64" y="43"/>
                </a:cubicBezTo>
                <a:cubicBezTo>
                  <a:pt x="43" y="43"/>
                  <a:pt x="43" y="43"/>
                  <a:pt x="43" y="43"/>
                </a:cubicBezTo>
                <a:lnTo>
                  <a:pt x="43" y="38"/>
                </a:lnTo>
                <a:close/>
                <a:moveTo>
                  <a:pt x="43" y="49"/>
                </a:moveTo>
                <a:cubicBezTo>
                  <a:pt x="59" y="49"/>
                  <a:pt x="59" y="49"/>
                  <a:pt x="59" y="49"/>
                </a:cubicBezTo>
                <a:cubicBezTo>
                  <a:pt x="59" y="54"/>
                  <a:pt x="59" y="54"/>
                  <a:pt x="59" y="54"/>
                </a:cubicBezTo>
                <a:cubicBezTo>
                  <a:pt x="43" y="54"/>
                  <a:pt x="43" y="54"/>
                  <a:pt x="43" y="54"/>
                </a:cubicBezTo>
                <a:lnTo>
                  <a:pt x="43" y="49"/>
                </a:lnTo>
                <a:close/>
                <a:moveTo>
                  <a:pt x="10" y="27"/>
                </a:moveTo>
                <a:cubicBezTo>
                  <a:pt x="37" y="27"/>
                  <a:pt x="37" y="27"/>
                  <a:pt x="37" y="27"/>
                </a:cubicBezTo>
                <a:cubicBezTo>
                  <a:pt x="37" y="54"/>
                  <a:pt x="37" y="54"/>
                  <a:pt x="37" y="54"/>
                </a:cubicBezTo>
                <a:cubicBezTo>
                  <a:pt x="10" y="54"/>
                  <a:pt x="10" y="54"/>
                  <a:pt x="10" y="54"/>
                </a:cubicBezTo>
                <a:lnTo>
                  <a:pt x="10" y="27"/>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107"/>
          <p:cNvSpPr>
            <a:spLocks noEditPoints="1"/>
          </p:cNvSpPr>
          <p:nvPr/>
        </p:nvSpPr>
        <p:spPr bwMode="auto">
          <a:xfrm>
            <a:off x="6707270" y="3221656"/>
            <a:ext cx="215879" cy="215878"/>
          </a:xfrm>
          <a:custGeom>
            <a:avLst/>
            <a:gdLst>
              <a:gd name="T0" fmla="*/ 79 w 85"/>
              <a:gd name="T1" fmla="*/ 24 h 85"/>
              <a:gd name="T2" fmla="*/ 61 w 85"/>
              <a:gd name="T3" fmla="*/ 6 h 85"/>
              <a:gd name="T4" fmla="*/ 66 w 85"/>
              <a:gd name="T5" fmla="*/ 0 h 85"/>
              <a:gd name="T6" fmla="*/ 85 w 85"/>
              <a:gd name="T7" fmla="*/ 19 h 85"/>
              <a:gd name="T8" fmla="*/ 79 w 85"/>
              <a:gd name="T9" fmla="*/ 24 h 85"/>
              <a:gd name="T10" fmla="*/ 74 w 85"/>
              <a:gd name="T11" fmla="*/ 30 h 85"/>
              <a:gd name="T12" fmla="*/ 71 w 85"/>
              <a:gd name="T13" fmla="*/ 59 h 85"/>
              <a:gd name="T14" fmla="*/ 13 w 85"/>
              <a:gd name="T15" fmla="*/ 85 h 85"/>
              <a:gd name="T16" fmla="*/ 8 w 85"/>
              <a:gd name="T17" fmla="*/ 81 h 85"/>
              <a:gd name="T18" fmla="*/ 31 w 85"/>
              <a:gd name="T19" fmla="*/ 58 h 85"/>
              <a:gd name="T20" fmla="*/ 34 w 85"/>
              <a:gd name="T21" fmla="*/ 59 h 85"/>
              <a:gd name="T22" fmla="*/ 42 w 85"/>
              <a:gd name="T23" fmla="*/ 51 h 85"/>
              <a:gd name="T24" fmla="*/ 34 w 85"/>
              <a:gd name="T25" fmla="*/ 43 h 85"/>
              <a:gd name="T26" fmla="*/ 26 w 85"/>
              <a:gd name="T27" fmla="*/ 51 h 85"/>
              <a:gd name="T28" fmla="*/ 27 w 85"/>
              <a:gd name="T29" fmla="*/ 54 h 85"/>
              <a:gd name="T30" fmla="*/ 4 w 85"/>
              <a:gd name="T31" fmla="*/ 76 h 85"/>
              <a:gd name="T32" fmla="*/ 0 w 85"/>
              <a:gd name="T33" fmla="*/ 72 h 85"/>
              <a:gd name="T34" fmla="*/ 26 w 85"/>
              <a:gd name="T35" fmla="*/ 14 h 85"/>
              <a:gd name="T36" fmla="*/ 55 w 85"/>
              <a:gd name="T37" fmla="*/ 11 h 85"/>
              <a:gd name="T38" fmla="*/ 74 w 85"/>
              <a:gd name="T39" fmla="*/ 3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5" h="85">
                <a:moveTo>
                  <a:pt x="79" y="24"/>
                </a:moveTo>
                <a:cubicBezTo>
                  <a:pt x="61" y="6"/>
                  <a:pt x="61" y="6"/>
                  <a:pt x="61" y="6"/>
                </a:cubicBezTo>
                <a:cubicBezTo>
                  <a:pt x="66" y="0"/>
                  <a:pt x="66" y="0"/>
                  <a:pt x="66" y="0"/>
                </a:cubicBezTo>
                <a:cubicBezTo>
                  <a:pt x="85" y="19"/>
                  <a:pt x="85" y="19"/>
                  <a:pt x="85" y="19"/>
                </a:cubicBezTo>
                <a:lnTo>
                  <a:pt x="79" y="24"/>
                </a:lnTo>
                <a:close/>
                <a:moveTo>
                  <a:pt x="74" y="30"/>
                </a:moveTo>
                <a:cubicBezTo>
                  <a:pt x="71" y="59"/>
                  <a:pt x="71" y="59"/>
                  <a:pt x="71" y="59"/>
                </a:cubicBezTo>
                <a:cubicBezTo>
                  <a:pt x="47" y="59"/>
                  <a:pt x="13" y="85"/>
                  <a:pt x="13" y="85"/>
                </a:cubicBezTo>
                <a:cubicBezTo>
                  <a:pt x="8" y="81"/>
                  <a:pt x="8" y="81"/>
                  <a:pt x="8" y="81"/>
                </a:cubicBezTo>
                <a:cubicBezTo>
                  <a:pt x="31" y="58"/>
                  <a:pt x="31" y="58"/>
                  <a:pt x="31" y="58"/>
                </a:cubicBezTo>
                <a:cubicBezTo>
                  <a:pt x="32" y="59"/>
                  <a:pt x="33" y="59"/>
                  <a:pt x="34" y="59"/>
                </a:cubicBezTo>
                <a:cubicBezTo>
                  <a:pt x="38" y="59"/>
                  <a:pt x="42" y="55"/>
                  <a:pt x="42" y="51"/>
                </a:cubicBezTo>
                <a:cubicBezTo>
                  <a:pt x="42" y="46"/>
                  <a:pt x="38" y="43"/>
                  <a:pt x="34" y="43"/>
                </a:cubicBezTo>
                <a:cubicBezTo>
                  <a:pt x="30" y="43"/>
                  <a:pt x="26" y="46"/>
                  <a:pt x="26" y="51"/>
                </a:cubicBezTo>
                <a:cubicBezTo>
                  <a:pt x="26" y="52"/>
                  <a:pt x="26" y="53"/>
                  <a:pt x="27" y="54"/>
                </a:cubicBezTo>
                <a:cubicBezTo>
                  <a:pt x="4" y="76"/>
                  <a:pt x="4" y="76"/>
                  <a:pt x="4" y="76"/>
                </a:cubicBezTo>
                <a:cubicBezTo>
                  <a:pt x="0" y="72"/>
                  <a:pt x="0" y="72"/>
                  <a:pt x="0" y="72"/>
                </a:cubicBezTo>
                <a:cubicBezTo>
                  <a:pt x="0" y="72"/>
                  <a:pt x="26" y="37"/>
                  <a:pt x="26" y="14"/>
                </a:cubicBezTo>
                <a:cubicBezTo>
                  <a:pt x="55" y="11"/>
                  <a:pt x="55" y="11"/>
                  <a:pt x="55" y="11"/>
                </a:cubicBezTo>
                <a:lnTo>
                  <a:pt x="74" y="30"/>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108"/>
          <p:cNvSpPr>
            <a:spLocks noEditPoints="1"/>
          </p:cNvSpPr>
          <p:nvPr/>
        </p:nvSpPr>
        <p:spPr bwMode="auto">
          <a:xfrm>
            <a:off x="6705002" y="2978106"/>
            <a:ext cx="136987" cy="136987"/>
          </a:xfrm>
          <a:custGeom>
            <a:avLst/>
            <a:gdLst>
              <a:gd name="T0" fmla="*/ 53 w 77"/>
              <a:gd name="T1" fmla="*/ 30 h 77"/>
              <a:gd name="T2" fmla="*/ 26 w 77"/>
              <a:gd name="T3" fmla="*/ 2 h 77"/>
              <a:gd name="T4" fmla="*/ 39 w 77"/>
              <a:gd name="T5" fmla="*/ 0 h 77"/>
              <a:gd name="T6" fmla="*/ 53 w 77"/>
              <a:gd name="T7" fmla="*/ 3 h 77"/>
              <a:gd name="T8" fmla="*/ 53 w 77"/>
              <a:gd name="T9" fmla="*/ 30 h 77"/>
              <a:gd name="T10" fmla="*/ 58 w 77"/>
              <a:gd name="T11" fmla="*/ 53 h 77"/>
              <a:gd name="T12" fmla="*/ 58 w 77"/>
              <a:gd name="T13" fmla="*/ 5 h 77"/>
              <a:gd name="T14" fmla="*/ 77 w 77"/>
              <a:gd name="T15" fmla="*/ 38 h 77"/>
              <a:gd name="T16" fmla="*/ 74 w 77"/>
              <a:gd name="T17" fmla="*/ 53 h 77"/>
              <a:gd name="T18" fmla="*/ 58 w 77"/>
              <a:gd name="T19" fmla="*/ 53 h 77"/>
              <a:gd name="T20" fmla="*/ 24 w 77"/>
              <a:gd name="T21" fmla="*/ 58 h 77"/>
              <a:gd name="T22" fmla="*/ 72 w 77"/>
              <a:gd name="T23" fmla="*/ 58 h 77"/>
              <a:gd name="T24" fmla="*/ 39 w 77"/>
              <a:gd name="T25" fmla="*/ 77 h 77"/>
              <a:gd name="T26" fmla="*/ 24 w 77"/>
              <a:gd name="T27" fmla="*/ 74 h 77"/>
              <a:gd name="T28" fmla="*/ 24 w 77"/>
              <a:gd name="T29" fmla="*/ 58 h 77"/>
              <a:gd name="T30" fmla="*/ 32 w 77"/>
              <a:gd name="T31" fmla="*/ 17 h 77"/>
              <a:gd name="T32" fmla="*/ 1 w 77"/>
              <a:gd name="T33" fmla="*/ 48 h 77"/>
              <a:gd name="T34" fmla="*/ 0 w 77"/>
              <a:gd name="T35" fmla="*/ 38 h 77"/>
              <a:gd name="T36" fmla="*/ 20 w 77"/>
              <a:gd name="T37" fmla="*/ 5 h 77"/>
              <a:gd name="T38" fmla="*/ 32 w 77"/>
              <a:gd name="T39" fmla="*/ 17 h 77"/>
              <a:gd name="T40" fmla="*/ 20 w 77"/>
              <a:gd name="T41" fmla="*/ 38 h 77"/>
              <a:gd name="T42" fmla="*/ 20 w 77"/>
              <a:gd name="T43" fmla="*/ 72 h 77"/>
              <a:gd name="T44" fmla="*/ 4 w 77"/>
              <a:gd name="T45" fmla="*/ 54 h 77"/>
              <a:gd name="T46" fmla="*/ 20 w 77"/>
              <a:gd name="T47" fmla="*/ 3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77">
                <a:moveTo>
                  <a:pt x="53" y="30"/>
                </a:moveTo>
                <a:cubicBezTo>
                  <a:pt x="26" y="2"/>
                  <a:pt x="26" y="2"/>
                  <a:pt x="26" y="2"/>
                </a:cubicBezTo>
                <a:cubicBezTo>
                  <a:pt x="30" y="1"/>
                  <a:pt x="34" y="0"/>
                  <a:pt x="39" y="0"/>
                </a:cubicBezTo>
                <a:cubicBezTo>
                  <a:pt x="44" y="0"/>
                  <a:pt x="49" y="1"/>
                  <a:pt x="53" y="3"/>
                </a:cubicBezTo>
                <a:lnTo>
                  <a:pt x="53" y="30"/>
                </a:lnTo>
                <a:close/>
                <a:moveTo>
                  <a:pt x="58" y="53"/>
                </a:moveTo>
                <a:cubicBezTo>
                  <a:pt x="58" y="5"/>
                  <a:pt x="58" y="5"/>
                  <a:pt x="58" y="5"/>
                </a:cubicBezTo>
                <a:cubicBezTo>
                  <a:pt x="69" y="12"/>
                  <a:pt x="77" y="24"/>
                  <a:pt x="77" y="38"/>
                </a:cubicBezTo>
                <a:cubicBezTo>
                  <a:pt x="77" y="43"/>
                  <a:pt x="76" y="48"/>
                  <a:pt x="74" y="53"/>
                </a:cubicBezTo>
                <a:lnTo>
                  <a:pt x="58" y="53"/>
                </a:lnTo>
                <a:close/>
                <a:moveTo>
                  <a:pt x="24" y="58"/>
                </a:moveTo>
                <a:cubicBezTo>
                  <a:pt x="72" y="58"/>
                  <a:pt x="72" y="58"/>
                  <a:pt x="72" y="58"/>
                </a:cubicBezTo>
                <a:cubicBezTo>
                  <a:pt x="65" y="69"/>
                  <a:pt x="53" y="77"/>
                  <a:pt x="39" y="77"/>
                </a:cubicBezTo>
                <a:cubicBezTo>
                  <a:pt x="34" y="77"/>
                  <a:pt x="29" y="76"/>
                  <a:pt x="24" y="74"/>
                </a:cubicBezTo>
                <a:lnTo>
                  <a:pt x="24" y="58"/>
                </a:lnTo>
                <a:close/>
                <a:moveTo>
                  <a:pt x="32" y="17"/>
                </a:moveTo>
                <a:cubicBezTo>
                  <a:pt x="1" y="48"/>
                  <a:pt x="1" y="48"/>
                  <a:pt x="1" y="48"/>
                </a:cubicBezTo>
                <a:cubicBezTo>
                  <a:pt x="1" y="45"/>
                  <a:pt x="0" y="42"/>
                  <a:pt x="0" y="38"/>
                </a:cubicBezTo>
                <a:cubicBezTo>
                  <a:pt x="0" y="24"/>
                  <a:pt x="8" y="11"/>
                  <a:pt x="20" y="5"/>
                </a:cubicBezTo>
                <a:lnTo>
                  <a:pt x="32" y="17"/>
                </a:lnTo>
                <a:close/>
                <a:moveTo>
                  <a:pt x="20" y="38"/>
                </a:moveTo>
                <a:cubicBezTo>
                  <a:pt x="20" y="72"/>
                  <a:pt x="20" y="72"/>
                  <a:pt x="20" y="72"/>
                </a:cubicBezTo>
                <a:cubicBezTo>
                  <a:pt x="12" y="68"/>
                  <a:pt x="7" y="61"/>
                  <a:pt x="4" y="54"/>
                </a:cubicBezTo>
                <a:lnTo>
                  <a:pt x="20" y="38"/>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4" name="Freeform 109"/>
          <p:cNvSpPr>
            <a:spLocks noEditPoints="1"/>
          </p:cNvSpPr>
          <p:nvPr/>
        </p:nvSpPr>
        <p:spPr bwMode="auto">
          <a:xfrm>
            <a:off x="5617045" y="2928852"/>
            <a:ext cx="127630" cy="102753"/>
          </a:xfrm>
          <a:custGeom>
            <a:avLst/>
            <a:gdLst>
              <a:gd name="T0" fmla="*/ 0 w 72"/>
              <a:gd name="T1" fmla="*/ 0 h 58"/>
              <a:gd name="T2" fmla="*/ 0 w 72"/>
              <a:gd name="T3" fmla="*/ 58 h 58"/>
              <a:gd name="T4" fmla="*/ 72 w 72"/>
              <a:gd name="T5" fmla="*/ 58 h 58"/>
              <a:gd name="T6" fmla="*/ 72 w 72"/>
              <a:gd name="T7" fmla="*/ 0 h 58"/>
              <a:gd name="T8" fmla="*/ 0 w 72"/>
              <a:gd name="T9" fmla="*/ 0 h 58"/>
              <a:gd name="T10" fmla="*/ 67 w 72"/>
              <a:gd name="T11" fmla="*/ 53 h 58"/>
              <a:gd name="T12" fmla="*/ 4 w 72"/>
              <a:gd name="T13" fmla="*/ 53 h 58"/>
              <a:gd name="T14" fmla="*/ 4 w 72"/>
              <a:gd name="T15" fmla="*/ 4 h 58"/>
              <a:gd name="T16" fmla="*/ 67 w 72"/>
              <a:gd name="T17" fmla="*/ 4 h 58"/>
              <a:gd name="T18" fmla="*/ 67 w 72"/>
              <a:gd name="T19" fmla="*/ 53 h 58"/>
              <a:gd name="T20" fmla="*/ 49 w 72"/>
              <a:gd name="T21" fmla="*/ 15 h 58"/>
              <a:gd name="T22" fmla="*/ 56 w 72"/>
              <a:gd name="T23" fmla="*/ 22 h 58"/>
              <a:gd name="T24" fmla="*/ 63 w 72"/>
              <a:gd name="T25" fmla="*/ 15 h 58"/>
              <a:gd name="T26" fmla="*/ 56 w 72"/>
              <a:gd name="T27" fmla="*/ 9 h 58"/>
              <a:gd name="T28" fmla="*/ 49 w 72"/>
              <a:gd name="T29" fmla="*/ 15 h 58"/>
              <a:gd name="T30" fmla="*/ 63 w 72"/>
              <a:gd name="T31" fmla="*/ 49 h 58"/>
              <a:gd name="T32" fmla="*/ 9 w 72"/>
              <a:gd name="T33" fmla="*/ 49 h 58"/>
              <a:gd name="T34" fmla="*/ 22 w 72"/>
              <a:gd name="T35" fmla="*/ 13 h 58"/>
              <a:gd name="T36" fmla="*/ 40 w 72"/>
              <a:gd name="T37" fmla="*/ 35 h 58"/>
              <a:gd name="T38" fmla="*/ 49 w 72"/>
              <a:gd name="T39" fmla="*/ 29 h 58"/>
              <a:gd name="T40" fmla="*/ 63 w 72"/>
              <a:gd name="T41" fmla="*/ 4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 h="58">
                <a:moveTo>
                  <a:pt x="0" y="0"/>
                </a:moveTo>
                <a:cubicBezTo>
                  <a:pt x="0" y="58"/>
                  <a:pt x="0" y="58"/>
                  <a:pt x="0" y="58"/>
                </a:cubicBezTo>
                <a:cubicBezTo>
                  <a:pt x="72" y="58"/>
                  <a:pt x="72" y="58"/>
                  <a:pt x="72" y="58"/>
                </a:cubicBezTo>
                <a:cubicBezTo>
                  <a:pt x="72" y="0"/>
                  <a:pt x="72" y="0"/>
                  <a:pt x="72" y="0"/>
                </a:cubicBezTo>
                <a:lnTo>
                  <a:pt x="0" y="0"/>
                </a:lnTo>
                <a:close/>
                <a:moveTo>
                  <a:pt x="67" y="53"/>
                </a:moveTo>
                <a:cubicBezTo>
                  <a:pt x="4" y="53"/>
                  <a:pt x="4" y="53"/>
                  <a:pt x="4" y="53"/>
                </a:cubicBezTo>
                <a:cubicBezTo>
                  <a:pt x="4" y="4"/>
                  <a:pt x="4" y="4"/>
                  <a:pt x="4" y="4"/>
                </a:cubicBezTo>
                <a:cubicBezTo>
                  <a:pt x="67" y="4"/>
                  <a:pt x="67" y="4"/>
                  <a:pt x="67" y="4"/>
                </a:cubicBezTo>
                <a:lnTo>
                  <a:pt x="67" y="53"/>
                </a:lnTo>
                <a:close/>
                <a:moveTo>
                  <a:pt x="49" y="15"/>
                </a:moveTo>
                <a:cubicBezTo>
                  <a:pt x="49" y="19"/>
                  <a:pt x="52" y="22"/>
                  <a:pt x="56" y="22"/>
                </a:cubicBezTo>
                <a:cubicBezTo>
                  <a:pt x="60" y="22"/>
                  <a:pt x="63" y="19"/>
                  <a:pt x="63" y="15"/>
                </a:cubicBezTo>
                <a:cubicBezTo>
                  <a:pt x="63" y="12"/>
                  <a:pt x="60" y="9"/>
                  <a:pt x="56" y="9"/>
                </a:cubicBezTo>
                <a:cubicBezTo>
                  <a:pt x="52" y="9"/>
                  <a:pt x="49" y="12"/>
                  <a:pt x="49" y="15"/>
                </a:cubicBezTo>
                <a:close/>
                <a:moveTo>
                  <a:pt x="63" y="49"/>
                </a:moveTo>
                <a:cubicBezTo>
                  <a:pt x="9" y="49"/>
                  <a:pt x="9" y="49"/>
                  <a:pt x="9" y="49"/>
                </a:cubicBezTo>
                <a:cubicBezTo>
                  <a:pt x="22" y="13"/>
                  <a:pt x="22" y="13"/>
                  <a:pt x="22" y="13"/>
                </a:cubicBezTo>
                <a:cubicBezTo>
                  <a:pt x="40" y="35"/>
                  <a:pt x="40" y="35"/>
                  <a:pt x="40" y="35"/>
                </a:cubicBezTo>
                <a:cubicBezTo>
                  <a:pt x="49" y="29"/>
                  <a:pt x="49" y="29"/>
                  <a:pt x="49" y="29"/>
                </a:cubicBezTo>
                <a:lnTo>
                  <a:pt x="63" y="49"/>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5" name="Freeform 110"/>
          <p:cNvSpPr>
            <a:spLocks noEditPoints="1"/>
          </p:cNvSpPr>
          <p:nvPr/>
        </p:nvSpPr>
        <p:spPr bwMode="auto">
          <a:xfrm>
            <a:off x="6113949" y="3252204"/>
            <a:ext cx="192583" cy="223644"/>
          </a:xfrm>
          <a:custGeom>
            <a:avLst/>
            <a:gdLst>
              <a:gd name="T0" fmla="*/ 54 w 76"/>
              <a:gd name="T1" fmla="*/ 0 h 88"/>
              <a:gd name="T2" fmla="*/ 14 w 76"/>
              <a:gd name="T3" fmla="*/ 28 h 88"/>
              <a:gd name="T4" fmla="*/ 16 w 76"/>
              <a:gd name="T5" fmla="*/ 65 h 88"/>
              <a:gd name="T6" fmla="*/ 49 w 76"/>
              <a:gd name="T7" fmla="*/ 27 h 88"/>
              <a:gd name="T8" fmla="*/ 32 w 76"/>
              <a:gd name="T9" fmla="*/ 75 h 88"/>
              <a:gd name="T10" fmla="*/ 70 w 76"/>
              <a:gd name="T11" fmla="*/ 57 h 88"/>
              <a:gd name="T12" fmla="*/ 54 w 76"/>
              <a:gd name="T13" fmla="*/ 0 h 88"/>
              <a:gd name="T14" fmla="*/ 4 w 76"/>
              <a:gd name="T15" fmla="*/ 78 h 88"/>
              <a:gd name="T16" fmla="*/ 10 w 76"/>
              <a:gd name="T17" fmla="*/ 83 h 88"/>
              <a:gd name="T18" fmla="*/ 47 w 76"/>
              <a:gd name="T19" fmla="*/ 41 h 88"/>
              <a:gd name="T20" fmla="*/ 4 w 76"/>
              <a:gd name="T21" fmla="*/ 7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88">
                <a:moveTo>
                  <a:pt x="54" y="0"/>
                </a:moveTo>
                <a:cubicBezTo>
                  <a:pt x="40" y="23"/>
                  <a:pt x="30" y="12"/>
                  <a:pt x="14" y="28"/>
                </a:cubicBezTo>
                <a:cubicBezTo>
                  <a:pt x="0" y="42"/>
                  <a:pt x="5" y="60"/>
                  <a:pt x="16" y="65"/>
                </a:cubicBezTo>
                <a:cubicBezTo>
                  <a:pt x="28" y="60"/>
                  <a:pt x="40" y="46"/>
                  <a:pt x="49" y="27"/>
                </a:cubicBezTo>
                <a:cubicBezTo>
                  <a:pt x="49" y="27"/>
                  <a:pt x="57" y="51"/>
                  <a:pt x="32" y="75"/>
                </a:cubicBezTo>
                <a:cubicBezTo>
                  <a:pt x="44" y="88"/>
                  <a:pt x="64" y="79"/>
                  <a:pt x="70" y="57"/>
                </a:cubicBezTo>
                <a:cubicBezTo>
                  <a:pt x="76" y="33"/>
                  <a:pt x="60" y="9"/>
                  <a:pt x="54" y="0"/>
                </a:cubicBezTo>
                <a:close/>
                <a:moveTo>
                  <a:pt x="4" y="78"/>
                </a:moveTo>
                <a:cubicBezTo>
                  <a:pt x="4" y="79"/>
                  <a:pt x="4" y="83"/>
                  <a:pt x="10" y="83"/>
                </a:cubicBezTo>
                <a:cubicBezTo>
                  <a:pt x="14" y="83"/>
                  <a:pt x="36" y="71"/>
                  <a:pt x="47" y="41"/>
                </a:cubicBezTo>
                <a:cubicBezTo>
                  <a:pt x="30" y="71"/>
                  <a:pt x="6" y="78"/>
                  <a:pt x="4" y="78"/>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6" name="Freeform 113"/>
          <p:cNvSpPr>
            <a:spLocks noEditPoints="1"/>
          </p:cNvSpPr>
          <p:nvPr/>
        </p:nvSpPr>
        <p:spPr bwMode="auto">
          <a:xfrm>
            <a:off x="5580159" y="2630902"/>
            <a:ext cx="214326" cy="248494"/>
          </a:xfrm>
          <a:custGeom>
            <a:avLst/>
            <a:gdLst>
              <a:gd name="T0" fmla="*/ 55 w 85"/>
              <a:gd name="T1" fmla="*/ 14 h 98"/>
              <a:gd name="T2" fmla="*/ 55 w 85"/>
              <a:gd name="T3" fmla="*/ 27 h 98"/>
              <a:gd name="T4" fmla="*/ 64 w 85"/>
              <a:gd name="T5" fmla="*/ 33 h 98"/>
              <a:gd name="T6" fmla="*/ 73 w 85"/>
              <a:gd name="T7" fmla="*/ 55 h 98"/>
              <a:gd name="T8" fmla="*/ 64 w 85"/>
              <a:gd name="T9" fmla="*/ 77 h 98"/>
              <a:gd name="T10" fmla="*/ 43 w 85"/>
              <a:gd name="T11" fmla="*/ 86 h 98"/>
              <a:gd name="T12" fmla="*/ 21 w 85"/>
              <a:gd name="T13" fmla="*/ 77 h 98"/>
              <a:gd name="T14" fmla="*/ 12 w 85"/>
              <a:gd name="T15" fmla="*/ 55 h 98"/>
              <a:gd name="T16" fmla="*/ 21 w 85"/>
              <a:gd name="T17" fmla="*/ 33 h 98"/>
              <a:gd name="T18" fmla="*/ 30 w 85"/>
              <a:gd name="T19" fmla="*/ 27 h 98"/>
              <a:gd name="T20" fmla="*/ 30 w 85"/>
              <a:gd name="T21" fmla="*/ 14 h 98"/>
              <a:gd name="T22" fmla="*/ 0 w 85"/>
              <a:gd name="T23" fmla="*/ 55 h 98"/>
              <a:gd name="T24" fmla="*/ 43 w 85"/>
              <a:gd name="T25" fmla="*/ 98 h 98"/>
              <a:gd name="T26" fmla="*/ 85 w 85"/>
              <a:gd name="T27" fmla="*/ 55 h 98"/>
              <a:gd name="T28" fmla="*/ 55 w 85"/>
              <a:gd name="T29" fmla="*/ 14 h 98"/>
              <a:gd name="T30" fmla="*/ 37 w 85"/>
              <a:gd name="T31" fmla="*/ 0 h 98"/>
              <a:gd name="T32" fmla="*/ 49 w 85"/>
              <a:gd name="T33" fmla="*/ 0 h 98"/>
              <a:gd name="T34" fmla="*/ 49 w 85"/>
              <a:gd name="T35" fmla="*/ 49 h 98"/>
              <a:gd name="T36" fmla="*/ 37 w 85"/>
              <a:gd name="T37" fmla="*/ 49 h 98"/>
              <a:gd name="T38" fmla="*/ 37 w 85"/>
              <a:gd name="T3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5" h="98">
                <a:moveTo>
                  <a:pt x="55" y="14"/>
                </a:moveTo>
                <a:cubicBezTo>
                  <a:pt x="55" y="27"/>
                  <a:pt x="55" y="27"/>
                  <a:pt x="55" y="27"/>
                </a:cubicBezTo>
                <a:cubicBezTo>
                  <a:pt x="58" y="29"/>
                  <a:pt x="62" y="31"/>
                  <a:pt x="64" y="33"/>
                </a:cubicBezTo>
                <a:cubicBezTo>
                  <a:pt x="70" y="39"/>
                  <a:pt x="73" y="47"/>
                  <a:pt x="73" y="55"/>
                </a:cubicBezTo>
                <a:cubicBezTo>
                  <a:pt x="73" y="63"/>
                  <a:pt x="70" y="71"/>
                  <a:pt x="64" y="77"/>
                </a:cubicBezTo>
                <a:cubicBezTo>
                  <a:pt x="58" y="82"/>
                  <a:pt x="51" y="86"/>
                  <a:pt x="43" y="86"/>
                </a:cubicBezTo>
                <a:cubicBezTo>
                  <a:pt x="34" y="86"/>
                  <a:pt x="27" y="82"/>
                  <a:pt x="21" y="77"/>
                </a:cubicBezTo>
                <a:cubicBezTo>
                  <a:pt x="15" y="71"/>
                  <a:pt x="12" y="63"/>
                  <a:pt x="12" y="55"/>
                </a:cubicBezTo>
                <a:cubicBezTo>
                  <a:pt x="12" y="47"/>
                  <a:pt x="15" y="39"/>
                  <a:pt x="21" y="33"/>
                </a:cubicBezTo>
                <a:cubicBezTo>
                  <a:pt x="24" y="31"/>
                  <a:pt x="27" y="29"/>
                  <a:pt x="30" y="27"/>
                </a:cubicBezTo>
                <a:cubicBezTo>
                  <a:pt x="30" y="14"/>
                  <a:pt x="30" y="14"/>
                  <a:pt x="30" y="14"/>
                </a:cubicBezTo>
                <a:cubicBezTo>
                  <a:pt x="13" y="19"/>
                  <a:pt x="0" y="36"/>
                  <a:pt x="0" y="55"/>
                </a:cubicBezTo>
                <a:cubicBezTo>
                  <a:pt x="0" y="79"/>
                  <a:pt x="19" y="98"/>
                  <a:pt x="43" y="98"/>
                </a:cubicBezTo>
                <a:cubicBezTo>
                  <a:pt x="66" y="98"/>
                  <a:pt x="85" y="79"/>
                  <a:pt x="85" y="55"/>
                </a:cubicBezTo>
                <a:cubicBezTo>
                  <a:pt x="85" y="36"/>
                  <a:pt x="73" y="19"/>
                  <a:pt x="55" y="14"/>
                </a:cubicBezTo>
                <a:close/>
                <a:moveTo>
                  <a:pt x="37" y="0"/>
                </a:moveTo>
                <a:cubicBezTo>
                  <a:pt x="49" y="0"/>
                  <a:pt x="49" y="0"/>
                  <a:pt x="49" y="0"/>
                </a:cubicBezTo>
                <a:cubicBezTo>
                  <a:pt x="49" y="49"/>
                  <a:pt x="49" y="49"/>
                  <a:pt x="49" y="49"/>
                </a:cubicBezTo>
                <a:cubicBezTo>
                  <a:pt x="37" y="49"/>
                  <a:pt x="37" y="49"/>
                  <a:pt x="37" y="49"/>
                </a:cubicBezTo>
                <a:lnTo>
                  <a:pt x="37" y="0"/>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7" name="Freeform 115"/>
          <p:cNvSpPr>
            <a:spLocks noEditPoints="1"/>
          </p:cNvSpPr>
          <p:nvPr/>
        </p:nvSpPr>
        <p:spPr bwMode="auto">
          <a:xfrm>
            <a:off x="6194613" y="2392253"/>
            <a:ext cx="193917" cy="173575"/>
          </a:xfrm>
          <a:custGeom>
            <a:avLst/>
            <a:gdLst>
              <a:gd name="T0" fmla="*/ 22 w 88"/>
              <a:gd name="T1" fmla="*/ 0 h 78"/>
              <a:gd name="T2" fmla="*/ 66 w 88"/>
              <a:gd name="T3" fmla="*/ 0 h 78"/>
              <a:gd name="T4" fmla="*/ 66 w 88"/>
              <a:gd name="T5" fmla="*/ 11 h 78"/>
              <a:gd name="T6" fmla="*/ 22 w 88"/>
              <a:gd name="T7" fmla="*/ 11 h 78"/>
              <a:gd name="T8" fmla="*/ 22 w 88"/>
              <a:gd name="T9" fmla="*/ 0 h 78"/>
              <a:gd name="T10" fmla="*/ 83 w 88"/>
              <a:gd name="T11" fmla="*/ 17 h 78"/>
              <a:gd name="T12" fmla="*/ 5 w 88"/>
              <a:gd name="T13" fmla="*/ 17 h 78"/>
              <a:gd name="T14" fmla="*/ 0 w 88"/>
              <a:gd name="T15" fmla="*/ 22 h 78"/>
              <a:gd name="T16" fmla="*/ 0 w 88"/>
              <a:gd name="T17" fmla="*/ 50 h 78"/>
              <a:gd name="T18" fmla="*/ 5 w 88"/>
              <a:gd name="T19" fmla="*/ 56 h 78"/>
              <a:gd name="T20" fmla="*/ 22 w 88"/>
              <a:gd name="T21" fmla="*/ 56 h 78"/>
              <a:gd name="T22" fmla="*/ 22 w 88"/>
              <a:gd name="T23" fmla="*/ 78 h 78"/>
              <a:gd name="T24" fmla="*/ 66 w 88"/>
              <a:gd name="T25" fmla="*/ 78 h 78"/>
              <a:gd name="T26" fmla="*/ 66 w 88"/>
              <a:gd name="T27" fmla="*/ 56 h 78"/>
              <a:gd name="T28" fmla="*/ 83 w 88"/>
              <a:gd name="T29" fmla="*/ 56 h 78"/>
              <a:gd name="T30" fmla="*/ 88 w 88"/>
              <a:gd name="T31" fmla="*/ 50 h 78"/>
              <a:gd name="T32" fmla="*/ 88 w 88"/>
              <a:gd name="T33" fmla="*/ 22 h 78"/>
              <a:gd name="T34" fmla="*/ 83 w 88"/>
              <a:gd name="T35" fmla="*/ 17 h 78"/>
              <a:gd name="T36" fmla="*/ 60 w 88"/>
              <a:gd name="T37" fmla="*/ 72 h 78"/>
              <a:gd name="T38" fmla="*/ 27 w 88"/>
              <a:gd name="T39" fmla="*/ 72 h 78"/>
              <a:gd name="T40" fmla="*/ 27 w 88"/>
              <a:gd name="T41" fmla="*/ 45 h 78"/>
              <a:gd name="T42" fmla="*/ 60 w 88"/>
              <a:gd name="T43" fmla="*/ 45 h 78"/>
              <a:gd name="T44" fmla="*/ 60 w 88"/>
              <a:gd name="T45" fmla="*/ 72 h 78"/>
              <a:gd name="T46" fmla="*/ 84 w 88"/>
              <a:gd name="T47" fmla="*/ 25 h 78"/>
              <a:gd name="T48" fmla="*/ 80 w 88"/>
              <a:gd name="T49" fmla="*/ 29 h 78"/>
              <a:gd name="T50" fmla="*/ 76 w 88"/>
              <a:gd name="T51" fmla="*/ 25 h 78"/>
              <a:gd name="T52" fmla="*/ 80 w 88"/>
              <a:gd name="T53" fmla="*/ 21 h 78"/>
              <a:gd name="T54" fmla="*/ 84 w 88"/>
              <a:gd name="T55" fmla="*/ 2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8" h="78">
                <a:moveTo>
                  <a:pt x="22" y="0"/>
                </a:moveTo>
                <a:cubicBezTo>
                  <a:pt x="66" y="0"/>
                  <a:pt x="66" y="0"/>
                  <a:pt x="66" y="0"/>
                </a:cubicBezTo>
                <a:cubicBezTo>
                  <a:pt x="66" y="11"/>
                  <a:pt x="66" y="11"/>
                  <a:pt x="66" y="11"/>
                </a:cubicBezTo>
                <a:cubicBezTo>
                  <a:pt x="22" y="11"/>
                  <a:pt x="22" y="11"/>
                  <a:pt x="22" y="11"/>
                </a:cubicBezTo>
                <a:lnTo>
                  <a:pt x="22" y="0"/>
                </a:lnTo>
                <a:close/>
                <a:moveTo>
                  <a:pt x="83" y="17"/>
                </a:moveTo>
                <a:cubicBezTo>
                  <a:pt x="5" y="17"/>
                  <a:pt x="5" y="17"/>
                  <a:pt x="5" y="17"/>
                </a:cubicBezTo>
                <a:cubicBezTo>
                  <a:pt x="2" y="17"/>
                  <a:pt x="0" y="19"/>
                  <a:pt x="0" y="22"/>
                </a:cubicBezTo>
                <a:cubicBezTo>
                  <a:pt x="0" y="50"/>
                  <a:pt x="0" y="50"/>
                  <a:pt x="0" y="50"/>
                </a:cubicBezTo>
                <a:cubicBezTo>
                  <a:pt x="0" y="53"/>
                  <a:pt x="2" y="56"/>
                  <a:pt x="5" y="56"/>
                </a:cubicBezTo>
                <a:cubicBezTo>
                  <a:pt x="22" y="56"/>
                  <a:pt x="22" y="56"/>
                  <a:pt x="22" y="56"/>
                </a:cubicBezTo>
                <a:cubicBezTo>
                  <a:pt x="22" y="78"/>
                  <a:pt x="22" y="78"/>
                  <a:pt x="22" y="78"/>
                </a:cubicBezTo>
                <a:cubicBezTo>
                  <a:pt x="66" y="78"/>
                  <a:pt x="66" y="78"/>
                  <a:pt x="66" y="78"/>
                </a:cubicBezTo>
                <a:cubicBezTo>
                  <a:pt x="66" y="56"/>
                  <a:pt x="66" y="56"/>
                  <a:pt x="66" y="56"/>
                </a:cubicBezTo>
                <a:cubicBezTo>
                  <a:pt x="83" y="56"/>
                  <a:pt x="83" y="56"/>
                  <a:pt x="83" y="56"/>
                </a:cubicBezTo>
                <a:cubicBezTo>
                  <a:pt x="86" y="56"/>
                  <a:pt x="88" y="53"/>
                  <a:pt x="88" y="50"/>
                </a:cubicBezTo>
                <a:cubicBezTo>
                  <a:pt x="88" y="22"/>
                  <a:pt x="88" y="22"/>
                  <a:pt x="88" y="22"/>
                </a:cubicBezTo>
                <a:cubicBezTo>
                  <a:pt x="88" y="19"/>
                  <a:pt x="86" y="17"/>
                  <a:pt x="83" y="17"/>
                </a:cubicBezTo>
                <a:close/>
                <a:moveTo>
                  <a:pt x="60" y="72"/>
                </a:moveTo>
                <a:cubicBezTo>
                  <a:pt x="27" y="72"/>
                  <a:pt x="27" y="72"/>
                  <a:pt x="27" y="72"/>
                </a:cubicBezTo>
                <a:cubicBezTo>
                  <a:pt x="27" y="45"/>
                  <a:pt x="27" y="45"/>
                  <a:pt x="27" y="45"/>
                </a:cubicBezTo>
                <a:cubicBezTo>
                  <a:pt x="60" y="45"/>
                  <a:pt x="60" y="45"/>
                  <a:pt x="60" y="45"/>
                </a:cubicBezTo>
                <a:lnTo>
                  <a:pt x="60" y="72"/>
                </a:lnTo>
                <a:close/>
                <a:moveTo>
                  <a:pt x="84" y="25"/>
                </a:moveTo>
                <a:cubicBezTo>
                  <a:pt x="84" y="27"/>
                  <a:pt x="82" y="29"/>
                  <a:pt x="80" y="29"/>
                </a:cubicBezTo>
                <a:cubicBezTo>
                  <a:pt x="78" y="29"/>
                  <a:pt x="76" y="27"/>
                  <a:pt x="76" y="25"/>
                </a:cubicBezTo>
                <a:cubicBezTo>
                  <a:pt x="76" y="23"/>
                  <a:pt x="78" y="21"/>
                  <a:pt x="80" y="21"/>
                </a:cubicBezTo>
                <a:cubicBezTo>
                  <a:pt x="82" y="21"/>
                  <a:pt x="84" y="23"/>
                  <a:pt x="84" y="2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116"/>
          <p:cNvSpPr>
            <a:spLocks noEditPoints="1"/>
          </p:cNvSpPr>
          <p:nvPr/>
        </p:nvSpPr>
        <p:spPr bwMode="auto">
          <a:xfrm>
            <a:off x="6852449" y="2710436"/>
            <a:ext cx="194136" cy="205007"/>
          </a:xfrm>
          <a:custGeom>
            <a:avLst/>
            <a:gdLst>
              <a:gd name="T0" fmla="*/ 69 w 76"/>
              <a:gd name="T1" fmla="*/ 0 h 81"/>
              <a:gd name="T2" fmla="*/ 8 w 76"/>
              <a:gd name="T3" fmla="*/ 0 h 81"/>
              <a:gd name="T4" fmla="*/ 0 w 76"/>
              <a:gd name="T5" fmla="*/ 7 h 81"/>
              <a:gd name="T6" fmla="*/ 0 w 76"/>
              <a:gd name="T7" fmla="*/ 73 h 81"/>
              <a:gd name="T8" fmla="*/ 8 w 76"/>
              <a:gd name="T9" fmla="*/ 81 h 81"/>
              <a:gd name="T10" fmla="*/ 69 w 76"/>
              <a:gd name="T11" fmla="*/ 81 h 81"/>
              <a:gd name="T12" fmla="*/ 76 w 76"/>
              <a:gd name="T13" fmla="*/ 73 h 81"/>
              <a:gd name="T14" fmla="*/ 76 w 76"/>
              <a:gd name="T15" fmla="*/ 7 h 81"/>
              <a:gd name="T16" fmla="*/ 69 w 76"/>
              <a:gd name="T17" fmla="*/ 0 h 81"/>
              <a:gd name="T18" fmla="*/ 66 w 76"/>
              <a:gd name="T19" fmla="*/ 71 h 81"/>
              <a:gd name="T20" fmla="*/ 11 w 76"/>
              <a:gd name="T21" fmla="*/ 71 h 81"/>
              <a:gd name="T22" fmla="*/ 11 w 76"/>
              <a:gd name="T23" fmla="*/ 10 h 81"/>
              <a:gd name="T24" fmla="*/ 66 w 76"/>
              <a:gd name="T25" fmla="*/ 10 h 81"/>
              <a:gd name="T26" fmla="*/ 66 w 76"/>
              <a:gd name="T27" fmla="*/ 71 h 81"/>
              <a:gd name="T28" fmla="*/ 21 w 76"/>
              <a:gd name="T29" fmla="*/ 45 h 81"/>
              <a:gd name="T30" fmla="*/ 56 w 76"/>
              <a:gd name="T31" fmla="*/ 45 h 81"/>
              <a:gd name="T32" fmla="*/ 56 w 76"/>
              <a:gd name="T33" fmla="*/ 50 h 81"/>
              <a:gd name="T34" fmla="*/ 21 w 76"/>
              <a:gd name="T35" fmla="*/ 50 h 81"/>
              <a:gd name="T36" fmla="*/ 21 w 76"/>
              <a:gd name="T37" fmla="*/ 45 h 81"/>
              <a:gd name="T38" fmla="*/ 21 w 76"/>
              <a:gd name="T39" fmla="*/ 55 h 81"/>
              <a:gd name="T40" fmla="*/ 56 w 76"/>
              <a:gd name="T41" fmla="*/ 55 h 81"/>
              <a:gd name="T42" fmla="*/ 56 w 76"/>
              <a:gd name="T43" fmla="*/ 60 h 81"/>
              <a:gd name="T44" fmla="*/ 21 w 76"/>
              <a:gd name="T45" fmla="*/ 60 h 81"/>
              <a:gd name="T46" fmla="*/ 21 w 76"/>
              <a:gd name="T47" fmla="*/ 55 h 81"/>
              <a:gd name="T48" fmla="*/ 26 w 76"/>
              <a:gd name="T49" fmla="*/ 23 h 81"/>
              <a:gd name="T50" fmla="*/ 33 w 76"/>
              <a:gd name="T51" fmla="*/ 30 h 81"/>
              <a:gd name="T52" fmla="*/ 41 w 76"/>
              <a:gd name="T53" fmla="*/ 23 h 81"/>
              <a:gd name="T54" fmla="*/ 33 w 76"/>
              <a:gd name="T55" fmla="*/ 15 h 81"/>
              <a:gd name="T56" fmla="*/ 26 w 76"/>
              <a:gd name="T57" fmla="*/ 23 h 81"/>
              <a:gd name="T58" fmla="*/ 38 w 76"/>
              <a:gd name="T59" fmla="*/ 30 h 81"/>
              <a:gd name="T60" fmla="*/ 28 w 76"/>
              <a:gd name="T61" fmla="*/ 30 h 81"/>
              <a:gd name="T62" fmla="*/ 21 w 76"/>
              <a:gd name="T63" fmla="*/ 35 h 81"/>
              <a:gd name="T64" fmla="*/ 21 w 76"/>
              <a:gd name="T65" fmla="*/ 40 h 81"/>
              <a:gd name="T66" fmla="*/ 46 w 76"/>
              <a:gd name="T67" fmla="*/ 40 h 81"/>
              <a:gd name="T68" fmla="*/ 46 w 76"/>
              <a:gd name="T69" fmla="*/ 35 h 81"/>
              <a:gd name="T70" fmla="*/ 38 w 76"/>
              <a:gd name="T71" fmla="*/ 3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6" h="81">
                <a:moveTo>
                  <a:pt x="69" y="0"/>
                </a:moveTo>
                <a:cubicBezTo>
                  <a:pt x="8" y="0"/>
                  <a:pt x="8" y="0"/>
                  <a:pt x="8" y="0"/>
                </a:cubicBezTo>
                <a:cubicBezTo>
                  <a:pt x="4" y="0"/>
                  <a:pt x="0" y="3"/>
                  <a:pt x="0" y="7"/>
                </a:cubicBezTo>
                <a:cubicBezTo>
                  <a:pt x="0" y="73"/>
                  <a:pt x="0" y="73"/>
                  <a:pt x="0" y="73"/>
                </a:cubicBezTo>
                <a:cubicBezTo>
                  <a:pt x="0" y="77"/>
                  <a:pt x="4" y="81"/>
                  <a:pt x="8" y="81"/>
                </a:cubicBezTo>
                <a:cubicBezTo>
                  <a:pt x="69" y="81"/>
                  <a:pt x="69" y="81"/>
                  <a:pt x="69" y="81"/>
                </a:cubicBezTo>
                <a:cubicBezTo>
                  <a:pt x="73" y="81"/>
                  <a:pt x="76" y="77"/>
                  <a:pt x="76" y="73"/>
                </a:cubicBezTo>
                <a:cubicBezTo>
                  <a:pt x="76" y="7"/>
                  <a:pt x="76" y="7"/>
                  <a:pt x="76" y="7"/>
                </a:cubicBezTo>
                <a:cubicBezTo>
                  <a:pt x="76" y="3"/>
                  <a:pt x="73" y="0"/>
                  <a:pt x="69" y="0"/>
                </a:cubicBezTo>
                <a:close/>
                <a:moveTo>
                  <a:pt x="66" y="71"/>
                </a:moveTo>
                <a:cubicBezTo>
                  <a:pt x="11" y="71"/>
                  <a:pt x="11" y="71"/>
                  <a:pt x="11" y="71"/>
                </a:cubicBezTo>
                <a:cubicBezTo>
                  <a:pt x="11" y="10"/>
                  <a:pt x="11" y="10"/>
                  <a:pt x="11" y="10"/>
                </a:cubicBezTo>
                <a:cubicBezTo>
                  <a:pt x="66" y="10"/>
                  <a:pt x="66" y="10"/>
                  <a:pt x="66" y="10"/>
                </a:cubicBezTo>
                <a:lnTo>
                  <a:pt x="66" y="71"/>
                </a:lnTo>
                <a:close/>
                <a:moveTo>
                  <a:pt x="21" y="45"/>
                </a:moveTo>
                <a:cubicBezTo>
                  <a:pt x="56" y="45"/>
                  <a:pt x="56" y="45"/>
                  <a:pt x="56" y="45"/>
                </a:cubicBezTo>
                <a:cubicBezTo>
                  <a:pt x="56" y="50"/>
                  <a:pt x="56" y="50"/>
                  <a:pt x="56" y="50"/>
                </a:cubicBezTo>
                <a:cubicBezTo>
                  <a:pt x="21" y="50"/>
                  <a:pt x="21" y="50"/>
                  <a:pt x="21" y="50"/>
                </a:cubicBezTo>
                <a:lnTo>
                  <a:pt x="21" y="45"/>
                </a:lnTo>
                <a:close/>
                <a:moveTo>
                  <a:pt x="21" y="55"/>
                </a:moveTo>
                <a:cubicBezTo>
                  <a:pt x="56" y="55"/>
                  <a:pt x="56" y="55"/>
                  <a:pt x="56" y="55"/>
                </a:cubicBezTo>
                <a:cubicBezTo>
                  <a:pt x="56" y="60"/>
                  <a:pt x="56" y="60"/>
                  <a:pt x="56" y="60"/>
                </a:cubicBezTo>
                <a:cubicBezTo>
                  <a:pt x="21" y="60"/>
                  <a:pt x="21" y="60"/>
                  <a:pt x="21" y="60"/>
                </a:cubicBezTo>
                <a:lnTo>
                  <a:pt x="21" y="55"/>
                </a:lnTo>
                <a:close/>
                <a:moveTo>
                  <a:pt x="26" y="23"/>
                </a:moveTo>
                <a:cubicBezTo>
                  <a:pt x="26" y="27"/>
                  <a:pt x="29" y="30"/>
                  <a:pt x="33" y="30"/>
                </a:cubicBezTo>
                <a:cubicBezTo>
                  <a:pt x="37" y="30"/>
                  <a:pt x="41" y="27"/>
                  <a:pt x="41" y="23"/>
                </a:cubicBezTo>
                <a:cubicBezTo>
                  <a:pt x="41" y="18"/>
                  <a:pt x="37" y="15"/>
                  <a:pt x="33" y="15"/>
                </a:cubicBezTo>
                <a:cubicBezTo>
                  <a:pt x="29" y="15"/>
                  <a:pt x="26" y="18"/>
                  <a:pt x="26" y="23"/>
                </a:cubicBezTo>
                <a:close/>
                <a:moveTo>
                  <a:pt x="38" y="30"/>
                </a:moveTo>
                <a:cubicBezTo>
                  <a:pt x="28" y="30"/>
                  <a:pt x="28" y="30"/>
                  <a:pt x="28" y="30"/>
                </a:cubicBezTo>
                <a:cubicBezTo>
                  <a:pt x="24" y="30"/>
                  <a:pt x="21" y="32"/>
                  <a:pt x="21" y="35"/>
                </a:cubicBezTo>
                <a:cubicBezTo>
                  <a:pt x="21" y="40"/>
                  <a:pt x="21" y="40"/>
                  <a:pt x="21" y="40"/>
                </a:cubicBezTo>
                <a:cubicBezTo>
                  <a:pt x="46" y="40"/>
                  <a:pt x="46" y="40"/>
                  <a:pt x="46" y="40"/>
                </a:cubicBezTo>
                <a:cubicBezTo>
                  <a:pt x="46" y="35"/>
                  <a:pt x="46" y="35"/>
                  <a:pt x="46" y="35"/>
                </a:cubicBezTo>
                <a:cubicBezTo>
                  <a:pt x="46" y="32"/>
                  <a:pt x="42" y="30"/>
                  <a:pt x="38" y="3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9" name="Freeform 117"/>
          <p:cNvSpPr>
            <a:spLocks noEditPoints="1"/>
          </p:cNvSpPr>
          <p:nvPr/>
        </p:nvSpPr>
        <p:spPr bwMode="auto">
          <a:xfrm>
            <a:off x="6207648" y="3737663"/>
            <a:ext cx="197242" cy="197241"/>
          </a:xfrm>
          <a:custGeom>
            <a:avLst/>
            <a:gdLst>
              <a:gd name="T0" fmla="*/ 67 w 127"/>
              <a:gd name="T1" fmla="*/ 0 h 127"/>
              <a:gd name="T2" fmla="*/ 55 w 127"/>
              <a:gd name="T3" fmla="*/ 11 h 127"/>
              <a:gd name="T4" fmla="*/ 67 w 127"/>
              <a:gd name="T5" fmla="*/ 24 h 127"/>
              <a:gd name="T6" fmla="*/ 39 w 127"/>
              <a:gd name="T7" fmla="*/ 55 h 127"/>
              <a:gd name="T8" fmla="*/ 11 w 127"/>
              <a:gd name="T9" fmla="*/ 55 h 127"/>
              <a:gd name="T10" fmla="*/ 34 w 127"/>
              <a:gd name="T11" fmla="*/ 77 h 127"/>
              <a:gd name="T12" fmla="*/ 0 w 127"/>
              <a:gd name="T13" fmla="*/ 122 h 127"/>
              <a:gd name="T14" fmla="*/ 0 w 127"/>
              <a:gd name="T15" fmla="*/ 127 h 127"/>
              <a:gd name="T16" fmla="*/ 4 w 127"/>
              <a:gd name="T17" fmla="*/ 127 h 127"/>
              <a:gd name="T18" fmla="*/ 49 w 127"/>
              <a:gd name="T19" fmla="*/ 93 h 127"/>
              <a:gd name="T20" fmla="*/ 71 w 127"/>
              <a:gd name="T21" fmla="*/ 114 h 127"/>
              <a:gd name="T22" fmla="*/ 71 w 127"/>
              <a:gd name="T23" fmla="*/ 86 h 127"/>
              <a:gd name="T24" fmla="*/ 102 w 127"/>
              <a:gd name="T25" fmla="*/ 59 h 127"/>
              <a:gd name="T26" fmla="*/ 114 w 127"/>
              <a:gd name="T27" fmla="*/ 72 h 127"/>
              <a:gd name="T28" fmla="*/ 127 w 127"/>
              <a:gd name="T29" fmla="*/ 59 h 127"/>
              <a:gd name="T30" fmla="*/ 67 w 127"/>
              <a:gd name="T31" fmla="*/ 0 h 127"/>
              <a:gd name="T32" fmla="*/ 55 w 127"/>
              <a:gd name="T33" fmla="*/ 67 h 127"/>
              <a:gd name="T34" fmla="*/ 47 w 127"/>
              <a:gd name="T35" fmla="*/ 59 h 127"/>
              <a:gd name="T36" fmla="*/ 75 w 127"/>
              <a:gd name="T37" fmla="*/ 31 h 127"/>
              <a:gd name="T38" fmla="*/ 83 w 127"/>
              <a:gd name="T39" fmla="*/ 39 h 127"/>
              <a:gd name="T40" fmla="*/ 55 w 127"/>
              <a:gd name="T41" fmla="*/ 6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127">
                <a:moveTo>
                  <a:pt x="67" y="0"/>
                </a:moveTo>
                <a:lnTo>
                  <a:pt x="55" y="11"/>
                </a:lnTo>
                <a:lnTo>
                  <a:pt x="67" y="24"/>
                </a:lnTo>
                <a:lnTo>
                  <a:pt x="39" y="55"/>
                </a:lnTo>
                <a:lnTo>
                  <a:pt x="11" y="55"/>
                </a:lnTo>
                <a:lnTo>
                  <a:pt x="34" y="77"/>
                </a:lnTo>
                <a:lnTo>
                  <a:pt x="0" y="122"/>
                </a:lnTo>
                <a:lnTo>
                  <a:pt x="0" y="127"/>
                </a:lnTo>
                <a:lnTo>
                  <a:pt x="4" y="127"/>
                </a:lnTo>
                <a:lnTo>
                  <a:pt x="49" y="93"/>
                </a:lnTo>
                <a:lnTo>
                  <a:pt x="71" y="114"/>
                </a:lnTo>
                <a:lnTo>
                  <a:pt x="71" y="86"/>
                </a:lnTo>
                <a:lnTo>
                  <a:pt x="102" y="59"/>
                </a:lnTo>
                <a:lnTo>
                  <a:pt x="114" y="72"/>
                </a:lnTo>
                <a:lnTo>
                  <a:pt x="127" y="59"/>
                </a:lnTo>
                <a:lnTo>
                  <a:pt x="67" y="0"/>
                </a:lnTo>
                <a:close/>
                <a:moveTo>
                  <a:pt x="55" y="67"/>
                </a:moveTo>
                <a:lnTo>
                  <a:pt x="47" y="59"/>
                </a:lnTo>
                <a:lnTo>
                  <a:pt x="75" y="31"/>
                </a:lnTo>
                <a:lnTo>
                  <a:pt x="83" y="39"/>
                </a:lnTo>
                <a:lnTo>
                  <a:pt x="55" y="67"/>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0" name="Freeform 123"/>
          <p:cNvSpPr>
            <a:spLocks noEditPoints="1"/>
          </p:cNvSpPr>
          <p:nvPr/>
        </p:nvSpPr>
        <p:spPr bwMode="auto">
          <a:xfrm>
            <a:off x="5354906" y="2458787"/>
            <a:ext cx="243835" cy="256259"/>
          </a:xfrm>
          <a:custGeom>
            <a:avLst/>
            <a:gdLst>
              <a:gd name="T0" fmla="*/ 41 w 96"/>
              <a:gd name="T1" fmla="*/ 6 h 101"/>
              <a:gd name="T2" fmla="*/ 42 w 96"/>
              <a:gd name="T3" fmla="*/ 2 h 101"/>
              <a:gd name="T4" fmla="*/ 36 w 96"/>
              <a:gd name="T5" fmla="*/ 0 h 101"/>
              <a:gd name="T6" fmla="*/ 35 w 96"/>
              <a:gd name="T7" fmla="*/ 7 h 101"/>
              <a:gd name="T8" fmla="*/ 0 w 96"/>
              <a:gd name="T9" fmla="*/ 54 h 101"/>
              <a:gd name="T10" fmla="*/ 96 w 96"/>
              <a:gd name="T11" fmla="*/ 54 h 101"/>
              <a:gd name="T12" fmla="*/ 33 w 96"/>
              <a:gd name="T13" fmla="*/ 4 h 101"/>
              <a:gd name="T14" fmla="*/ 38 w 96"/>
              <a:gd name="T15" fmla="*/ 1 h 101"/>
              <a:gd name="T16" fmla="*/ 40 w 96"/>
              <a:gd name="T17" fmla="*/ 5 h 101"/>
              <a:gd name="T18" fmla="*/ 35 w 96"/>
              <a:gd name="T19" fmla="*/ 6 h 101"/>
              <a:gd name="T20" fmla="*/ 73 w 96"/>
              <a:gd name="T21" fmla="*/ 79 h 101"/>
              <a:gd name="T22" fmla="*/ 54 w 96"/>
              <a:gd name="T23" fmla="*/ 81 h 101"/>
              <a:gd name="T24" fmla="*/ 48 w 96"/>
              <a:gd name="T25" fmla="*/ 90 h 101"/>
              <a:gd name="T26" fmla="*/ 13 w 96"/>
              <a:gd name="T27" fmla="*/ 64 h 101"/>
              <a:gd name="T28" fmla="*/ 12 w 96"/>
              <a:gd name="T29" fmla="*/ 58 h 101"/>
              <a:gd name="T30" fmla="*/ 22 w 96"/>
              <a:gd name="T31" fmla="*/ 28 h 101"/>
              <a:gd name="T32" fmla="*/ 42 w 96"/>
              <a:gd name="T33" fmla="*/ 26 h 101"/>
              <a:gd name="T34" fmla="*/ 48 w 96"/>
              <a:gd name="T35" fmla="*/ 17 h 101"/>
              <a:gd name="T36" fmla="*/ 83 w 96"/>
              <a:gd name="T37" fmla="*/ 43 h 101"/>
              <a:gd name="T38" fmla="*/ 84 w 96"/>
              <a:gd name="T39" fmla="*/ 49 h 101"/>
              <a:gd name="T40" fmla="*/ 73 w 96"/>
              <a:gd name="T41" fmla="*/ 79 h 101"/>
              <a:gd name="T42" fmla="*/ 53 w 96"/>
              <a:gd name="T43" fmla="*/ 44 h 101"/>
              <a:gd name="T44" fmla="*/ 43 w 96"/>
              <a:gd name="T45" fmla="*/ 32 h 101"/>
              <a:gd name="T46" fmla="*/ 40 w 96"/>
              <a:gd name="T47" fmla="*/ 46 h 101"/>
              <a:gd name="T48" fmla="*/ 38 w 96"/>
              <a:gd name="T49" fmla="*/ 49 h 101"/>
              <a:gd name="T50" fmla="*/ 26 w 96"/>
              <a:gd name="T51" fmla="*/ 58 h 101"/>
              <a:gd name="T52" fmla="*/ 38 w 96"/>
              <a:gd name="T53" fmla="*/ 59 h 101"/>
              <a:gd name="T54" fmla="*/ 43 w 96"/>
              <a:gd name="T55" fmla="*/ 63 h 101"/>
              <a:gd name="T56" fmla="*/ 53 w 96"/>
              <a:gd name="T57" fmla="*/ 75 h 101"/>
              <a:gd name="T58" fmla="*/ 56 w 96"/>
              <a:gd name="T59" fmla="*/ 61 h 101"/>
              <a:gd name="T60" fmla="*/ 58 w 96"/>
              <a:gd name="T61" fmla="*/ 58 h 101"/>
              <a:gd name="T62" fmla="*/ 70 w 96"/>
              <a:gd name="T63" fmla="*/ 49 h 101"/>
              <a:gd name="T64" fmla="*/ 58 w 96"/>
              <a:gd name="T65" fmla="*/ 48 h 101"/>
              <a:gd name="T66" fmla="*/ 48 w 96"/>
              <a:gd name="T67" fmla="*/ 44 h 101"/>
              <a:gd name="T68" fmla="*/ 48 w 96"/>
              <a:gd name="T69" fmla="*/ 44 h 101"/>
              <a:gd name="T70" fmla="*/ 48 w 96"/>
              <a:gd name="T71" fmla="*/ 44 h 101"/>
              <a:gd name="T72" fmla="*/ 49 w 96"/>
              <a:gd name="T73" fmla="*/ 44 h 101"/>
              <a:gd name="T74" fmla="*/ 52 w 96"/>
              <a:gd name="T75" fmla="*/ 45 h 101"/>
              <a:gd name="T76" fmla="*/ 39 w 96"/>
              <a:gd name="T77" fmla="*/ 57 h 101"/>
              <a:gd name="T78" fmla="*/ 46 w 96"/>
              <a:gd name="T79" fmla="*/ 44 h 101"/>
              <a:gd name="T80" fmla="*/ 53 w 96"/>
              <a:gd name="T81" fmla="*/ 62 h 101"/>
              <a:gd name="T82" fmla="*/ 50 w 96"/>
              <a:gd name="T83" fmla="*/ 63 h 101"/>
              <a:gd name="T84" fmla="*/ 47 w 96"/>
              <a:gd name="T85" fmla="*/ 63 h 101"/>
              <a:gd name="T86" fmla="*/ 47 w 96"/>
              <a:gd name="T87" fmla="*/ 63 h 101"/>
              <a:gd name="T88" fmla="*/ 51 w 96"/>
              <a:gd name="T89" fmla="*/ 57 h 101"/>
              <a:gd name="T90" fmla="*/ 57 w 96"/>
              <a:gd name="T91" fmla="*/ 5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 h="101">
                <a:moveTo>
                  <a:pt x="48" y="6"/>
                </a:moveTo>
                <a:cubicBezTo>
                  <a:pt x="46" y="6"/>
                  <a:pt x="43" y="6"/>
                  <a:pt x="41" y="6"/>
                </a:cubicBezTo>
                <a:cubicBezTo>
                  <a:pt x="41" y="6"/>
                  <a:pt x="41" y="6"/>
                  <a:pt x="41" y="6"/>
                </a:cubicBezTo>
                <a:cubicBezTo>
                  <a:pt x="42" y="5"/>
                  <a:pt x="43" y="4"/>
                  <a:pt x="42" y="2"/>
                </a:cubicBezTo>
                <a:cubicBezTo>
                  <a:pt x="42" y="1"/>
                  <a:pt x="40" y="0"/>
                  <a:pt x="38" y="0"/>
                </a:cubicBezTo>
                <a:cubicBezTo>
                  <a:pt x="37" y="0"/>
                  <a:pt x="37" y="0"/>
                  <a:pt x="36" y="0"/>
                </a:cubicBezTo>
                <a:cubicBezTo>
                  <a:pt x="33" y="0"/>
                  <a:pt x="31" y="3"/>
                  <a:pt x="32" y="5"/>
                </a:cubicBezTo>
                <a:cubicBezTo>
                  <a:pt x="32" y="6"/>
                  <a:pt x="33" y="7"/>
                  <a:pt x="35" y="7"/>
                </a:cubicBezTo>
                <a:cubicBezTo>
                  <a:pt x="35" y="8"/>
                  <a:pt x="35" y="8"/>
                  <a:pt x="35" y="8"/>
                </a:cubicBezTo>
                <a:cubicBezTo>
                  <a:pt x="15" y="13"/>
                  <a:pt x="0" y="32"/>
                  <a:pt x="0" y="54"/>
                </a:cubicBezTo>
                <a:cubicBezTo>
                  <a:pt x="0" y="80"/>
                  <a:pt x="22" y="101"/>
                  <a:pt x="48" y="101"/>
                </a:cubicBezTo>
                <a:cubicBezTo>
                  <a:pt x="74" y="101"/>
                  <a:pt x="96" y="80"/>
                  <a:pt x="96" y="54"/>
                </a:cubicBezTo>
                <a:cubicBezTo>
                  <a:pt x="96" y="27"/>
                  <a:pt x="74" y="6"/>
                  <a:pt x="48" y="6"/>
                </a:cubicBezTo>
                <a:close/>
                <a:moveTo>
                  <a:pt x="33" y="4"/>
                </a:moveTo>
                <a:cubicBezTo>
                  <a:pt x="33" y="3"/>
                  <a:pt x="35" y="2"/>
                  <a:pt x="37" y="1"/>
                </a:cubicBezTo>
                <a:cubicBezTo>
                  <a:pt x="37" y="1"/>
                  <a:pt x="37" y="1"/>
                  <a:pt x="38" y="1"/>
                </a:cubicBezTo>
                <a:cubicBezTo>
                  <a:pt x="39" y="1"/>
                  <a:pt x="41" y="2"/>
                  <a:pt x="41" y="3"/>
                </a:cubicBezTo>
                <a:cubicBezTo>
                  <a:pt x="41" y="4"/>
                  <a:pt x="41" y="4"/>
                  <a:pt x="40" y="5"/>
                </a:cubicBezTo>
                <a:cubicBezTo>
                  <a:pt x="39" y="4"/>
                  <a:pt x="38" y="4"/>
                  <a:pt x="37" y="4"/>
                </a:cubicBezTo>
                <a:cubicBezTo>
                  <a:pt x="36" y="5"/>
                  <a:pt x="36" y="5"/>
                  <a:pt x="35" y="6"/>
                </a:cubicBezTo>
                <a:cubicBezTo>
                  <a:pt x="34" y="6"/>
                  <a:pt x="33" y="5"/>
                  <a:pt x="33" y="4"/>
                </a:cubicBezTo>
                <a:close/>
                <a:moveTo>
                  <a:pt x="73" y="79"/>
                </a:moveTo>
                <a:cubicBezTo>
                  <a:pt x="69" y="84"/>
                  <a:pt x="64" y="87"/>
                  <a:pt x="58" y="88"/>
                </a:cubicBezTo>
                <a:cubicBezTo>
                  <a:pt x="54" y="81"/>
                  <a:pt x="54" y="81"/>
                  <a:pt x="54" y="81"/>
                </a:cubicBezTo>
                <a:cubicBezTo>
                  <a:pt x="53" y="89"/>
                  <a:pt x="53" y="89"/>
                  <a:pt x="53" y="89"/>
                </a:cubicBezTo>
                <a:cubicBezTo>
                  <a:pt x="51" y="90"/>
                  <a:pt x="50" y="90"/>
                  <a:pt x="48" y="90"/>
                </a:cubicBezTo>
                <a:cubicBezTo>
                  <a:pt x="38" y="90"/>
                  <a:pt x="29" y="86"/>
                  <a:pt x="22" y="79"/>
                </a:cubicBezTo>
                <a:cubicBezTo>
                  <a:pt x="18" y="75"/>
                  <a:pt x="15" y="70"/>
                  <a:pt x="13" y="64"/>
                </a:cubicBezTo>
                <a:cubicBezTo>
                  <a:pt x="20" y="60"/>
                  <a:pt x="20" y="60"/>
                  <a:pt x="20" y="60"/>
                </a:cubicBezTo>
                <a:cubicBezTo>
                  <a:pt x="12" y="58"/>
                  <a:pt x="12" y="58"/>
                  <a:pt x="12" y="58"/>
                </a:cubicBezTo>
                <a:cubicBezTo>
                  <a:pt x="12" y="57"/>
                  <a:pt x="12" y="55"/>
                  <a:pt x="12" y="54"/>
                </a:cubicBezTo>
                <a:cubicBezTo>
                  <a:pt x="12" y="44"/>
                  <a:pt x="15" y="35"/>
                  <a:pt x="22" y="28"/>
                </a:cubicBezTo>
                <a:cubicBezTo>
                  <a:pt x="27" y="24"/>
                  <a:pt x="32" y="21"/>
                  <a:pt x="38" y="19"/>
                </a:cubicBezTo>
                <a:cubicBezTo>
                  <a:pt x="42" y="26"/>
                  <a:pt x="42" y="26"/>
                  <a:pt x="42" y="26"/>
                </a:cubicBezTo>
                <a:cubicBezTo>
                  <a:pt x="43" y="18"/>
                  <a:pt x="43" y="18"/>
                  <a:pt x="43" y="18"/>
                </a:cubicBezTo>
                <a:cubicBezTo>
                  <a:pt x="45" y="18"/>
                  <a:pt x="46" y="17"/>
                  <a:pt x="48" y="17"/>
                </a:cubicBezTo>
                <a:cubicBezTo>
                  <a:pt x="58" y="17"/>
                  <a:pt x="67" y="21"/>
                  <a:pt x="73" y="28"/>
                </a:cubicBezTo>
                <a:cubicBezTo>
                  <a:pt x="78" y="32"/>
                  <a:pt x="81" y="38"/>
                  <a:pt x="83" y="43"/>
                </a:cubicBezTo>
                <a:cubicBezTo>
                  <a:pt x="76" y="48"/>
                  <a:pt x="76" y="48"/>
                  <a:pt x="76" y="48"/>
                </a:cubicBezTo>
                <a:cubicBezTo>
                  <a:pt x="84" y="49"/>
                  <a:pt x="84" y="49"/>
                  <a:pt x="84" y="49"/>
                </a:cubicBezTo>
                <a:cubicBezTo>
                  <a:pt x="84" y="50"/>
                  <a:pt x="84" y="52"/>
                  <a:pt x="84" y="54"/>
                </a:cubicBezTo>
                <a:cubicBezTo>
                  <a:pt x="84" y="63"/>
                  <a:pt x="80" y="72"/>
                  <a:pt x="73" y="79"/>
                </a:cubicBezTo>
                <a:close/>
                <a:moveTo>
                  <a:pt x="73" y="29"/>
                </a:moveTo>
                <a:cubicBezTo>
                  <a:pt x="53" y="44"/>
                  <a:pt x="53" y="44"/>
                  <a:pt x="53" y="44"/>
                </a:cubicBezTo>
                <a:cubicBezTo>
                  <a:pt x="52" y="43"/>
                  <a:pt x="50" y="43"/>
                  <a:pt x="48" y="42"/>
                </a:cubicBezTo>
                <a:cubicBezTo>
                  <a:pt x="43" y="32"/>
                  <a:pt x="43" y="32"/>
                  <a:pt x="43" y="32"/>
                </a:cubicBezTo>
                <a:cubicBezTo>
                  <a:pt x="43" y="44"/>
                  <a:pt x="43" y="44"/>
                  <a:pt x="43" y="44"/>
                </a:cubicBezTo>
                <a:cubicBezTo>
                  <a:pt x="42" y="44"/>
                  <a:pt x="40" y="45"/>
                  <a:pt x="40" y="46"/>
                </a:cubicBezTo>
                <a:cubicBezTo>
                  <a:pt x="33" y="44"/>
                  <a:pt x="33" y="44"/>
                  <a:pt x="33" y="44"/>
                </a:cubicBezTo>
                <a:cubicBezTo>
                  <a:pt x="38" y="49"/>
                  <a:pt x="38" y="49"/>
                  <a:pt x="38" y="49"/>
                </a:cubicBezTo>
                <a:cubicBezTo>
                  <a:pt x="37" y="50"/>
                  <a:pt x="37" y="52"/>
                  <a:pt x="37" y="53"/>
                </a:cubicBezTo>
                <a:cubicBezTo>
                  <a:pt x="26" y="58"/>
                  <a:pt x="26" y="58"/>
                  <a:pt x="26" y="58"/>
                </a:cubicBezTo>
                <a:cubicBezTo>
                  <a:pt x="38" y="59"/>
                  <a:pt x="38" y="59"/>
                  <a:pt x="38" y="59"/>
                </a:cubicBezTo>
                <a:cubicBezTo>
                  <a:pt x="38" y="59"/>
                  <a:pt x="38" y="59"/>
                  <a:pt x="38" y="59"/>
                </a:cubicBezTo>
                <a:cubicBezTo>
                  <a:pt x="23" y="78"/>
                  <a:pt x="23" y="78"/>
                  <a:pt x="23" y="78"/>
                </a:cubicBezTo>
                <a:cubicBezTo>
                  <a:pt x="43" y="63"/>
                  <a:pt x="43" y="63"/>
                  <a:pt x="43" y="63"/>
                </a:cubicBezTo>
                <a:cubicBezTo>
                  <a:pt x="44" y="64"/>
                  <a:pt x="46" y="65"/>
                  <a:pt x="47" y="65"/>
                </a:cubicBezTo>
                <a:cubicBezTo>
                  <a:pt x="53" y="75"/>
                  <a:pt x="53" y="75"/>
                  <a:pt x="53" y="75"/>
                </a:cubicBezTo>
                <a:cubicBezTo>
                  <a:pt x="53" y="64"/>
                  <a:pt x="53" y="64"/>
                  <a:pt x="53" y="64"/>
                </a:cubicBezTo>
                <a:cubicBezTo>
                  <a:pt x="54" y="63"/>
                  <a:pt x="55" y="62"/>
                  <a:pt x="56" y="61"/>
                </a:cubicBezTo>
                <a:cubicBezTo>
                  <a:pt x="63" y="63"/>
                  <a:pt x="63" y="63"/>
                  <a:pt x="63" y="63"/>
                </a:cubicBezTo>
                <a:cubicBezTo>
                  <a:pt x="58" y="58"/>
                  <a:pt x="58" y="58"/>
                  <a:pt x="58" y="58"/>
                </a:cubicBezTo>
                <a:cubicBezTo>
                  <a:pt x="59" y="57"/>
                  <a:pt x="59" y="56"/>
                  <a:pt x="59" y="54"/>
                </a:cubicBezTo>
                <a:cubicBezTo>
                  <a:pt x="70" y="49"/>
                  <a:pt x="70" y="49"/>
                  <a:pt x="70" y="49"/>
                </a:cubicBezTo>
                <a:cubicBezTo>
                  <a:pt x="58" y="49"/>
                  <a:pt x="58" y="49"/>
                  <a:pt x="58" y="49"/>
                </a:cubicBezTo>
                <a:cubicBezTo>
                  <a:pt x="58" y="49"/>
                  <a:pt x="58" y="49"/>
                  <a:pt x="58" y="48"/>
                </a:cubicBezTo>
                <a:lnTo>
                  <a:pt x="73" y="29"/>
                </a:lnTo>
                <a:close/>
                <a:moveTo>
                  <a:pt x="48" y="44"/>
                </a:moveTo>
                <a:cubicBezTo>
                  <a:pt x="48" y="44"/>
                  <a:pt x="48" y="44"/>
                  <a:pt x="48" y="44"/>
                </a:cubicBezTo>
                <a:cubicBezTo>
                  <a:pt x="48" y="44"/>
                  <a:pt x="48" y="44"/>
                  <a:pt x="48" y="44"/>
                </a:cubicBezTo>
                <a:close/>
                <a:moveTo>
                  <a:pt x="46" y="44"/>
                </a:moveTo>
                <a:cubicBezTo>
                  <a:pt x="47" y="44"/>
                  <a:pt x="47" y="44"/>
                  <a:pt x="48" y="44"/>
                </a:cubicBezTo>
                <a:cubicBezTo>
                  <a:pt x="48" y="44"/>
                  <a:pt x="49" y="44"/>
                  <a:pt x="49" y="44"/>
                </a:cubicBezTo>
                <a:cubicBezTo>
                  <a:pt x="49" y="44"/>
                  <a:pt x="49" y="44"/>
                  <a:pt x="49" y="44"/>
                </a:cubicBezTo>
                <a:cubicBezTo>
                  <a:pt x="49" y="44"/>
                  <a:pt x="49" y="44"/>
                  <a:pt x="49" y="44"/>
                </a:cubicBezTo>
                <a:cubicBezTo>
                  <a:pt x="50" y="44"/>
                  <a:pt x="51" y="44"/>
                  <a:pt x="52" y="45"/>
                </a:cubicBezTo>
                <a:cubicBezTo>
                  <a:pt x="45" y="50"/>
                  <a:pt x="45" y="50"/>
                  <a:pt x="45" y="50"/>
                </a:cubicBezTo>
                <a:cubicBezTo>
                  <a:pt x="39" y="57"/>
                  <a:pt x="39" y="57"/>
                  <a:pt x="39" y="57"/>
                </a:cubicBezTo>
                <a:cubicBezTo>
                  <a:pt x="39" y="57"/>
                  <a:pt x="39" y="56"/>
                  <a:pt x="39" y="56"/>
                </a:cubicBezTo>
                <a:cubicBezTo>
                  <a:pt x="37" y="50"/>
                  <a:pt x="41" y="45"/>
                  <a:pt x="46" y="44"/>
                </a:cubicBezTo>
                <a:close/>
                <a:moveTo>
                  <a:pt x="53" y="62"/>
                </a:moveTo>
                <a:cubicBezTo>
                  <a:pt x="53" y="62"/>
                  <a:pt x="53" y="62"/>
                  <a:pt x="53" y="62"/>
                </a:cubicBezTo>
                <a:cubicBezTo>
                  <a:pt x="53" y="62"/>
                  <a:pt x="53" y="62"/>
                  <a:pt x="53" y="62"/>
                </a:cubicBezTo>
                <a:cubicBezTo>
                  <a:pt x="52" y="62"/>
                  <a:pt x="51" y="63"/>
                  <a:pt x="50" y="63"/>
                </a:cubicBezTo>
                <a:cubicBezTo>
                  <a:pt x="49" y="63"/>
                  <a:pt x="49" y="63"/>
                  <a:pt x="48" y="63"/>
                </a:cubicBezTo>
                <a:cubicBezTo>
                  <a:pt x="47" y="63"/>
                  <a:pt x="47" y="63"/>
                  <a:pt x="47" y="63"/>
                </a:cubicBezTo>
                <a:cubicBezTo>
                  <a:pt x="47" y="63"/>
                  <a:pt x="47" y="63"/>
                  <a:pt x="47" y="63"/>
                </a:cubicBezTo>
                <a:cubicBezTo>
                  <a:pt x="47" y="63"/>
                  <a:pt x="47" y="63"/>
                  <a:pt x="47" y="63"/>
                </a:cubicBezTo>
                <a:cubicBezTo>
                  <a:pt x="46" y="63"/>
                  <a:pt x="45" y="63"/>
                  <a:pt x="44" y="62"/>
                </a:cubicBezTo>
                <a:cubicBezTo>
                  <a:pt x="51" y="57"/>
                  <a:pt x="51" y="57"/>
                  <a:pt x="51" y="57"/>
                </a:cubicBezTo>
                <a:cubicBezTo>
                  <a:pt x="57" y="50"/>
                  <a:pt x="57" y="50"/>
                  <a:pt x="57" y="50"/>
                </a:cubicBezTo>
                <a:cubicBezTo>
                  <a:pt x="57" y="50"/>
                  <a:pt x="57" y="51"/>
                  <a:pt x="57" y="52"/>
                </a:cubicBezTo>
                <a:cubicBezTo>
                  <a:pt x="58" y="56"/>
                  <a:pt x="56" y="60"/>
                  <a:pt x="53" y="62"/>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128"/>
          <p:cNvSpPr>
            <a:spLocks noEditPoints="1"/>
          </p:cNvSpPr>
          <p:nvPr/>
        </p:nvSpPr>
        <p:spPr bwMode="auto">
          <a:xfrm>
            <a:off x="5940546" y="2656048"/>
            <a:ext cx="330808" cy="332360"/>
          </a:xfrm>
          <a:custGeom>
            <a:avLst/>
            <a:gdLst>
              <a:gd name="T0" fmla="*/ 65 w 130"/>
              <a:gd name="T1" fmla="*/ 0 h 131"/>
              <a:gd name="T2" fmla="*/ 0 w 130"/>
              <a:gd name="T3" fmla="*/ 65 h 131"/>
              <a:gd name="T4" fmla="*/ 65 w 130"/>
              <a:gd name="T5" fmla="*/ 131 h 131"/>
              <a:gd name="T6" fmla="*/ 130 w 130"/>
              <a:gd name="T7" fmla="*/ 65 h 131"/>
              <a:gd name="T8" fmla="*/ 65 w 130"/>
              <a:gd name="T9" fmla="*/ 0 h 131"/>
              <a:gd name="T10" fmla="*/ 65 w 130"/>
              <a:gd name="T11" fmla="*/ 114 h 131"/>
              <a:gd name="T12" fmla="*/ 16 w 130"/>
              <a:gd name="T13" fmla="*/ 65 h 131"/>
              <a:gd name="T14" fmla="*/ 65 w 130"/>
              <a:gd name="T15" fmla="*/ 17 h 131"/>
              <a:gd name="T16" fmla="*/ 114 w 130"/>
              <a:gd name="T17" fmla="*/ 65 h 131"/>
              <a:gd name="T18" fmla="*/ 65 w 130"/>
              <a:gd name="T19" fmla="*/ 114 h 131"/>
              <a:gd name="T20" fmla="*/ 40 w 130"/>
              <a:gd name="T21" fmla="*/ 65 h 131"/>
              <a:gd name="T22" fmla="*/ 65 w 130"/>
              <a:gd name="T23" fmla="*/ 90 h 131"/>
              <a:gd name="T24" fmla="*/ 89 w 130"/>
              <a:gd name="T25" fmla="*/ 65 h 131"/>
              <a:gd name="T26" fmla="*/ 65 w 130"/>
              <a:gd name="T27" fmla="*/ 41 h 131"/>
              <a:gd name="T28" fmla="*/ 40 w 130"/>
              <a:gd name="T29" fmla="*/ 6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0" h="131">
                <a:moveTo>
                  <a:pt x="65" y="0"/>
                </a:moveTo>
                <a:cubicBezTo>
                  <a:pt x="29" y="0"/>
                  <a:pt x="0" y="29"/>
                  <a:pt x="0" y="65"/>
                </a:cubicBezTo>
                <a:cubicBezTo>
                  <a:pt x="0" y="101"/>
                  <a:pt x="29" y="131"/>
                  <a:pt x="65" y="131"/>
                </a:cubicBezTo>
                <a:cubicBezTo>
                  <a:pt x="101" y="131"/>
                  <a:pt x="130" y="101"/>
                  <a:pt x="130" y="65"/>
                </a:cubicBezTo>
                <a:cubicBezTo>
                  <a:pt x="130" y="29"/>
                  <a:pt x="101" y="0"/>
                  <a:pt x="65" y="0"/>
                </a:cubicBezTo>
                <a:close/>
                <a:moveTo>
                  <a:pt x="65" y="114"/>
                </a:moveTo>
                <a:cubicBezTo>
                  <a:pt x="38" y="114"/>
                  <a:pt x="16" y="92"/>
                  <a:pt x="16" y="65"/>
                </a:cubicBezTo>
                <a:cubicBezTo>
                  <a:pt x="16" y="38"/>
                  <a:pt x="38" y="17"/>
                  <a:pt x="65" y="17"/>
                </a:cubicBezTo>
                <a:cubicBezTo>
                  <a:pt x="92" y="17"/>
                  <a:pt x="114" y="38"/>
                  <a:pt x="114" y="65"/>
                </a:cubicBezTo>
                <a:cubicBezTo>
                  <a:pt x="114" y="92"/>
                  <a:pt x="92" y="114"/>
                  <a:pt x="65" y="114"/>
                </a:cubicBezTo>
                <a:close/>
                <a:moveTo>
                  <a:pt x="40" y="65"/>
                </a:moveTo>
                <a:cubicBezTo>
                  <a:pt x="40" y="79"/>
                  <a:pt x="51" y="90"/>
                  <a:pt x="65" y="90"/>
                </a:cubicBezTo>
                <a:cubicBezTo>
                  <a:pt x="78" y="90"/>
                  <a:pt x="89" y="79"/>
                  <a:pt x="89" y="65"/>
                </a:cubicBezTo>
                <a:cubicBezTo>
                  <a:pt x="89" y="52"/>
                  <a:pt x="78" y="41"/>
                  <a:pt x="65" y="41"/>
                </a:cubicBezTo>
                <a:cubicBezTo>
                  <a:pt x="51" y="41"/>
                  <a:pt x="40" y="52"/>
                  <a:pt x="40" y="6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2" name="Freeform 130"/>
          <p:cNvSpPr>
            <a:spLocks noEditPoints="1"/>
          </p:cNvSpPr>
          <p:nvPr/>
        </p:nvSpPr>
        <p:spPr bwMode="auto">
          <a:xfrm>
            <a:off x="6454051" y="2574541"/>
            <a:ext cx="304405" cy="271790"/>
          </a:xfrm>
          <a:custGeom>
            <a:avLst/>
            <a:gdLst>
              <a:gd name="T0" fmla="*/ 50 w 120"/>
              <a:gd name="T1" fmla="*/ 0 h 107"/>
              <a:gd name="T2" fmla="*/ 50 w 120"/>
              <a:gd name="T3" fmla="*/ 0 h 107"/>
              <a:gd name="T4" fmla="*/ 100 w 120"/>
              <a:gd name="T5" fmla="*/ 41 h 107"/>
              <a:gd name="T6" fmla="*/ 50 w 120"/>
              <a:gd name="T7" fmla="*/ 81 h 107"/>
              <a:gd name="T8" fmla="*/ 42 w 120"/>
              <a:gd name="T9" fmla="*/ 81 h 107"/>
              <a:gd name="T10" fmla="*/ 7 w 120"/>
              <a:gd name="T11" fmla="*/ 93 h 107"/>
              <a:gd name="T12" fmla="*/ 7 w 120"/>
              <a:gd name="T13" fmla="*/ 91 h 107"/>
              <a:gd name="T14" fmla="*/ 19 w 120"/>
              <a:gd name="T15" fmla="*/ 75 h 107"/>
              <a:gd name="T16" fmla="*/ 19 w 120"/>
              <a:gd name="T17" fmla="*/ 72 h 107"/>
              <a:gd name="T18" fmla="*/ 0 w 120"/>
              <a:gd name="T19" fmla="*/ 41 h 107"/>
              <a:gd name="T20" fmla="*/ 50 w 120"/>
              <a:gd name="T21" fmla="*/ 0 h 107"/>
              <a:gd name="T22" fmla="*/ 104 w 120"/>
              <a:gd name="T23" fmla="*/ 91 h 107"/>
              <a:gd name="T24" fmla="*/ 113 w 120"/>
              <a:gd name="T25" fmla="*/ 104 h 107"/>
              <a:gd name="T26" fmla="*/ 113 w 120"/>
              <a:gd name="T27" fmla="*/ 107 h 107"/>
              <a:gd name="T28" fmla="*/ 83 w 120"/>
              <a:gd name="T29" fmla="*/ 96 h 107"/>
              <a:gd name="T30" fmla="*/ 77 w 120"/>
              <a:gd name="T31" fmla="*/ 96 h 107"/>
              <a:gd name="T32" fmla="*/ 50 w 120"/>
              <a:gd name="T33" fmla="*/ 89 h 107"/>
              <a:gd name="T34" fmla="*/ 90 w 120"/>
              <a:gd name="T35" fmla="*/ 75 h 107"/>
              <a:gd name="T36" fmla="*/ 103 w 120"/>
              <a:gd name="T37" fmla="*/ 60 h 107"/>
              <a:gd name="T38" fmla="*/ 108 w 120"/>
              <a:gd name="T39" fmla="*/ 41 h 107"/>
              <a:gd name="T40" fmla="*/ 108 w 120"/>
              <a:gd name="T41" fmla="*/ 37 h 107"/>
              <a:gd name="T42" fmla="*/ 120 w 120"/>
              <a:gd name="T43" fmla="*/ 62 h 107"/>
              <a:gd name="T44" fmla="*/ 104 w 120"/>
              <a:gd name="T45" fmla="*/ 88 h 107"/>
              <a:gd name="T46" fmla="*/ 104 w 120"/>
              <a:gd name="T47" fmla="*/ 9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107">
                <a:moveTo>
                  <a:pt x="50" y="0"/>
                </a:moveTo>
                <a:cubicBezTo>
                  <a:pt x="50" y="0"/>
                  <a:pt x="50" y="0"/>
                  <a:pt x="50" y="0"/>
                </a:cubicBezTo>
                <a:cubicBezTo>
                  <a:pt x="78" y="0"/>
                  <a:pt x="100" y="18"/>
                  <a:pt x="100" y="41"/>
                </a:cubicBezTo>
                <a:cubicBezTo>
                  <a:pt x="100" y="63"/>
                  <a:pt x="78" y="81"/>
                  <a:pt x="50" y="81"/>
                </a:cubicBezTo>
                <a:cubicBezTo>
                  <a:pt x="47" y="81"/>
                  <a:pt x="45" y="81"/>
                  <a:pt x="42" y="81"/>
                </a:cubicBezTo>
                <a:cubicBezTo>
                  <a:pt x="32" y="91"/>
                  <a:pt x="19" y="93"/>
                  <a:pt x="7" y="93"/>
                </a:cubicBezTo>
                <a:cubicBezTo>
                  <a:pt x="7" y="91"/>
                  <a:pt x="7" y="91"/>
                  <a:pt x="7" y="91"/>
                </a:cubicBezTo>
                <a:cubicBezTo>
                  <a:pt x="14" y="87"/>
                  <a:pt x="19" y="82"/>
                  <a:pt x="19" y="75"/>
                </a:cubicBezTo>
                <a:cubicBezTo>
                  <a:pt x="19" y="74"/>
                  <a:pt x="19" y="73"/>
                  <a:pt x="19" y="72"/>
                </a:cubicBezTo>
                <a:cubicBezTo>
                  <a:pt x="8" y="65"/>
                  <a:pt x="0" y="53"/>
                  <a:pt x="0" y="41"/>
                </a:cubicBezTo>
                <a:cubicBezTo>
                  <a:pt x="0" y="18"/>
                  <a:pt x="23" y="0"/>
                  <a:pt x="50" y="0"/>
                </a:cubicBezTo>
                <a:close/>
                <a:moveTo>
                  <a:pt x="104" y="91"/>
                </a:moveTo>
                <a:cubicBezTo>
                  <a:pt x="104" y="97"/>
                  <a:pt x="107" y="102"/>
                  <a:pt x="113" y="104"/>
                </a:cubicBezTo>
                <a:cubicBezTo>
                  <a:pt x="113" y="107"/>
                  <a:pt x="113" y="107"/>
                  <a:pt x="113" y="107"/>
                </a:cubicBezTo>
                <a:cubicBezTo>
                  <a:pt x="102" y="106"/>
                  <a:pt x="93" y="105"/>
                  <a:pt x="83" y="96"/>
                </a:cubicBezTo>
                <a:cubicBezTo>
                  <a:pt x="81" y="96"/>
                  <a:pt x="79" y="96"/>
                  <a:pt x="77" y="96"/>
                </a:cubicBezTo>
                <a:cubicBezTo>
                  <a:pt x="67" y="96"/>
                  <a:pt x="58" y="93"/>
                  <a:pt x="50" y="89"/>
                </a:cubicBezTo>
                <a:cubicBezTo>
                  <a:pt x="65" y="89"/>
                  <a:pt x="79" y="84"/>
                  <a:pt x="90" y="75"/>
                </a:cubicBezTo>
                <a:cubicBezTo>
                  <a:pt x="96" y="71"/>
                  <a:pt x="100" y="66"/>
                  <a:pt x="103" y="60"/>
                </a:cubicBezTo>
                <a:cubicBezTo>
                  <a:pt x="106" y="54"/>
                  <a:pt x="108" y="47"/>
                  <a:pt x="108" y="41"/>
                </a:cubicBezTo>
                <a:cubicBezTo>
                  <a:pt x="108" y="40"/>
                  <a:pt x="108" y="39"/>
                  <a:pt x="108" y="37"/>
                </a:cubicBezTo>
                <a:cubicBezTo>
                  <a:pt x="115" y="44"/>
                  <a:pt x="120" y="52"/>
                  <a:pt x="120" y="62"/>
                </a:cubicBezTo>
                <a:cubicBezTo>
                  <a:pt x="120" y="72"/>
                  <a:pt x="114" y="82"/>
                  <a:pt x="104" y="88"/>
                </a:cubicBezTo>
                <a:cubicBezTo>
                  <a:pt x="104" y="89"/>
                  <a:pt x="104" y="90"/>
                  <a:pt x="104" y="9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136"/>
          <p:cNvSpPr>
            <a:spLocks noEditPoints="1"/>
          </p:cNvSpPr>
          <p:nvPr/>
        </p:nvSpPr>
        <p:spPr bwMode="auto">
          <a:xfrm>
            <a:off x="5344661" y="2984895"/>
            <a:ext cx="181920" cy="180850"/>
          </a:xfrm>
          <a:custGeom>
            <a:avLst/>
            <a:gdLst>
              <a:gd name="T0" fmla="*/ 52 w 104"/>
              <a:gd name="T1" fmla="*/ 0 h 104"/>
              <a:gd name="T2" fmla="*/ 0 w 104"/>
              <a:gd name="T3" fmla="*/ 52 h 104"/>
              <a:gd name="T4" fmla="*/ 52 w 104"/>
              <a:gd name="T5" fmla="*/ 104 h 104"/>
              <a:gd name="T6" fmla="*/ 104 w 104"/>
              <a:gd name="T7" fmla="*/ 52 h 104"/>
              <a:gd name="T8" fmla="*/ 52 w 104"/>
              <a:gd name="T9" fmla="*/ 0 h 104"/>
              <a:gd name="T10" fmla="*/ 32 w 104"/>
              <a:gd name="T11" fmla="*/ 52 h 104"/>
              <a:gd name="T12" fmla="*/ 52 w 104"/>
              <a:gd name="T13" fmla="*/ 32 h 104"/>
              <a:gd name="T14" fmla="*/ 72 w 104"/>
              <a:gd name="T15" fmla="*/ 52 h 104"/>
              <a:gd name="T16" fmla="*/ 52 w 104"/>
              <a:gd name="T17" fmla="*/ 71 h 104"/>
              <a:gd name="T18" fmla="*/ 32 w 104"/>
              <a:gd name="T19" fmla="*/ 52 h 104"/>
              <a:gd name="T20" fmla="*/ 94 w 104"/>
              <a:gd name="T21" fmla="*/ 69 h 104"/>
              <a:gd name="T22" fmla="*/ 94 w 104"/>
              <a:gd name="T23" fmla="*/ 69 h 104"/>
              <a:gd name="T24" fmla="*/ 76 w 104"/>
              <a:gd name="T25" fmla="*/ 62 h 104"/>
              <a:gd name="T26" fmla="*/ 78 w 104"/>
              <a:gd name="T27" fmla="*/ 52 h 104"/>
              <a:gd name="T28" fmla="*/ 76 w 104"/>
              <a:gd name="T29" fmla="*/ 42 h 104"/>
              <a:gd name="T30" fmla="*/ 89 w 104"/>
              <a:gd name="T31" fmla="*/ 37 h 104"/>
              <a:gd name="T32" fmla="*/ 94 w 104"/>
              <a:gd name="T33" fmla="*/ 34 h 104"/>
              <a:gd name="T34" fmla="*/ 98 w 104"/>
              <a:gd name="T35" fmla="*/ 52 h 104"/>
              <a:gd name="T36" fmla="*/ 94 w 104"/>
              <a:gd name="T37" fmla="*/ 69 h 104"/>
              <a:gd name="T38" fmla="*/ 69 w 104"/>
              <a:gd name="T39" fmla="*/ 10 h 104"/>
              <a:gd name="T40" fmla="*/ 69 w 104"/>
              <a:gd name="T41" fmla="*/ 10 h 104"/>
              <a:gd name="T42" fmla="*/ 69 w 104"/>
              <a:gd name="T43" fmla="*/ 10 h 104"/>
              <a:gd name="T44" fmla="*/ 62 w 104"/>
              <a:gd name="T45" fmla="*/ 28 h 104"/>
              <a:gd name="T46" fmla="*/ 52 w 104"/>
              <a:gd name="T47" fmla="*/ 26 h 104"/>
              <a:gd name="T48" fmla="*/ 42 w 104"/>
              <a:gd name="T49" fmla="*/ 28 h 104"/>
              <a:gd name="T50" fmla="*/ 38 w 104"/>
              <a:gd name="T51" fmla="*/ 19 h 104"/>
              <a:gd name="T52" fmla="*/ 35 w 104"/>
              <a:gd name="T53" fmla="*/ 10 h 104"/>
              <a:gd name="T54" fmla="*/ 52 w 104"/>
              <a:gd name="T55" fmla="*/ 6 h 104"/>
              <a:gd name="T56" fmla="*/ 69 w 104"/>
              <a:gd name="T57" fmla="*/ 10 h 104"/>
              <a:gd name="T58" fmla="*/ 10 w 104"/>
              <a:gd name="T59" fmla="*/ 34 h 104"/>
              <a:gd name="T60" fmla="*/ 19 w 104"/>
              <a:gd name="T61" fmla="*/ 38 h 104"/>
              <a:gd name="T62" fmla="*/ 28 w 104"/>
              <a:gd name="T63" fmla="*/ 42 h 104"/>
              <a:gd name="T64" fmla="*/ 26 w 104"/>
              <a:gd name="T65" fmla="*/ 52 h 104"/>
              <a:gd name="T66" fmla="*/ 28 w 104"/>
              <a:gd name="T67" fmla="*/ 62 h 104"/>
              <a:gd name="T68" fmla="*/ 10 w 104"/>
              <a:gd name="T69" fmla="*/ 69 h 104"/>
              <a:gd name="T70" fmla="*/ 6 w 104"/>
              <a:gd name="T71" fmla="*/ 52 h 104"/>
              <a:gd name="T72" fmla="*/ 10 w 104"/>
              <a:gd name="T73" fmla="*/ 34 h 104"/>
              <a:gd name="T74" fmla="*/ 35 w 104"/>
              <a:gd name="T75" fmla="*/ 94 h 104"/>
              <a:gd name="T76" fmla="*/ 37 w 104"/>
              <a:gd name="T77" fmla="*/ 88 h 104"/>
              <a:gd name="T78" fmla="*/ 42 w 104"/>
              <a:gd name="T79" fmla="*/ 76 h 104"/>
              <a:gd name="T80" fmla="*/ 52 w 104"/>
              <a:gd name="T81" fmla="*/ 78 h 104"/>
              <a:gd name="T82" fmla="*/ 62 w 104"/>
              <a:gd name="T83" fmla="*/ 76 h 104"/>
              <a:gd name="T84" fmla="*/ 69 w 104"/>
              <a:gd name="T85" fmla="*/ 94 h 104"/>
              <a:gd name="T86" fmla="*/ 69 w 104"/>
              <a:gd name="T87" fmla="*/ 94 h 104"/>
              <a:gd name="T88" fmla="*/ 69 w 104"/>
              <a:gd name="T89" fmla="*/ 94 h 104"/>
              <a:gd name="T90" fmla="*/ 52 w 104"/>
              <a:gd name="T91" fmla="*/ 97 h 104"/>
              <a:gd name="T92" fmla="*/ 35 w 104"/>
              <a:gd name="T93" fmla="*/ 9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4" h="104">
                <a:moveTo>
                  <a:pt x="52" y="0"/>
                </a:moveTo>
                <a:cubicBezTo>
                  <a:pt x="23" y="0"/>
                  <a:pt x="0" y="23"/>
                  <a:pt x="0" y="52"/>
                </a:cubicBezTo>
                <a:cubicBezTo>
                  <a:pt x="0" y="81"/>
                  <a:pt x="23" y="104"/>
                  <a:pt x="52" y="104"/>
                </a:cubicBezTo>
                <a:cubicBezTo>
                  <a:pt x="81" y="104"/>
                  <a:pt x="104" y="81"/>
                  <a:pt x="104" y="52"/>
                </a:cubicBezTo>
                <a:cubicBezTo>
                  <a:pt x="104" y="23"/>
                  <a:pt x="81" y="0"/>
                  <a:pt x="52" y="0"/>
                </a:cubicBezTo>
                <a:close/>
                <a:moveTo>
                  <a:pt x="32" y="52"/>
                </a:moveTo>
                <a:cubicBezTo>
                  <a:pt x="32" y="41"/>
                  <a:pt x="41" y="32"/>
                  <a:pt x="52" y="32"/>
                </a:cubicBezTo>
                <a:cubicBezTo>
                  <a:pt x="63" y="32"/>
                  <a:pt x="72" y="41"/>
                  <a:pt x="72" y="52"/>
                </a:cubicBezTo>
                <a:cubicBezTo>
                  <a:pt x="72" y="63"/>
                  <a:pt x="63" y="71"/>
                  <a:pt x="52" y="71"/>
                </a:cubicBezTo>
                <a:cubicBezTo>
                  <a:pt x="41" y="71"/>
                  <a:pt x="32" y="63"/>
                  <a:pt x="32" y="52"/>
                </a:cubicBezTo>
                <a:close/>
                <a:moveTo>
                  <a:pt x="94" y="69"/>
                </a:moveTo>
                <a:cubicBezTo>
                  <a:pt x="94" y="69"/>
                  <a:pt x="94" y="69"/>
                  <a:pt x="94" y="69"/>
                </a:cubicBezTo>
                <a:cubicBezTo>
                  <a:pt x="76" y="62"/>
                  <a:pt x="76" y="62"/>
                  <a:pt x="76" y="62"/>
                </a:cubicBezTo>
                <a:cubicBezTo>
                  <a:pt x="77" y="59"/>
                  <a:pt x="78" y="55"/>
                  <a:pt x="78" y="52"/>
                </a:cubicBezTo>
                <a:cubicBezTo>
                  <a:pt x="78" y="48"/>
                  <a:pt x="77" y="45"/>
                  <a:pt x="76" y="42"/>
                </a:cubicBezTo>
                <a:cubicBezTo>
                  <a:pt x="89" y="37"/>
                  <a:pt x="89" y="37"/>
                  <a:pt x="89" y="37"/>
                </a:cubicBezTo>
                <a:cubicBezTo>
                  <a:pt x="94" y="34"/>
                  <a:pt x="94" y="34"/>
                  <a:pt x="94" y="34"/>
                </a:cubicBezTo>
                <a:cubicBezTo>
                  <a:pt x="96" y="40"/>
                  <a:pt x="98" y="46"/>
                  <a:pt x="98" y="52"/>
                </a:cubicBezTo>
                <a:cubicBezTo>
                  <a:pt x="98" y="58"/>
                  <a:pt x="96" y="64"/>
                  <a:pt x="94" y="69"/>
                </a:cubicBezTo>
                <a:close/>
                <a:moveTo>
                  <a:pt x="69" y="10"/>
                </a:moveTo>
                <a:cubicBezTo>
                  <a:pt x="69" y="10"/>
                  <a:pt x="69" y="10"/>
                  <a:pt x="69" y="10"/>
                </a:cubicBezTo>
                <a:cubicBezTo>
                  <a:pt x="69" y="10"/>
                  <a:pt x="69" y="10"/>
                  <a:pt x="69" y="10"/>
                </a:cubicBezTo>
                <a:cubicBezTo>
                  <a:pt x="62" y="28"/>
                  <a:pt x="62" y="28"/>
                  <a:pt x="62" y="28"/>
                </a:cubicBezTo>
                <a:cubicBezTo>
                  <a:pt x="59" y="26"/>
                  <a:pt x="56" y="26"/>
                  <a:pt x="52" y="26"/>
                </a:cubicBezTo>
                <a:cubicBezTo>
                  <a:pt x="48" y="26"/>
                  <a:pt x="45" y="26"/>
                  <a:pt x="42" y="28"/>
                </a:cubicBezTo>
                <a:cubicBezTo>
                  <a:pt x="38" y="19"/>
                  <a:pt x="38" y="19"/>
                  <a:pt x="38" y="19"/>
                </a:cubicBezTo>
                <a:cubicBezTo>
                  <a:pt x="35" y="10"/>
                  <a:pt x="35" y="10"/>
                  <a:pt x="35" y="10"/>
                </a:cubicBezTo>
                <a:cubicBezTo>
                  <a:pt x="40" y="7"/>
                  <a:pt x="46" y="6"/>
                  <a:pt x="52" y="6"/>
                </a:cubicBezTo>
                <a:cubicBezTo>
                  <a:pt x="58" y="6"/>
                  <a:pt x="64" y="7"/>
                  <a:pt x="69" y="10"/>
                </a:cubicBezTo>
                <a:close/>
                <a:moveTo>
                  <a:pt x="10" y="34"/>
                </a:moveTo>
                <a:cubicBezTo>
                  <a:pt x="19" y="38"/>
                  <a:pt x="19" y="38"/>
                  <a:pt x="19" y="38"/>
                </a:cubicBezTo>
                <a:cubicBezTo>
                  <a:pt x="28" y="42"/>
                  <a:pt x="28" y="42"/>
                  <a:pt x="28" y="42"/>
                </a:cubicBezTo>
                <a:cubicBezTo>
                  <a:pt x="27" y="45"/>
                  <a:pt x="26" y="48"/>
                  <a:pt x="26" y="52"/>
                </a:cubicBezTo>
                <a:cubicBezTo>
                  <a:pt x="26" y="55"/>
                  <a:pt x="27" y="59"/>
                  <a:pt x="28" y="62"/>
                </a:cubicBezTo>
                <a:cubicBezTo>
                  <a:pt x="10" y="69"/>
                  <a:pt x="10" y="69"/>
                  <a:pt x="10" y="69"/>
                </a:cubicBezTo>
                <a:cubicBezTo>
                  <a:pt x="8" y="64"/>
                  <a:pt x="6" y="58"/>
                  <a:pt x="6" y="52"/>
                </a:cubicBezTo>
                <a:cubicBezTo>
                  <a:pt x="6" y="46"/>
                  <a:pt x="8" y="40"/>
                  <a:pt x="10" y="34"/>
                </a:cubicBezTo>
                <a:close/>
                <a:moveTo>
                  <a:pt x="35" y="94"/>
                </a:moveTo>
                <a:cubicBezTo>
                  <a:pt x="37" y="88"/>
                  <a:pt x="37" y="88"/>
                  <a:pt x="37" y="88"/>
                </a:cubicBezTo>
                <a:cubicBezTo>
                  <a:pt x="42" y="76"/>
                  <a:pt x="42" y="76"/>
                  <a:pt x="42" y="76"/>
                </a:cubicBezTo>
                <a:cubicBezTo>
                  <a:pt x="45" y="77"/>
                  <a:pt x="48" y="78"/>
                  <a:pt x="52" y="78"/>
                </a:cubicBezTo>
                <a:cubicBezTo>
                  <a:pt x="56" y="78"/>
                  <a:pt x="59" y="77"/>
                  <a:pt x="62" y="76"/>
                </a:cubicBezTo>
                <a:cubicBezTo>
                  <a:pt x="69" y="94"/>
                  <a:pt x="69" y="94"/>
                  <a:pt x="69" y="94"/>
                </a:cubicBezTo>
                <a:cubicBezTo>
                  <a:pt x="69" y="94"/>
                  <a:pt x="69" y="94"/>
                  <a:pt x="69" y="94"/>
                </a:cubicBezTo>
                <a:cubicBezTo>
                  <a:pt x="69" y="94"/>
                  <a:pt x="69" y="94"/>
                  <a:pt x="69" y="94"/>
                </a:cubicBezTo>
                <a:cubicBezTo>
                  <a:pt x="64" y="96"/>
                  <a:pt x="58" y="97"/>
                  <a:pt x="52" y="97"/>
                </a:cubicBezTo>
                <a:cubicBezTo>
                  <a:pt x="46" y="97"/>
                  <a:pt x="40" y="96"/>
                  <a:pt x="35" y="9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4" name="Freeform 141"/>
          <p:cNvSpPr>
            <a:spLocks noEditPoints="1"/>
          </p:cNvSpPr>
          <p:nvPr/>
        </p:nvSpPr>
        <p:spPr bwMode="auto">
          <a:xfrm>
            <a:off x="6330358" y="3010436"/>
            <a:ext cx="329254" cy="310617"/>
          </a:xfrm>
          <a:custGeom>
            <a:avLst/>
            <a:gdLst>
              <a:gd name="T0" fmla="*/ 93 w 212"/>
              <a:gd name="T1" fmla="*/ 107 h 200"/>
              <a:gd name="T2" fmla="*/ 119 w 212"/>
              <a:gd name="T3" fmla="*/ 107 h 200"/>
              <a:gd name="T4" fmla="*/ 119 w 212"/>
              <a:gd name="T5" fmla="*/ 54 h 200"/>
              <a:gd name="T6" fmla="*/ 158 w 212"/>
              <a:gd name="T7" fmla="*/ 54 h 200"/>
              <a:gd name="T8" fmla="*/ 106 w 212"/>
              <a:gd name="T9" fmla="*/ 0 h 200"/>
              <a:gd name="T10" fmla="*/ 52 w 212"/>
              <a:gd name="T11" fmla="*/ 54 h 200"/>
              <a:gd name="T12" fmla="*/ 93 w 212"/>
              <a:gd name="T13" fmla="*/ 54 h 200"/>
              <a:gd name="T14" fmla="*/ 93 w 212"/>
              <a:gd name="T15" fmla="*/ 107 h 200"/>
              <a:gd name="T16" fmla="*/ 132 w 212"/>
              <a:gd name="T17" fmla="*/ 77 h 200"/>
              <a:gd name="T18" fmla="*/ 132 w 212"/>
              <a:gd name="T19" fmla="*/ 97 h 200"/>
              <a:gd name="T20" fmla="*/ 192 w 212"/>
              <a:gd name="T21" fmla="*/ 120 h 200"/>
              <a:gd name="T22" fmla="*/ 106 w 212"/>
              <a:gd name="T23" fmla="*/ 152 h 200"/>
              <a:gd name="T24" fmla="*/ 18 w 212"/>
              <a:gd name="T25" fmla="*/ 120 h 200"/>
              <a:gd name="T26" fmla="*/ 78 w 212"/>
              <a:gd name="T27" fmla="*/ 97 h 200"/>
              <a:gd name="T28" fmla="*/ 78 w 212"/>
              <a:gd name="T29" fmla="*/ 77 h 200"/>
              <a:gd name="T30" fmla="*/ 0 w 212"/>
              <a:gd name="T31" fmla="*/ 107 h 200"/>
              <a:gd name="T32" fmla="*/ 0 w 212"/>
              <a:gd name="T33" fmla="*/ 160 h 200"/>
              <a:gd name="T34" fmla="*/ 106 w 212"/>
              <a:gd name="T35" fmla="*/ 200 h 200"/>
              <a:gd name="T36" fmla="*/ 212 w 212"/>
              <a:gd name="T37" fmla="*/ 160 h 200"/>
              <a:gd name="T38" fmla="*/ 212 w 212"/>
              <a:gd name="T39" fmla="*/ 107 h 200"/>
              <a:gd name="T40" fmla="*/ 132 w 212"/>
              <a:gd name="T41" fmla="*/ 77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2" h="200">
                <a:moveTo>
                  <a:pt x="93" y="107"/>
                </a:moveTo>
                <a:lnTo>
                  <a:pt x="119" y="107"/>
                </a:lnTo>
                <a:lnTo>
                  <a:pt x="119" y="54"/>
                </a:lnTo>
                <a:lnTo>
                  <a:pt x="158" y="54"/>
                </a:lnTo>
                <a:lnTo>
                  <a:pt x="106" y="0"/>
                </a:lnTo>
                <a:lnTo>
                  <a:pt x="52" y="54"/>
                </a:lnTo>
                <a:lnTo>
                  <a:pt x="93" y="54"/>
                </a:lnTo>
                <a:lnTo>
                  <a:pt x="93" y="107"/>
                </a:lnTo>
                <a:close/>
                <a:moveTo>
                  <a:pt x="132" y="77"/>
                </a:moveTo>
                <a:lnTo>
                  <a:pt x="132" y="97"/>
                </a:lnTo>
                <a:lnTo>
                  <a:pt x="192" y="120"/>
                </a:lnTo>
                <a:lnTo>
                  <a:pt x="106" y="152"/>
                </a:lnTo>
                <a:lnTo>
                  <a:pt x="18" y="120"/>
                </a:lnTo>
                <a:lnTo>
                  <a:pt x="78" y="97"/>
                </a:lnTo>
                <a:lnTo>
                  <a:pt x="78" y="77"/>
                </a:lnTo>
                <a:lnTo>
                  <a:pt x="0" y="107"/>
                </a:lnTo>
                <a:lnTo>
                  <a:pt x="0" y="160"/>
                </a:lnTo>
                <a:lnTo>
                  <a:pt x="106" y="200"/>
                </a:lnTo>
                <a:lnTo>
                  <a:pt x="212" y="160"/>
                </a:lnTo>
                <a:lnTo>
                  <a:pt x="212" y="107"/>
                </a:lnTo>
                <a:lnTo>
                  <a:pt x="132" y="77"/>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5" name="Freeform 152"/>
          <p:cNvSpPr>
            <a:spLocks noEditPoints="1"/>
          </p:cNvSpPr>
          <p:nvPr/>
        </p:nvSpPr>
        <p:spPr bwMode="auto">
          <a:xfrm>
            <a:off x="5707373" y="3165745"/>
            <a:ext cx="318383" cy="236069"/>
          </a:xfrm>
          <a:custGeom>
            <a:avLst/>
            <a:gdLst>
              <a:gd name="T0" fmla="*/ 101 w 125"/>
              <a:gd name="T1" fmla="*/ 0 h 93"/>
              <a:gd name="T2" fmla="*/ 23 w 125"/>
              <a:gd name="T3" fmla="*/ 0 h 93"/>
              <a:gd name="T4" fmla="*/ 0 w 125"/>
              <a:gd name="T5" fmla="*/ 23 h 93"/>
              <a:gd name="T6" fmla="*/ 0 w 125"/>
              <a:gd name="T7" fmla="*/ 70 h 93"/>
              <a:gd name="T8" fmla="*/ 23 w 125"/>
              <a:gd name="T9" fmla="*/ 93 h 93"/>
              <a:gd name="T10" fmla="*/ 101 w 125"/>
              <a:gd name="T11" fmla="*/ 93 h 93"/>
              <a:gd name="T12" fmla="*/ 125 w 125"/>
              <a:gd name="T13" fmla="*/ 70 h 93"/>
              <a:gd name="T14" fmla="*/ 125 w 125"/>
              <a:gd name="T15" fmla="*/ 23 h 93"/>
              <a:gd name="T16" fmla="*/ 101 w 125"/>
              <a:gd name="T17" fmla="*/ 0 h 93"/>
              <a:gd name="T18" fmla="*/ 47 w 125"/>
              <a:gd name="T19" fmla="*/ 78 h 93"/>
              <a:gd name="T20" fmla="*/ 47 w 125"/>
              <a:gd name="T21" fmla="*/ 15 h 93"/>
              <a:gd name="T22" fmla="*/ 86 w 125"/>
              <a:gd name="T23" fmla="*/ 46 h 93"/>
              <a:gd name="T24" fmla="*/ 47 w 125"/>
              <a:gd name="T25" fmla="*/ 7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5" h="93">
                <a:moveTo>
                  <a:pt x="101" y="0"/>
                </a:moveTo>
                <a:cubicBezTo>
                  <a:pt x="23" y="0"/>
                  <a:pt x="23" y="0"/>
                  <a:pt x="23" y="0"/>
                </a:cubicBezTo>
                <a:cubicBezTo>
                  <a:pt x="11" y="0"/>
                  <a:pt x="0" y="10"/>
                  <a:pt x="0" y="23"/>
                </a:cubicBezTo>
                <a:cubicBezTo>
                  <a:pt x="0" y="70"/>
                  <a:pt x="0" y="70"/>
                  <a:pt x="0" y="70"/>
                </a:cubicBezTo>
                <a:cubicBezTo>
                  <a:pt x="0" y="83"/>
                  <a:pt x="11" y="93"/>
                  <a:pt x="23" y="93"/>
                </a:cubicBezTo>
                <a:cubicBezTo>
                  <a:pt x="101" y="93"/>
                  <a:pt x="101" y="93"/>
                  <a:pt x="101" y="93"/>
                </a:cubicBezTo>
                <a:cubicBezTo>
                  <a:pt x="114" y="93"/>
                  <a:pt x="125" y="83"/>
                  <a:pt x="125" y="70"/>
                </a:cubicBezTo>
                <a:cubicBezTo>
                  <a:pt x="125" y="23"/>
                  <a:pt x="125" y="23"/>
                  <a:pt x="125" y="23"/>
                </a:cubicBezTo>
                <a:cubicBezTo>
                  <a:pt x="125" y="10"/>
                  <a:pt x="114" y="0"/>
                  <a:pt x="101" y="0"/>
                </a:cubicBezTo>
                <a:close/>
                <a:moveTo>
                  <a:pt x="47" y="78"/>
                </a:moveTo>
                <a:cubicBezTo>
                  <a:pt x="47" y="15"/>
                  <a:pt x="47" y="15"/>
                  <a:pt x="47" y="15"/>
                </a:cubicBezTo>
                <a:cubicBezTo>
                  <a:pt x="86" y="46"/>
                  <a:pt x="86" y="46"/>
                  <a:pt x="86" y="46"/>
                </a:cubicBezTo>
                <a:lnTo>
                  <a:pt x="47" y="78"/>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6" name="Freeform 158"/>
          <p:cNvSpPr>
            <a:spLocks noEditPoints="1"/>
          </p:cNvSpPr>
          <p:nvPr/>
        </p:nvSpPr>
        <p:spPr bwMode="auto">
          <a:xfrm>
            <a:off x="5949540" y="2309966"/>
            <a:ext cx="195689" cy="195688"/>
          </a:xfrm>
          <a:custGeom>
            <a:avLst/>
            <a:gdLst>
              <a:gd name="T0" fmla="*/ 53 w 77"/>
              <a:gd name="T1" fmla="*/ 30 h 77"/>
              <a:gd name="T2" fmla="*/ 25 w 77"/>
              <a:gd name="T3" fmla="*/ 2 h 77"/>
              <a:gd name="T4" fmla="*/ 38 w 77"/>
              <a:gd name="T5" fmla="*/ 0 h 77"/>
              <a:gd name="T6" fmla="*/ 53 w 77"/>
              <a:gd name="T7" fmla="*/ 3 h 77"/>
              <a:gd name="T8" fmla="*/ 53 w 77"/>
              <a:gd name="T9" fmla="*/ 30 h 77"/>
              <a:gd name="T10" fmla="*/ 58 w 77"/>
              <a:gd name="T11" fmla="*/ 53 h 77"/>
              <a:gd name="T12" fmla="*/ 58 w 77"/>
              <a:gd name="T13" fmla="*/ 5 h 77"/>
              <a:gd name="T14" fmla="*/ 77 w 77"/>
              <a:gd name="T15" fmla="*/ 39 h 77"/>
              <a:gd name="T16" fmla="*/ 74 w 77"/>
              <a:gd name="T17" fmla="*/ 53 h 77"/>
              <a:gd name="T18" fmla="*/ 58 w 77"/>
              <a:gd name="T19" fmla="*/ 53 h 77"/>
              <a:gd name="T20" fmla="*/ 24 w 77"/>
              <a:gd name="T21" fmla="*/ 58 h 77"/>
              <a:gd name="T22" fmla="*/ 72 w 77"/>
              <a:gd name="T23" fmla="*/ 58 h 77"/>
              <a:gd name="T24" fmla="*/ 38 w 77"/>
              <a:gd name="T25" fmla="*/ 77 h 77"/>
              <a:gd name="T26" fmla="*/ 24 w 77"/>
              <a:gd name="T27" fmla="*/ 74 h 77"/>
              <a:gd name="T28" fmla="*/ 24 w 77"/>
              <a:gd name="T29" fmla="*/ 58 h 77"/>
              <a:gd name="T30" fmla="*/ 32 w 77"/>
              <a:gd name="T31" fmla="*/ 17 h 77"/>
              <a:gd name="T32" fmla="*/ 1 w 77"/>
              <a:gd name="T33" fmla="*/ 48 h 77"/>
              <a:gd name="T34" fmla="*/ 0 w 77"/>
              <a:gd name="T35" fmla="*/ 39 h 77"/>
              <a:gd name="T36" fmla="*/ 20 w 77"/>
              <a:gd name="T37" fmla="*/ 5 h 77"/>
              <a:gd name="T38" fmla="*/ 32 w 77"/>
              <a:gd name="T39" fmla="*/ 17 h 77"/>
              <a:gd name="T40" fmla="*/ 19 w 77"/>
              <a:gd name="T41" fmla="*/ 38 h 77"/>
              <a:gd name="T42" fmla="*/ 19 w 77"/>
              <a:gd name="T43" fmla="*/ 72 h 77"/>
              <a:gd name="T44" fmla="*/ 3 w 77"/>
              <a:gd name="T45" fmla="*/ 54 h 77"/>
              <a:gd name="T46" fmla="*/ 19 w 77"/>
              <a:gd name="T47" fmla="*/ 3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77">
                <a:moveTo>
                  <a:pt x="53" y="30"/>
                </a:moveTo>
                <a:cubicBezTo>
                  <a:pt x="25" y="2"/>
                  <a:pt x="25" y="2"/>
                  <a:pt x="25" y="2"/>
                </a:cubicBezTo>
                <a:cubicBezTo>
                  <a:pt x="29" y="1"/>
                  <a:pt x="34" y="0"/>
                  <a:pt x="38" y="0"/>
                </a:cubicBezTo>
                <a:cubicBezTo>
                  <a:pt x="43" y="0"/>
                  <a:pt x="48" y="1"/>
                  <a:pt x="53" y="3"/>
                </a:cubicBezTo>
                <a:lnTo>
                  <a:pt x="53" y="30"/>
                </a:lnTo>
                <a:close/>
                <a:moveTo>
                  <a:pt x="58" y="53"/>
                </a:moveTo>
                <a:cubicBezTo>
                  <a:pt x="58" y="5"/>
                  <a:pt x="58" y="5"/>
                  <a:pt x="58" y="5"/>
                </a:cubicBezTo>
                <a:cubicBezTo>
                  <a:pt x="69" y="12"/>
                  <a:pt x="77" y="24"/>
                  <a:pt x="77" y="39"/>
                </a:cubicBezTo>
                <a:cubicBezTo>
                  <a:pt x="77" y="44"/>
                  <a:pt x="76" y="49"/>
                  <a:pt x="74" y="53"/>
                </a:cubicBezTo>
                <a:lnTo>
                  <a:pt x="58" y="53"/>
                </a:lnTo>
                <a:close/>
                <a:moveTo>
                  <a:pt x="24" y="58"/>
                </a:moveTo>
                <a:cubicBezTo>
                  <a:pt x="72" y="58"/>
                  <a:pt x="72" y="58"/>
                  <a:pt x="72" y="58"/>
                </a:cubicBezTo>
                <a:cubicBezTo>
                  <a:pt x="65" y="69"/>
                  <a:pt x="53" y="77"/>
                  <a:pt x="38" y="77"/>
                </a:cubicBezTo>
                <a:cubicBezTo>
                  <a:pt x="33" y="77"/>
                  <a:pt x="28" y="76"/>
                  <a:pt x="24" y="74"/>
                </a:cubicBezTo>
                <a:lnTo>
                  <a:pt x="24" y="58"/>
                </a:lnTo>
                <a:close/>
                <a:moveTo>
                  <a:pt x="32" y="17"/>
                </a:moveTo>
                <a:cubicBezTo>
                  <a:pt x="1" y="48"/>
                  <a:pt x="1" y="48"/>
                  <a:pt x="1" y="48"/>
                </a:cubicBezTo>
                <a:cubicBezTo>
                  <a:pt x="0" y="45"/>
                  <a:pt x="0" y="42"/>
                  <a:pt x="0" y="39"/>
                </a:cubicBezTo>
                <a:cubicBezTo>
                  <a:pt x="0" y="24"/>
                  <a:pt x="8" y="12"/>
                  <a:pt x="20" y="5"/>
                </a:cubicBezTo>
                <a:lnTo>
                  <a:pt x="32" y="17"/>
                </a:lnTo>
                <a:close/>
                <a:moveTo>
                  <a:pt x="19" y="38"/>
                </a:moveTo>
                <a:cubicBezTo>
                  <a:pt x="19" y="72"/>
                  <a:pt x="19" y="72"/>
                  <a:pt x="19" y="72"/>
                </a:cubicBezTo>
                <a:cubicBezTo>
                  <a:pt x="12" y="68"/>
                  <a:pt x="6" y="62"/>
                  <a:pt x="3" y="54"/>
                </a:cubicBezTo>
                <a:lnTo>
                  <a:pt x="19" y="38"/>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171"/>
          <p:cNvSpPr>
            <a:spLocks noEditPoints="1"/>
          </p:cNvSpPr>
          <p:nvPr/>
        </p:nvSpPr>
        <p:spPr bwMode="auto">
          <a:xfrm>
            <a:off x="5785200" y="2458488"/>
            <a:ext cx="136672" cy="135118"/>
          </a:xfrm>
          <a:custGeom>
            <a:avLst/>
            <a:gdLst>
              <a:gd name="T0" fmla="*/ 27 w 54"/>
              <a:gd name="T1" fmla="*/ 0 h 53"/>
              <a:gd name="T2" fmla="*/ 0 w 54"/>
              <a:gd name="T3" fmla="*/ 26 h 53"/>
              <a:gd name="T4" fmla="*/ 27 w 54"/>
              <a:gd name="T5" fmla="*/ 53 h 53"/>
              <a:gd name="T6" fmla="*/ 54 w 54"/>
              <a:gd name="T7" fmla="*/ 26 h 53"/>
              <a:gd name="T8" fmla="*/ 27 w 54"/>
              <a:gd name="T9" fmla="*/ 0 h 53"/>
              <a:gd name="T10" fmla="*/ 16 w 54"/>
              <a:gd name="T11" fmla="*/ 43 h 53"/>
              <a:gd name="T12" fmla="*/ 17 w 54"/>
              <a:gd name="T13" fmla="*/ 38 h 53"/>
              <a:gd name="T14" fmla="*/ 7 w 54"/>
              <a:gd name="T15" fmla="*/ 24 h 53"/>
              <a:gd name="T16" fmla="*/ 13 w 54"/>
              <a:gd name="T17" fmla="*/ 12 h 53"/>
              <a:gd name="T18" fmla="*/ 27 w 54"/>
              <a:gd name="T19" fmla="*/ 6 h 53"/>
              <a:gd name="T20" fmla="*/ 41 w 54"/>
              <a:gd name="T21" fmla="*/ 12 h 53"/>
              <a:gd name="T22" fmla="*/ 47 w 54"/>
              <a:gd name="T23" fmla="*/ 24 h 53"/>
              <a:gd name="T24" fmla="*/ 37 w 54"/>
              <a:gd name="T25" fmla="*/ 38 h 53"/>
              <a:gd name="T26" fmla="*/ 38 w 54"/>
              <a:gd name="T27" fmla="*/ 43 h 53"/>
              <a:gd name="T28" fmla="*/ 27 w 54"/>
              <a:gd name="T29" fmla="*/ 46 h 53"/>
              <a:gd name="T30" fmla="*/ 16 w 54"/>
              <a:gd name="T31" fmla="*/ 43 h 53"/>
              <a:gd name="T32" fmla="*/ 29 w 54"/>
              <a:gd name="T33" fmla="*/ 33 h 53"/>
              <a:gd name="T34" fmla="*/ 30 w 54"/>
              <a:gd name="T35" fmla="*/ 35 h 53"/>
              <a:gd name="T36" fmla="*/ 30 w 54"/>
              <a:gd name="T37" fmla="*/ 38 h 53"/>
              <a:gd name="T38" fmla="*/ 28 w 54"/>
              <a:gd name="T39" fmla="*/ 40 h 53"/>
              <a:gd name="T40" fmla="*/ 25 w 54"/>
              <a:gd name="T41" fmla="*/ 40 h 53"/>
              <a:gd name="T42" fmla="*/ 23 w 54"/>
              <a:gd name="T43" fmla="*/ 38 h 53"/>
              <a:gd name="T44" fmla="*/ 23 w 54"/>
              <a:gd name="T45" fmla="*/ 35 h 53"/>
              <a:gd name="T46" fmla="*/ 25 w 54"/>
              <a:gd name="T47" fmla="*/ 33 h 53"/>
              <a:gd name="T48" fmla="*/ 26 w 54"/>
              <a:gd name="T49" fmla="*/ 10 h 53"/>
              <a:gd name="T50" fmla="*/ 28 w 54"/>
              <a:gd name="T51" fmla="*/ 10 h 53"/>
              <a:gd name="T52" fmla="*/ 29 w 54"/>
              <a:gd name="T53" fmla="*/ 3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4" h="53">
                <a:moveTo>
                  <a:pt x="27" y="0"/>
                </a:moveTo>
                <a:cubicBezTo>
                  <a:pt x="12" y="0"/>
                  <a:pt x="0" y="12"/>
                  <a:pt x="0" y="26"/>
                </a:cubicBezTo>
                <a:cubicBezTo>
                  <a:pt x="0" y="41"/>
                  <a:pt x="12" y="53"/>
                  <a:pt x="27" y="53"/>
                </a:cubicBezTo>
                <a:cubicBezTo>
                  <a:pt x="42" y="53"/>
                  <a:pt x="54" y="41"/>
                  <a:pt x="54" y="26"/>
                </a:cubicBezTo>
                <a:cubicBezTo>
                  <a:pt x="54" y="12"/>
                  <a:pt x="42" y="0"/>
                  <a:pt x="27" y="0"/>
                </a:cubicBezTo>
                <a:close/>
                <a:moveTo>
                  <a:pt x="16" y="43"/>
                </a:moveTo>
                <a:cubicBezTo>
                  <a:pt x="16" y="42"/>
                  <a:pt x="17" y="40"/>
                  <a:pt x="17" y="38"/>
                </a:cubicBezTo>
                <a:cubicBezTo>
                  <a:pt x="17" y="32"/>
                  <a:pt x="13" y="26"/>
                  <a:pt x="7" y="24"/>
                </a:cubicBezTo>
                <a:cubicBezTo>
                  <a:pt x="7" y="20"/>
                  <a:pt x="9" y="15"/>
                  <a:pt x="13" y="12"/>
                </a:cubicBezTo>
                <a:cubicBezTo>
                  <a:pt x="16" y="8"/>
                  <a:pt x="21" y="6"/>
                  <a:pt x="27" y="6"/>
                </a:cubicBezTo>
                <a:cubicBezTo>
                  <a:pt x="32" y="6"/>
                  <a:pt x="37" y="8"/>
                  <a:pt x="41" y="12"/>
                </a:cubicBezTo>
                <a:cubicBezTo>
                  <a:pt x="44" y="15"/>
                  <a:pt x="46" y="20"/>
                  <a:pt x="47" y="24"/>
                </a:cubicBezTo>
                <a:cubicBezTo>
                  <a:pt x="41" y="26"/>
                  <a:pt x="37" y="32"/>
                  <a:pt x="37" y="38"/>
                </a:cubicBezTo>
                <a:cubicBezTo>
                  <a:pt x="37" y="40"/>
                  <a:pt x="37" y="42"/>
                  <a:pt x="38" y="43"/>
                </a:cubicBezTo>
                <a:cubicBezTo>
                  <a:pt x="35" y="45"/>
                  <a:pt x="31" y="46"/>
                  <a:pt x="27" y="46"/>
                </a:cubicBezTo>
                <a:cubicBezTo>
                  <a:pt x="23" y="46"/>
                  <a:pt x="19" y="45"/>
                  <a:pt x="16" y="43"/>
                </a:cubicBezTo>
                <a:close/>
                <a:moveTo>
                  <a:pt x="29" y="33"/>
                </a:moveTo>
                <a:cubicBezTo>
                  <a:pt x="30" y="33"/>
                  <a:pt x="30" y="34"/>
                  <a:pt x="30" y="35"/>
                </a:cubicBezTo>
                <a:cubicBezTo>
                  <a:pt x="30" y="38"/>
                  <a:pt x="30" y="38"/>
                  <a:pt x="30" y="38"/>
                </a:cubicBezTo>
                <a:cubicBezTo>
                  <a:pt x="30" y="39"/>
                  <a:pt x="29" y="40"/>
                  <a:pt x="28" y="40"/>
                </a:cubicBezTo>
                <a:cubicBezTo>
                  <a:pt x="25" y="40"/>
                  <a:pt x="25" y="40"/>
                  <a:pt x="25" y="40"/>
                </a:cubicBezTo>
                <a:cubicBezTo>
                  <a:pt x="24" y="40"/>
                  <a:pt x="23" y="39"/>
                  <a:pt x="23" y="38"/>
                </a:cubicBezTo>
                <a:cubicBezTo>
                  <a:pt x="23" y="35"/>
                  <a:pt x="23" y="35"/>
                  <a:pt x="23" y="35"/>
                </a:cubicBezTo>
                <a:cubicBezTo>
                  <a:pt x="23" y="34"/>
                  <a:pt x="24" y="33"/>
                  <a:pt x="25" y="33"/>
                </a:cubicBezTo>
                <a:cubicBezTo>
                  <a:pt x="26" y="10"/>
                  <a:pt x="26" y="10"/>
                  <a:pt x="26" y="10"/>
                </a:cubicBezTo>
                <a:cubicBezTo>
                  <a:pt x="28" y="10"/>
                  <a:pt x="28" y="10"/>
                  <a:pt x="28" y="10"/>
                </a:cubicBezTo>
                <a:lnTo>
                  <a:pt x="29" y="33"/>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8" name="Freeform 194"/>
          <p:cNvSpPr>
            <a:spLocks noEditPoints="1"/>
          </p:cNvSpPr>
          <p:nvPr/>
        </p:nvSpPr>
        <p:spPr bwMode="auto">
          <a:xfrm>
            <a:off x="6530153" y="3421280"/>
            <a:ext cx="152202" cy="155309"/>
          </a:xfrm>
          <a:custGeom>
            <a:avLst/>
            <a:gdLst>
              <a:gd name="T0" fmla="*/ 30 w 60"/>
              <a:gd name="T1" fmla="*/ 0 h 61"/>
              <a:gd name="T2" fmla="*/ 0 w 60"/>
              <a:gd name="T3" fmla="*/ 31 h 61"/>
              <a:gd name="T4" fmla="*/ 30 w 60"/>
              <a:gd name="T5" fmla="*/ 61 h 61"/>
              <a:gd name="T6" fmla="*/ 60 w 60"/>
              <a:gd name="T7" fmla="*/ 31 h 61"/>
              <a:gd name="T8" fmla="*/ 30 w 60"/>
              <a:gd name="T9" fmla="*/ 0 h 61"/>
              <a:gd name="T10" fmla="*/ 30 w 60"/>
              <a:gd name="T11" fmla="*/ 55 h 61"/>
              <a:gd name="T12" fmla="*/ 5 w 60"/>
              <a:gd name="T13" fmla="*/ 31 h 61"/>
              <a:gd name="T14" fmla="*/ 30 w 60"/>
              <a:gd name="T15" fmla="*/ 6 h 61"/>
              <a:gd name="T16" fmla="*/ 55 w 60"/>
              <a:gd name="T17" fmla="*/ 31 h 61"/>
              <a:gd name="T18" fmla="*/ 30 w 60"/>
              <a:gd name="T19" fmla="*/ 55 h 61"/>
              <a:gd name="T20" fmla="*/ 26 w 60"/>
              <a:gd name="T21" fmla="*/ 15 h 61"/>
              <a:gd name="T22" fmla="*/ 34 w 60"/>
              <a:gd name="T23" fmla="*/ 15 h 61"/>
              <a:gd name="T24" fmla="*/ 34 w 60"/>
              <a:gd name="T25" fmla="*/ 23 h 61"/>
              <a:gd name="T26" fmla="*/ 26 w 60"/>
              <a:gd name="T27" fmla="*/ 23 h 61"/>
              <a:gd name="T28" fmla="*/ 26 w 60"/>
              <a:gd name="T29" fmla="*/ 15 h 61"/>
              <a:gd name="T30" fmla="*/ 38 w 60"/>
              <a:gd name="T31" fmla="*/ 46 h 61"/>
              <a:gd name="T32" fmla="*/ 22 w 60"/>
              <a:gd name="T33" fmla="*/ 46 h 61"/>
              <a:gd name="T34" fmla="*/ 22 w 60"/>
              <a:gd name="T35" fmla="*/ 42 h 61"/>
              <a:gd name="T36" fmla="*/ 26 w 60"/>
              <a:gd name="T37" fmla="*/ 42 h 61"/>
              <a:gd name="T38" fmla="*/ 26 w 60"/>
              <a:gd name="T39" fmla="*/ 31 h 61"/>
              <a:gd name="T40" fmla="*/ 22 w 60"/>
              <a:gd name="T41" fmla="*/ 31 h 61"/>
              <a:gd name="T42" fmla="*/ 22 w 60"/>
              <a:gd name="T43" fmla="*/ 27 h 61"/>
              <a:gd name="T44" fmla="*/ 34 w 60"/>
              <a:gd name="T45" fmla="*/ 27 h 61"/>
              <a:gd name="T46" fmla="*/ 34 w 60"/>
              <a:gd name="T47" fmla="*/ 42 h 61"/>
              <a:gd name="T48" fmla="*/ 38 w 60"/>
              <a:gd name="T49" fmla="*/ 42 h 61"/>
              <a:gd name="T50" fmla="*/ 38 w 60"/>
              <a:gd name="T51"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61">
                <a:moveTo>
                  <a:pt x="30" y="0"/>
                </a:moveTo>
                <a:cubicBezTo>
                  <a:pt x="13" y="0"/>
                  <a:pt x="0" y="14"/>
                  <a:pt x="0" y="31"/>
                </a:cubicBezTo>
                <a:cubicBezTo>
                  <a:pt x="0" y="47"/>
                  <a:pt x="13" y="61"/>
                  <a:pt x="30" y="61"/>
                </a:cubicBezTo>
                <a:cubicBezTo>
                  <a:pt x="47" y="61"/>
                  <a:pt x="60" y="47"/>
                  <a:pt x="60" y="31"/>
                </a:cubicBezTo>
                <a:cubicBezTo>
                  <a:pt x="60" y="14"/>
                  <a:pt x="47" y="0"/>
                  <a:pt x="30" y="0"/>
                </a:cubicBezTo>
                <a:close/>
                <a:moveTo>
                  <a:pt x="30" y="55"/>
                </a:moveTo>
                <a:cubicBezTo>
                  <a:pt x="16" y="55"/>
                  <a:pt x="5" y="44"/>
                  <a:pt x="5" y="31"/>
                </a:cubicBezTo>
                <a:cubicBezTo>
                  <a:pt x="5" y="17"/>
                  <a:pt x="16" y="6"/>
                  <a:pt x="30" y="6"/>
                </a:cubicBezTo>
                <a:cubicBezTo>
                  <a:pt x="44" y="6"/>
                  <a:pt x="55" y="17"/>
                  <a:pt x="55" y="31"/>
                </a:cubicBezTo>
                <a:cubicBezTo>
                  <a:pt x="55" y="44"/>
                  <a:pt x="44" y="55"/>
                  <a:pt x="30" y="55"/>
                </a:cubicBezTo>
                <a:close/>
                <a:moveTo>
                  <a:pt x="26" y="15"/>
                </a:moveTo>
                <a:cubicBezTo>
                  <a:pt x="34" y="15"/>
                  <a:pt x="34" y="15"/>
                  <a:pt x="34" y="15"/>
                </a:cubicBezTo>
                <a:cubicBezTo>
                  <a:pt x="34" y="23"/>
                  <a:pt x="34" y="23"/>
                  <a:pt x="34" y="23"/>
                </a:cubicBezTo>
                <a:cubicBezTo>
                  <a:pt x="26" y="23"/>
                  <a:pt x="26" y="23"/>
                  <a:pt x="26" y="23"/>
                </a:cubicBezTo>
                <a:lnTo>
                  <a:pt x="26" y="15"/>
                </a:lnTo>
                <a:close/>
                <a:moveTo>
                  <a:pt x="38" y="46"/>
                </a:moveTo>
                <a:cubicBezTo>
                  <a:pt x="22" y="46"/>
                  <a:pt x="22" y="46"/>
                  <a:pt x="22" y="46"/>
                </a:cubicBezTo>
                <a:cubicBezTo>
                  <a:pt x="22" y="42"/>
                  <a:pt x="22" y="42"/>
                  <a:pt x="22" y="42"/>
                </a:cubicBezTo>
                <a:cubicBezTo>
                  <a:pt x="26" y="42"/>
                  <a:pt x="26" y="42"/>
                  <a:pt x="26" y="42"/>
                </a:cubicBezTo>
                <a:cubicBezTo>
                  <a:pt x="26" y="31"/>
                  <a:pt x="26" y="31"/>
                  <a:pt x="26" y="31"/>
                </a:cubicBezTo>
                <a:cubicBezTo>
                  <a:pt x="22" y="31"/>
                  <a:pt x="22" y="31"/>
                  <a:pt x="22" y="31"/>
                </a:cubicBezTo>
                <a:cubicBezTo>
                  <a:pt x="22" y="27"/>
                  <a:pt x="22" y="27"/>
                  <a:pt x="22" y="27"/>
                </a:cubicBezTo>
                <a:cubicBezTo>
                  <a:pt x="34" y="27"/>
                  <a:pt x="34" y="27"/>
                  <a:pt x="34" y="27"/>
                </a:cubicBezTo>
                <a:cubicBezTo>
                  <a:pt x="34" y="42"/>
                  <a:pt x="34" y="42"/>
                  <a:pt x="34" y="42"/>
                </a:cubicBezTo>
                <a:cubicBezTo>
                  <a:pt x="38" y="42"/>
                  <a:pt x="38" y="42"/>
                  <a:pt x="38" y="42"/>
                </a:cubicBezTo>
                <a:lnTo>
                  <a:pt x="38" y="46"/>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9" name="Freeform 207"/>
          <p:cNvSpPr>
            <a:spLocks noEditPoints="1"/>
          </p:cNvSpPr>
          <p:nvPr/>
        </p:nvSpPr>
        <p:spPr bwMode="auto">
          <a:xfrm>
            <a:off x="6330358" y="3544163"/>
            <a:ext cx="177051" cy="178604"/>
          </a:xfrm>
          <a:custGeom>
            <a:avLst/>
            <a:gdLst>
              <a:gd name="T0" fmla="*/ 35 w 70"/>
              <a:gd name="T1" fmla="*/ 0 h 70"/>
              <a:gd name="T2" fmla="*/ 0 w 70"/>
              <a:gd name="T3" fmla="*/ 35 h 70"/>
              <a:gd name="T4" fmla="*/ 35 w 70"/>
              <a:gd name="T5" fmla="*/ 70 h 70"/>
              <a:gd name="T6" fmla="*/ 70 w 70"/>
              <a:gd name="T7" fmla="*/ 35 h 70"/>
              <a:gd name="T8" fmla="*/ 35 w 70"/>
              <a:gd name="T9" fmla="*/ 0 h 70"/>
              <a:gd name="T10" fmla="*/ 29 w 70"/>
              <a:gd name="T11" fmla="*/ 57 h 70"/>
              <a:gd name="T12" fmla="*/ 14 w 70"/>
              <a:gd name="T13" fmla="*/ 38 h 70"/>
              <a:gd name="T14" fmla="*/ 21 w 70"/>
              <a:gd name="T15" fmla="*/ 31 h 70"/>
              <a:gd name="T16" fmla="*/ 29 w 70"/>
              <a:gd name="T17" fmla="*/ 41 h 70"/>
              <a:gd name="T18" fmla="*/ 54 w 70"/>
              <a:gd name="T19" fmla="*/ 21 h 70"/>
              <a:gd name="T20" fmla="*/ 57 w 70"/>
              <a:gd name="T21" fmla="*/ 24 h 70"/>
              <a:gd name="T22" fmla="*/ 29 w 70"/>
              <a:gd name="T23" fmla="*/ 5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 h="70">
                <a:moveTo>
                  <a:pt x="35" y="0"/>
                </a:moveTo>
                <a:cubicBezTo>
                  <a:pt x="16" y="0"/>
                  <a:pt x="0" y="16"/>
                  <a:pt x="0" y="35"/>
                </a:cubicBezTo>
                <a:cubicBezTo>
                  <a:pt x="0" y="54"/>
                  <a:pt x="16" y="70"/>
                  <a:pt x="35" y="70"/>
                </a:cubicBezTo>
                <a:cubicBezTo>
                  <a:pt x="54" y="70"/>
                  <a:pt x="70" y="54"/>
                  <a:pt x="70" y="35"/>
                </a:cubicBezTo>
                <a:cubicBezTo>
                  <a:pt x="70" y="16"/>
                  <a:pt x="54" y="0"/>
                  <a:pt x="35" y="0"/>
                </a:cubicBezTo>
                <a:close/>
                <a:moveTo>
                  <a:pt x="29" y="57"/>
                </a:moveTo>
                <a:cubicBezTo>
                  <a:pt x="14" y="38"/>
                  <a:pt x="14" y="38"/>
                  <a:pt x="14" y="38"/>
                </a:cubicBezTo>
                <a:cubicBezTo>
                  <a:pt x="21" y="31"/>
                  <a:pt x="21" y="31"/>
                  <a:pt x="21" y="31"/>
                </a:cubicBezTo>
                <a:cubicBezTo>
                  <a:pt x="29" y="41"/>
                  <a:pt x="29" y="41"/>
                  <a:pt x="29" y="41"/>
                </a:cubicBezTo>
                <a:cubicBezTo>
                  <a:pt x="54" y="21"/>
                  <a:pt x="54" y="21"/>
                  <a:pt x="54" y="21"/>
                </a:cubicBezTo>
                <a:cubicBezTo>
                  <a:pt x="57" y="24"/>
                  <a:pt x="57" y="24"/>
                  <a:pt x="57" y="24"/>
                </a:cubicBezTo>
                <a:lnTo>
                  <a:pt x="29" y="57"/>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Tree>
    <p:extLst>
      <p:ext uri="{BB962C8B-B14F-4D97-AF65-F5344CB8AC3E}">
        <p14:creationId xmlns:p14="http://schemas.microsoft.com/office/powerpoint/2010/main" val="3232134099"/>
      </p:ext>
    </p:extLst>
  </p:cSld>
  <p:clrMapOvr>
    <a:masterClrMapping/>
  </p:clrMapOvr>
  <mc:AlternateContent xmlns:mc="http://schemas.openxmlformats.org/markup-compatibility/2006" xmlns:p14="http://schemas.microsoft.com/office/powerpoint/2010/main">
    <mc:Choice Requires="p14">
      <p:transition spd="slow" p14:dur="900">
        <p14:warp dir="i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childTnLst>
                                </p:cTn>
                              </p:par>
                              <p:par>
                                <p:cTn id="9" presetID="23" presetClass="entr" presetSubtype="16"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p:cTn id="11" dur="500" fill="hold"/>
                                        <p:tgtEl>
                                          <p:spTgt spid="14"/>
                                        </p:tgtEl>
                                        <p:attrNameLst>
                                          <p:attrName>ppt_w</p:attrName>
                                        </p:attrNameLst>
                                      </p:cBhvr>
                                      <p:tavLst>
                                        <p:tav tm="0">
                                          <p:val>
                                            <p:fltVal val="0"/>
                                          </p:val>
                                        </p:tav>
                                        <p:tav tm="100000">
                                          <p:val>
                                            <p:strVal val="#ppt_w"/>
                                          </p:val>
                                        </p:tav>
                                      </p:tavLst>
                                    </p:anim>
                                    <p:anim calcmode="lin" valueType="num">
                                      <p:cBhvr>
                                        <p:cTn id="12" dur="500" fill="hold"/>
                                        <p:tgtEl>
                                          <p:spTgt spid="14"/>
                                        </p:tgtEl>
                                        <p:attrNameLst>
                                          <p:attrName>ppt_h</p:attrName>
                                        </p:attrNameLst>
                                      </p:cBhvr>
                                      <p:tavLst>
                                        <p:tav tm="0">
                                          <p:val>
                                            <p:fltVal val="0"/>
                                          </p:val>
                                        </p:tav>
                                        <p:tav tm="100000">
                                          <p:val>
                                            <p:strVal val="#ppt_h"/>
                                          </p:val>
                                        </p:tav>
                                      </p:tavLst>
                                    </p:anim>
                                  </p:childTnLst>
                                </p:cTn>
                              </p:par>
                              <p:par>
                                <p:cTn id="13" presetID="23" presetClass="entr" presetSubtype="16" fill="hold" grpId="0" nodeType="with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p:cTn id="15" dur="500" fill="hold"/>
                                        <p:tgtEl>
                                          <p:spTgt spid="15"/>
                                        </p:tgtEl>
                                        <p:attrNameLst>
                                          <p:attrName>ppt_w</p:attrName>
                                        </p:attrNameLst>
                                      </p:cBhvr>
                                      <p:tavLst>
                                        <p:tav tm="0">
                                          <p:val>
                                            <p:fltVal val="0"/>
                                          </p:val>
                                        </p:tav>
                                        <p:tav tm="100000">
                                          <p:val>
                                            <p:strVal val="#ppt_w"/>
                                          </p:val>
                                        </p:tav>
                                      </p:tavLst>
                                    </p:anim>
                                    <p:anim calcmode="lin" valueType="num">
                                      <p:cBhvr>
                                        <p:cTn id="16" dur="500" fill="hold"/>
                                        <p:tgtEl>
                                          <p:spTgt spid="15"/>
                                        </p:tgtEl>
                                        <p:attrNameLst>
                                          <p:attrName>ppt_h</p:attrName>
                                        </p:attrNameLst>
                                      </p:cBhvr>
                                      <p:tavLst>
                                        <p:tav tm="0">
                                          <p:val>
                                            <p:fltVal val="0"/>
                                          </p:val>
                                        </p:tav>
                                        <p:tav tm="100000">
                                          <p:val>
                                            <p:strVal val="#ppt_h"/>
                                          </p:val>
                                        </p:tav>
                                      </p:tavLst>
                                    </p:anim>
                                  </p:childTnLst>
                                </p:cTn>
                              </p:par>
                              <p:par>
                                <p:cTn id="17" presetID="23" presetClass="entr" presetSubtype="16"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p:cTn id="19" dur="500" fill="hold"/>
                                        <p:tgtEl>
                                          <p:spTgt spid="17"/>
                                        </p:tgtEl>
                                        <p:attrNameLst>
                                          <p:attrName>ppt_w</p:attrName>
                                        </p:attrNameLst>
                                      </p:cBhvr>
                                      <p:tavLst>
                                        <p:tav tm="0">
                                          <p:val>
                                            <p:fltVal val="0"/>
                                          </p:val>
                                        </p:tav>
                                        <p:tav tm="100000">
                                          <p:val>
                                            <p:strVal val="#ppt_w"/>
                                          </p:val>
                                        </p:tav>
                                      </p:tavLst>
                                    </p:anim>
                                    <p:anim calcmode="lin" valueType="num">
                                      <p:cBhvr>
                                        <p:cTn id="20" dur="500" fill="hold"/>
                                        <p:tgtEl>
                                          <p:spTgt spid="17"/>
                                        </p:tgtEl>
                                        <p:attrNameLst>
                                          <p:attrName>ppt_h</p:attrName>
                                        </p:attrNameLst>
                                      </p:cBhvr>
                                      <p:tavLst>
                                        <p:tav tm="0">
                                          <p:val>
                                            <p:fltVal val="0"/>
                                          </p:val>
                                        </p:tav>
                                        <p:tav tm="100000">
                                          <p:val>
                                            <p:strVal val="#ppt_h"/>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41"/>
                                        </p:tgtEl>
                                        <p:attrNameLst>
                                          <p:attrName>style.visibility</p:attrName>
                                        </p:attrNameLst>
                                      </p:cBhvr>
                                      <p:to>
                                        <p:strVal val="visible"/>
                                      </p:to>
                                    </p:set>
                                    <p:animEffect transition="in" filter="fade">
                                      <p:cBhvr>
                                        <p:cTn id="23" dur="500"/>
                                        <p:tgtEl>
                                          <p:spTgt spid="41"/>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1"/>
                                        </p:tgtEl>
                                        <p:attrNameLst>
                                          <p:attrName>style.visibility</p:attrName>
                                        </p:attrNameLst>
                                      </p:cBhvr>
                                      <p:to>
                                        <p:strVal val="visible"/>
                                      </p:to>
                                    </p:set>
                                    <p:animEffect transition="in" filter="fade">
                                      <p:cBhvr>
                                        <p:cTn id="26" dur="500"/>
                                        <p:tgtEl>
                                          <p:spTgt spid="31"/>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43"/>
                                        </p:tgtEl>
                                        <p:attrNameLst>
                                          <p:attrName>style.visibility</p:attrName>
                                        </p:attrNameLst>
                                      </p:cBhvr>
                                      <p:to>
                                        <p:strVal val="visible"/>
                                      </p:to>
                                    </p:set>
                                    <p:animEffect transition="in" filter="fade">
                                      <p:cBhvr>
                                        <p:cTn id="29" dur="500"/>
                                        <p:tgtEl>
                                          <p:spTgt spid="43"/>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40"/>
                                        </p:tgtEl>
                                        <p:attrNameLst>
                                          <p:attrName>style.visibility</p:attrName>
                                        </p:attrNameLst>
                                      </p:cBhvr>
                                      <p:to>
                                        <p:strVal val="visible"/>
                                      </p:to>
                                    </p:set>
                                    <p:animEffect transition="in" filter="fade">
                                      <p:cBhvr>
                                        <p:cTn id="32" dur="500"/>
                                        <p:tgtEl>
                                          <p:spTgt spid="40"/>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36"/>
                                        </p:tgtEl>
                                        <p:attrNameLst>
                                          <p:attrName>style.visibility</p:attrName>
                                        </p:attrNameLst>
                                      </p:cBhvr>
                                      <p:to>
                                        <p:strVal val="visible"/>
                                      </p:to>
                                    </p:set>
                                    <p:animEffect transition="in" filter="fade">
                                      <p:cBhvr>
                                        <p:cTn id="35" dur="500"/>
                                        <p:tgtEl>
                                          <p:spTgt spid="36"/>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7"/>
                                        </p:tgtEl>
                                        <p:attrNameLst>
                                          <p:attrName>style.visibility</p:attrName>
                                        </p:attrNameLst>
                                      </p:cBhvr>
                                      <p:to>
                                        <p:strVal val="visible"/>
                                      </p:to>
                                    </p:set>
                                    <p:animEffect transition="in" filter="fade">
                                      <p:cBhvr>
                                        <p:cTn id="38" dur="500"/>
                                        <p:tgtEl>
                                          <p:spTgt spid="27"/>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4"/>
                                        </p:tgtEl>
                                        <p:attrNameLst>
                                          <p:attrName>style.visibility</p:attrName>
                                        </p:attrNameLst>
                                      </p:cBhvr>
                                      <p:to>
                                        <p:strVal val="visible"/>
                                      </p:to>
                                    </p:set>
                                    <p:animEffect transition="in" filter="fade">
                                      <p:cBhvr>
                                        <p:cTn id="41" dur="500"/>
                                        <p:tgtEl>
                                          <p:spTgt spid="34"/>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45"/>
                                        </p:tgtEl>
                                        <p:attrNameLst>
                                          <p:attrName>style.visibility</p:attrName>
                                        </p:attrNameLst>
                                      </p:cBhvr>
                                      <p:to>
                                        <p:strVal val="visible"/>
                                      </p:to>
                                    </p:set>
                                    <p:animEffect transition="in" filter="fade">
                                      <p:cBhvr>
                                        <p:cTn id="44" dur="500"/>
                                        <p:tgtEl>
                                          <p:spTgt spid="45"/>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35"/>
                                        </p:tgtEl>
                                        <p:attrNameLst>
                                          <p:attrName>style.visibility</p:attrName>
                                        </p:attrNameLst>
                                      </p:cBhvr>
                                      <p:to>
                                        <p:strVal val="visible"/>
                                      </p:to>
                                    </p:set>
                                    <p:animEffect transition="in" filter="fade">
                                      <p:cBhvr>
                                        <p:cTn id="47" dur="500"/>
                                        <p:tgtEl>
                                          <p:spTgt spid="35"/>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49"/>
                                        </p:tgtEl>
                                        <p:attrNameLst>
                                          <p:attrName>style.visibility</p:attrName>
                                        </p:attrNameLst>
                                      </p:cBhvr>
                                      <p:to>
                                        <p:strVal val="visible"/>
                                      </p:to>
                                    </p:set>
                                    <p:animEffect transition="in" filter="fade">
                                      <p:cBhvr>
                                        <p:cTn id="50" dur="500"/>
                                        <p:tgtEl>
                                          <p:spTgt spid="49"/>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39"/>
                                        </p:tgtEl>
                                        <p:attrNameLst>
                                          <p:attrName>style.visibility</p:attrName>
                                        </p:attrNameLst>
                                      </p:cBhvr>
                                      <p:to>
                                        <p:strVal val="visible"/>
                                      </p:to>
                                    </p:set>
                                    <p:animEffect transition="in" filter="fade">
                                      <p:cBhvr>
                                        <p:cTn id="53" dur="500"/>
                                        <p:tgtEl>
                                          <p:spTgt spid="39"/>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4"/>
                                        </p:tgtEl>
                                        <p:attrNameLst>
                                          <p:attrName>style.visibility</p:attrName>
                                        </p:attrNameLst>
                                      </p:cBhvr>
                                      <p:to>
                                        <p:strVal val="visible"/>
                                      </p:to>
                                    </p:set>
                                    <p:animEffect transition="in" filter="fade">
                                      <p:cBhvr>
                                        <p:cTn id="56" dur="500"/>
                                        <p:tgtEl>
                                          <p:spTgt spid="44"/>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32"/>
                                        </p:tgtEl>
                                        <p:attrNameLst>
                                          <p:attrName>style.visibility</p:attrName>
                                        </p:attrNameLst>
                                      </p:cBhvr>
                                      <p:to>
                                        <p:strVal val="visible"/>
                                      </p:to>
                                    </p:set>
                                    <p:animEffect transition="in" filter="fade">
                                      <p:cBhvr>
                                        <p:cTn id="59" dur="500"/>
                                        <p:tgtEl>
                                          <p:spTgt spid="32"/>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30"/>
                                        </p:tgtEl>
                                        <p:attrNameLst>
                                          <p:attrName>style.visibility</p:attrName>
                                        </p:attrNameLst>
                                      </p:cBhvr>
                                      <p:to>
                                        <p:strVal val="visible"/>
                                      </p:to>
                                    </p:set>
                                    <p:animEffect transition="in" filter="fade">
                                      <p:cBhvr>
                                        <p:cTn id="62" dur="500"/>
                                        <p:tgtEl>
                                          <p:spTgt spid="30"/>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38"/>
                                        </p:tgtEl>
                                        <p:attrNameLst>
                                          <p:attrName>style.visibility</p:attrName>
                                        </p:attrNameLst>
                                      </p:cBhvr>
                                      <p:to>
                                        <p:strVal val="visible"/>
                                      </p:to>
                                    </p:set>
                                    <p:animEffect transition="in" filter="fade">
                                      <p:cBhvr>
                                        <p:cTn id="65" dur="500"/>
                                        <p:tgtEl>
                                          <p:spTgt spid="38"/>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42"/>
                                        </p:tgtEl>
                                        <p:attrNameLst>
                                          <p:attrName>style.visibility</p:attrName>
                                        </p:attrNameLst>
                                      </p:cBhvr>
                                      <p:to>
                                        <p:strVal val="visible"/>
                                      </p:to>
                                    </p:set>
                                    <p:animEffect transition="in" filter="fade">
                                      <p:cBhvr>
                                        <p:cTn id="68" dur="500"/>
                                        <p:tgtEl>
                                          <p:spTgt spid="42"/>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37"/>
                                        </p:tgtEl>
                                        <p:attrNameLst>
                                          <p:attrName>style.visibility</p:attrName>
                                        </p:attrNameLst>
                                      </p:cBhvr>
                                      <p:to>
                                        <p:strVal val="visible"/>
                                      </p:to>
                                    </p:set>
                                    <p:animEffect transition="in" filter="fade">
                                      <p:cBhvr>
                                        <p:cTn id="71" dur="500"/>
                                        <p:tgtEl>
                                          <p:spTgt spid="37"/>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46"/>
                                        </p:tgtEl>
                                        <p:attrNameLst>
                                          <p:attrName>style.visibility</p:attrName>
                                        </p:attrNameLst>
                                      </p:cBhvr>
                                      <p:to>
                                        <p:strVal val="visible"/>
                                      </p:to>
                                    </p:set>
                                    <p:animEffect transition="in" filter="fade">
                                      <p:cBhvr>
                                        <p:cTn id="74" dur="500"/>
                                        <p:tgtEl>
                                          <p:spTgt spid="46"/>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29"/>
                                        </p:tgtEl>
                                        <p:attrNameLst>
                                          <p:attrName>style.visibility</p:attrName>
                                        </p:attrNameLst>
                                      </p:cBhvr>
                                      <p:to>
                                        <p:strVal val="visible"/>
                                      </p:to>
                                    </p:set>
                                    <p:animEffect transition="in" filter="fade">
                                      <p:cBhvr>
                                        <p:cTn id="77" dur="500"/>
                                        <p:tgtEl>
                                          <p:spTgt spid="29"/>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28"/>
                                        </p:tgtEl>
                                        <p:attrNameLst>
                                          <p:attrName>style.visibility</p:attrName>
                                        </p:attrNameLst>
                                      </p:cBhvr>
                                      <p:to>
                                        <p:strVal val="visible"/>
                                      </p:to>
                                    </p:set>
                                    <p:animEffect transition="in" filter="fade">
                                      <p:cBhvr>
                                        <p:cTn id="80"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27" grpId="0" animBg="1"/>
      <p:bldP spid="28" grpId="0" animBg="1"/>
      <p:bldP spid="29" grpId="0" animBg="1"/>
      <p:bldP spid="30" grpId="0" animBg="1"/>
      <p:bldP spid="31" grpId="0" animBg="1"/>
      <p:bldP spid="32" grpId="0" animBg="1"/>
      <p:bldP spid="34"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P spid="46" grpId="0" animBg="1"/>
      <p:bldP spid="49"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68</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6167709" y="1749238"/>
            <a:ext cx="1728231" cy="1421838"/>
          </a:xfrm>
          <a:custGeom>
            <a:avLst/>
            <a:gdLst>
              <a:gd name="connsiteX0" fmla="*/ 0 w 1728231"/>
              <a:gd name="connsiteY0" fmla="*/ 0 h 1421838"/>
              <a:gd name="connsiteX1" fmla="*/ 145669 w 1728231"/>
              <a:gd name="connsiteY1" fmla="*/ 7356 h 1421838"/>
              <a:gd name="connsiteX2" fmla="*/ 1691260 w 1728231"/>
              <a:gd name="connsiteY2" fmla="*/ 933742 h 1421838"/>
              <a:gd name="connsiteX3" fmla="*/ 1728231 w 1728231"/>
              <a:gd name="connsiteY3" fmla="*/ 994599 h 1421838"/>
              <a:gd name="connsiteX4" fmla="*/ 873752 w 1728231"/>
              <a:gd name="connsiteY4" fmla="*/ 1421838 h 1421838"/>
              <a:gd name="connsiteX5" fmla="*/ 0 w 1728231"/>
              <a:gd name="connsiteY5" fmla="*/ 984962 h 142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8231" h="1421838">
                <a:moveTo>
                  <a:pt x="0" y="0"/>
                </a:moveTo>
                <a:lnTo>
                  <a:pt x="145669" y="7356"/>
                </a:lnTo>
                <a:cubicBezTo>
                  <a:pt x="788919" y="72681"/>
                  <a:pt x="1347397" y="424758"/>
                  <a:pt x="1691260" y="933742"/>
                </a:cubicBezTo>
                <a:lnTo>
                  <a:pt x="1728231" y="994599"/>
                </a:lnTo>
                <a:lnTo>
                  <a:pt x="873752" y="1421838"/>
                </a:lnTo>
                <a:lnTo>
                  <a:pt x="0" y="984962"/>
                </a:lnTo>
                <a:close/>
              </a:path>
            </a:pathLst>
          </a:custGeom>
          <a:solidFill>
            <a:schemeClr val="tx1">
              <a:lumMod val="75000"/>
              <a:lumOff val="2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98050" tIns="438741" rIns="398050" bIns="438741" numCol="1" spcCol="1270" anchor="ctr" anchorCtr="0">
            <a:noAutofit/>
          </a:bodyPr>
          <a:lstStyle/>
          <a:p>
            <a:pPr lvl="0" algn="ctr" defTabSz="1466850">
              <a:lnSpc>
                <a:spcPct val="90000"/>
              </a:lnSpc>
              <a:spcBef>
                <a:spcPct val="0"/>
              </a:spcBef>
              <a:spcAft>
                <a:spcPct val="35000"/>
              </a:spcAft>
            </a:pPr>
            <a:endParaRPr lang="en-US" sz="3300" kern="1200">
              <a:solidFill>
                <a:schemeClr val="bg1"/>
              </a:solidFill>
            </a:endParaRPr>
          </a:p>
        </p:txBody>
      </p:sp>
      <p:sp>
        <p:nvSpPr>
          <p:cNvPr id="15" name="Freeform 14"/>
          <p:cNvSpPr/>
          <p:nvPr/>
        </p:nvSpPr>
        <p:spPr>
          <a:xfrm>
            <a:off x="7107747" y="2872068"/>
            <a:ext cx="1114321" cy="1999236"/>
          </a:xfrm>
          <a:custGeom>
            <a:avLst/>
            <a:gdLst>
              <a:gd name="connsiteX0" fmla="*/ 864361 w 1114321"/>
              <a:gd name="connsiteY0" fmla="*/ 0 h 1999236"/>
              <a:gd name="connsiteX1" fmla="*/ 947244 w 1114321"/>
              <a:gd name="connsiteY1" fmla="*/ 172056 h 1999236"/>
              <a:gd name="connsiteX2" fmla="*/ 1114321 w 1114321"/>
              <a:gd name="connsiteY2" fmla="*/ 999617 h 1999236"/>
              <a:gd name="connsiteX3" fmla="*/ 947244 w 1114321"/>
              <a:gd name="connsiteY3" fmla="*/ 1827179 h 1999236"/>
              <a:gd name="connsiteX4" fmla="*/ 864360 w 1114321"/>
              <a:gd name="connsiteY4" fmla="*/ 1999236 h 1999236"/>
              <a:gd name="connsiteX5" fmla="*/ 0 w 1114321"/>
              <a:gd name="connsiteY5" fmla="*/ 1567056 h 1999236"/>
              <a:gd name="connsiteX6" fmla="*/ 0 w 1114321"/>
              <a:gd name="connsiteY6" fmla="*/ 432181 h 1999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4321" h="1999236">
                <a:moveTo>
                  <a:pt x="864361" y="0"/>
                </a:moveTo>
                <a:lnTo>
                  <a:pt x="947244" y="172056"/>
                </a:lnTo>
                <a:cubicBezTo>
                  <a:pt x="1054829" y="426415"/>
                  <a:pt x="1114321" y="706068"/>
                  <a:pt x="1114321" y="999617"/>
                </a:cubicBezTo>
                <a:cubicBezTo>
                  <a:pt x="1114321" y="1293166"/>
                  <a:pt x="1054829" y="1572820"/>
                  <a:pt x="947244" y="1827179"/>
                </a:cubicBezTo>
                <a:lnTo>
                  <a:pt x="864360" y="1999236"/>
                </a:lnTo>
                <a:lnTo>
                  <a:pt x="0" y="1567056"/>
                </a:lnTo>
                <a:lnTo>
                  <a:pt x="0" y="432181"/>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a:off x="6167708" y="4572296"/>
            <a:ext cx="1728230" cy="1421837"/>
          </a:xfrm>
          <a:custGeom>
            <a:avLst/>
            <a:gdLst>
              <a:gd name="connsiteX0" fmla="*/ 873752 w 1728230"/>
              <a:gd name="connsiteY0" fmla="*/ 0 h 1421837"/>
              <a:gd name="connsiteX1" fmla="*/ 1728230 w 1728230"/>
              <a:gd name="connsiteY1" fmla="*/ 427240 h 1421837"/>
              <a:gd name="connsiteX2" fmla="*/ 1691260 w 1728230"/>
              <a:gd name="connsiteY2" fmla="*/ 488095 h 1421837"/>
              <a:gd name="connsiteX3" fmla="*/ 145669 w 1728230"/>
              <a:gd name="connsiteY3" fmla="*/ 1414482 h 1421837"/>
              <a:gd name="connsiteX4" fmla="*/ 0 w 1728230"/>
              <a:gd name="connsiteY4" fmla="*/ 1421837 h 1421837"/>
              <a:gd name="connsiteX5" fmla="*/ 0 w 1728230"/>
              <a:gd name="connsiteY5" fmla="*/ 436877 h 1421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8230" h="1421837">
                <a:moveTo>
                  <a:pt x="873752" y="0"/>
                </a:moveTo>
                <a:lnTo>
                  <a:pt x="1728230" y="427240"/>
                </a:lnTo>
                <a:lnTo>
                  <a:pt x="1691260" y="488095"/>
                </a:lnTo>
                <a:cubicBezTo>
                  <a:pt x="1347397" y="997079"/>
                  <a:pt x="788919" y="1349156"/>
                  <a:pt x="145669" y="1414482"/>
                </a:cubicBezTo>
                <a:lnTo>
                  <a:pt x="0" y="1421837"/>
                </a:lnTo>
                <a:lnTo>
                  <a:pt x="0" y="436877"/>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a:off x="4296903" y="4572295"/>
            <a:ext cx="1731003" cy="1422020"/>
          </a:xfrm>
          <a:custGeom>
            <a:avLst/>
            <a:gdLst>
              <a:gd name="connsiteX0" fmla="*/ 857251 w 1731003"/>
              <a:gd name="connsiteY0" fmla="*/ 0 h 1422020"/>
              <a:gd name="connsiteX1" fmla="*/ 1731003 w 1731003"/>
              <a:gd name="connsiteY1" fmla="*/ 436877 h 1422020"/>
              <a:gd name="connsiteX2" fmla="*/ 1731003 w 1731003"/>
              <a:gd name="connsiteY2" fmla="*/ 1422020 h 1422020"/>
              <a:gd name="connsiteX3" fmla="*/ 1581719 w 1731003"/>
              <a:gd name="connsiteY3" fmla="*/ 1414482 h 1422020"/>
              <a:gd name="connsiteX4" fmla="*/ 36128 w 1731003"/>
              <a:gd name="connsiteY4" fmla="*/ 488095 h 1422020"/>
              <a:gd name="connsiteX5" fmla="*/ 0 w 1731003"/>
              <a:gd name="connsiteY5" fmla="*/ 428627 h 1422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1003" h="1422020">
                <a:moveTo>
                  <a:pt x="857251" y="0"/>
                </a:moveTo>
                <a:lnTo>
                  <a:pt x="1731003" y="436877"/>
                </a:lnTo>
                <a:lnTo>
                  <a:pt x="1731003" y="1422020"/>
                </a:lnTo>
                <a:lnTo>
                  <a:pt x="1581719" y="1414482"/>
                </a:lnTo>
                <a:cubicBezTo>
                  <a:pt x="938470" y="1349156"/>
                  <a:pt x="379991" y="997079"/>
                  <a:pt x="36128" y="488095"/>
                </a:cubicBezTo>
                <a:lnTo>
                  <a:pt x="0" y="428627"/>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17"/>
          <p:cNvSpPr/>
          <p:nvPr/>
        </p:nvSpPr>
        <p:spPr>
          <a:xfrm>
            <a:off x="3969932" y="2872068"/>
            <a:ext cx="1114321" cy="1999236"/>
          </a:xfrm>
          <a:custGeom>
            <a:avLst/>
            <a:gdLst>
              <a:gd name="connsiteX0" fmla="*/ 249961 w 1114321"/>
              <a:gd name="connsiteY0" fmla="*/ 0 h 1999236"/>
              <a:gd name="connsiteX1" fmla="*/ 1114321 w 1114321"/>
              <a:gd name="connsiteY1" fmla="*/ 432181 h 1999236"/>
              <a:gd name="connsiteX2" fmla="*/ 1114321 w 1114321"/>
              <a:gd name="connsiteY2" fmla="*/ 1567056 h 1999236"/>
              <a:gd name="connsiteX3" fmla="*/ 249962 w 1114321"/>
              <a:gd name="connsiteY3" fmla="*/ 1999236 h 1999236"/>
              <a:gd name="connsiteX4" fmla="*/ 167077 w 1114321"/>
              <a:gd name="connsiteY4" fmla="*/ 1827179 h 1999236"/>
              <a:gd name="connsiteX5" fmla="*/ 0 w 1114321"/>
              <a:gd name="connsiteY5" fmla="*/ 999617 h 1999236"/>
              <a:gd name="connsiteX6" fmla="*/ 167077 w 1114321"/>
              <a:gd name="connsiteY6" fmla="*/ 172056 h 1999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4321" h="1999236">
                <a:moveTo>
                  <a:pt x="249961" y="0"/>
                </a:moveTo>
                <a:lnTo>
                  <a:pt x="1114321" y="432181"/>
                </a:lnTo>
                <a:lnTo>
                  <a:pt x="1114321" y="1567056"/>
                </a:lnTo>
                <a:lnTo>
                  <a:pt x="249962" y="1999236"/>
                </a:lnTo>
                <a:lnTo>
                  <a:pt x="167077" y="1827179"/>
                </a:lnTo>
                <a:cubicBezTo>
                  <a:pt x="59492" y="1572820"/>
                  <a:pt x="0" y="1293166"/>
                  <a:pt x="0" y="999617"/>
                </a:cubicBezTo>
                <a:cubicBezTo>
                  <a:pt x="0" y="706068"/>
                  <a:pt x="59492" y="426415"/>
                  <a:pt x="167077" y="172056"/>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18"/>
          <p:cNvSpPr/>
          <p:nvPr/>
        </p:nvSpPr>
        <p:spPr>
          <a:xfrm>
            <a:off x="4296901" y="1749056"/>
            <a:ext cx="1731004" cy="1422020"/>
          </a:xfrm>
          <a:custGeom>
            <a:avLst/>
            <a:gdLst>
              <a:gd name="connsiteX0" fmla="*/ 1731004 w 1731004"/>
              <a:gd name="connsiteY0" fmla="*/ 0 h 1422020"/>
              <a:gd name="connsiteX1" fmla="*/ 1731004 w 1731004"/>
              <a:gd name="connsiteY1" fmla="*/ 985144 h 1422020"/>
              <a:gd name="connsiteX2" fmla="*/ 857252 w 1731004"/>
              <a:gd name="connsiteY2" fmla="*/ 1422020 h 1422020"/>
              <a:gd name="connsiteX3" fmla="*/ 0 w 1731004"/>
              <a:gd name="connsiteY3" fmla="*/ 993394 h 1422020"/>
              <a:gd name="connsiteX4" fmla="*/ 36129 w 1731004"/>
              <a:gd name="connsiteY4" fmla="*/ 933924 h 1422020"/>
              <a:gd name="connsiteX5" fmla="*/ 1581720 w 1731004"/>
              <a:gd name="connsiteY5" fmla="*/ 7538 h 1422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1004" h="1422020">
                <a:moveTo>
                  <a:pt x="1731004" y="0"/>
                </a:moveTo>
                <a:lnTo>
                  <a:pt x="1731004" y="985144"/>
                </a:lnTo>
                <a:lnTo>
                  <a:pt x="857252" y="1422020"/>
                </a:lnTo>
                <a:lnTo>
                  <a:pt x="0" y="993394"/>
                </a:lnTo>
                <a:lnTo>
                  <a:pt x="36129" y="933924"/>
                </a:lnTo>
                <a:cubicBezTo>
                  <a:pt x="379992" y="424940"/>
                  <a:pt x="938471" y="72863"/>
                  <a:pt x="1581720" y="7538"/>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6615304" y="2229233"/>
            <a:ext cx="492443" cy="461665"/>
          </a:xfrm>
          <a:prstGeom prst="rect">
            <a:avLst/>
          </a:prstGeom>
        </p:spPr>
        <p:txBody>
          <a:bodyPr wrap="none">
            <a:spAutoFit/>
          </a:bodyPr>
          <a:lstStyle/>
          <a:p>
            <a:r>
              <a:rPr lang="en-US" sz="2400">
                <a:solidFill>
                  <a:schemeClr val="bg1"/>
                </a:solidFill>
                <a:latin typeface="FontAwesome" pitchFamily="2" charset="0"/>
              </a:rPr>
              <a:t></a:t>
            </a:r>
            <a:endParaRPr lang="en-US" sz="2400">
              <a:solidFill>
                <a:schemeClr val="bg1"/>
              </a:solidFill>
            </a:endParaRPr>
          </a:p>
        </p:txBody>
      </p:sp>
      <p:sp>
        <p:nvSpPr>
          <p:cNvPr id="21" name="Rectangle 20"/>
          <p:cNvSpPr/>
          <p:nvPr/>
        </p:nvSpPr>
        <p:spPr>
          <a:xfrm>
            <a:off x="7484409" y="3640853"/>
            <a:ext cx="360996" cy="461665"/>
          </a:xfrm>
          <a:prstGeom prst="rect">
            <a:avLst/>
          </a:prstGeom>
        </p:spPr>
        <p:txBody>
          <a:bodyPr wrap="none">
            <a:spAutoFit/>
          </a:bodyPr>
          <a:lstStyle/>
          <a:p>
            <a:r>
              <a:rPr lang="en-US" sz="2400">
                <a:solidFill>
                  <a:schemeClr val="bg1"/>
                </a:solidFill>
                <a:latin typeface="FontAwesome" pitchFamily="2" charset="0"/>
              </a:rPr>
              <a:t></a:t>
            </a:r>
            <a:endParaRPr lang="en-US" sz="2400">
              <a:solidFill>
                <a:schemeClr val="bg1"/>
              </a:solidFill>
            </a:endParaRPr>
          </a:p>
        </p:txBody>
      </p:sp>
      <p:sp>
        <p:nvSpPr>
          <p:cNvPr id="22" name="Rectangle 21"/>
          <p:cNvSpPr/>
          <p:nvPr/>
        </p:nvSpPr>
        <p:spPr>
          <a:xfrm>
            <a:off x="6636944" y="5052381"/>
            <a:ext cx="449162" cy="461665"/>
          </a:xfrm>
          <a:prstGeom prst="rect">
            <a:avLst/>
          </a:prstGeom>
        </p:spPr>
        <p:txBody>
          <a:bodyPr wrap="none">
            <a:spAutoFit/>
          </a:bodyPr>
          <a:lstStyle/>
          <a:p>
            <a:r>
              <a:rPr lang="en-US" sz="2400">
                <a:solidFill>
                  <a:schemeClr val="bg1"/>
                </a:solidFill>
                <a:latin typeface="FontAwesome" pitchFamily="2" charset="0"/>
              </a:rPr>
              <a:t></a:t>
            </a:r>
            <a:endParaRPr lang="en-US" sz="2400">
              <a:solidFill>
                <a:schemeClr val="bg1"/>
              </a:solidFill>
            </a:endParaRPr>
          </a:p>
        </p:txBody>
      </p:sp>
      <p:sp>
        <p:nvSpPr>
          <p:cNvPr id="23" name="Rectangle 22"/>
          <p:cNvSpPr/>
          <p:nvPr/>
        </p:nvSpPr>
        <p:spPr>
          <a:xfrm>
            <a:off x="5084253" y="2275399"/>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4" name="Rectangle 23"/>
          <p:cNvSpPr/>
          <p:nvPr/>
        </p:nvSpPr>
        <p:spPr>
          <a:xfrm>
            <a:off x="4319343" y="3687019"/>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5" name="Rectangle 24"/>
          <p:cNvSpPr/>
          <p:nvPr/>
        </p:nvSpPr>
        <p:spPr>
          <a:xfrm>
            <a:off x="5092268" y="5098547"/>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6" name="TextBox 25"/>
          <p:cNvSpPr txBox="1"/>
          <p:nvPr/>
        </p:nvSpPr>
        <p:spPr>
          <a:xfrm>
            <a:off x="8035744" y="1749056"/>
            <a:ext cx="3055532"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7" name="TextBox 26"/>
          <p:cNvSpPr txBox="1"/>
          <p:nvPr/>
        </p:nvSpPr>
        <p:spPr>
          <a:xfrm>
            <a:off x="8526868" y="3486964"/>
            <a:ext cx="3055532"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8" name="TextBox 27"/>
          <p:cNvSpPr txBox="1"/>
          <p:nvPr/>
        </p:nvSpPr>
        <p:spPr>
          <a:xfrm>
            <a:off x="8035744" y="5224692"/>
            <a:ext cx="3055532"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06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9" name="TextBox 28"/>
          <p:cNvSpPr txBox="1"/>
          <p:nvPr/>
        </p:nvSpPr>
        <p:spPr>
          <a:xfrm>
            <a:off x="1410738" y="1749055"/>
            <a:ext cx="2746359" cy="7694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0" name="TextBox 29"/>
          <p:cNvSpPr txBox="1"/>
          <p:nvPr/>
        </p:nvSpPr>
        <p:spPr>
          <a:xfrm>
            <a:off x="1410738" y="5224692"/>
            <a:ext cx="2746359" cy="7694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1" name="TextBox 30"/>
          <p:cNvSpPr txBox="1"/>
          <p:nvPr/>
        </p:nvSpPr>
        <p:spPr>
          <a:xfrm>
            <a:off x="5141512" y="3140716"/>
            <a:ext cx="1908976" cy="1461939"/>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CIRCULAR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PROFESSIONAL</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2" name="TextBox 31"/>
          <p:cNvSpPr txBox="1"/>
          <p:nvPr/>
        </p:nvSpPr>
        <p:spPr>
          <a:xfrm>
            <a:off x="918773" y="3486964"/>
            <a:ext cx="2746359" cy="7694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Tree>
    <p:extLst>
      <p:ext uri="{BB962C8B-B14F-4D97-AF65-F5344CB8AC3E}">
        <p14:creationId xmlns:p14="http://schemas.microsoft.com/office/powerpoint/2010/main" val="2288130197"/>
      </p:ext>
    </p:extLst>
  </p:cSld>
  <p:clrMapOvr>
    <a:masterClrMapping/>
  </p:clrMapOvr>
  <mc:AlternateContent xmlns:mc="http://schemas.openxmlformats.org/markup-compatibility/2006" xmlns:p14="http://schemas.microsoft.com/office/powerpoint/2010/main">
    <mc:Choice Requires="p14">
      <p:transition spd="slow" p14:dur="1600">
        <p14:gallery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fade">
                                      <p:cBhvr>
                                        <p:cTn id="11" dur="500"/>
                                        <p:tgtEl>
                                          <p:spTgt spid="1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500"/>
                                        <p:tgtEl>
                                          <p:spTgt spid="15"/>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500"/>
                                        <p:tgtEl>
                                          <p:spTgt spid="16"/>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fade">
                                      <p:cBhvr>
                                        <p:cTn id="31" dur="500"/>
                                        <p:tgtEl>
                                          <p:spTgt spid="31"/>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fade">
                                      <p:cBhvr>
                                        <p:cTn id="35" dur="500"/>
                                        <p:tgtEl>
                                          <p:spTgt spid="30"/>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32"/>
                                        </p:tgtEl>
                                        <p:attrNameLst>
                                          <p:attrName>style.visibility</p:attrName>
                                        </p:attrNameLst>
                                      </p:cBhvr>
                                      <p:to>
                                        <p:strVal val="visible"/>
                                      </p:to>
                                    </p:set>
                                    <p:animEffect transition="in" filter="fade">
                                      <p:cBhvr>
                                        <p:cTn id="39" dur="500"/>
                                        <p:tgtEl>
                                          <p:spTgt spid="32"/>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29"/>
                                        </p:tgtEl>
                                        <p:attrNameLst>
                                          <p:attrName>style.visibility</p:attrName>
                                        </p:attrNameLst>
                                      </p:cBhvr>
                                      <p:to>
                                        <p:strVal val="visible"/>
                                      </p:to>
                                    </p:set>
                                    <p:animEffect transition="in" filter="fade">
                                      <p:cBhvr>
                                        <p:cTn id="43" dur="500"/>
                                        <p:tgtEl>
                                          <p:spTgt spid="29"/>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fade">
                                      <p:cBhvr>
                                        <p:cTn id="51" dur="500"/>
                                        <p:tgtEl>
                                          <p:spTgt spid="27"/>
                                        </p:tgtEl>
                                      </p:cBhvr>
                                    </p:animEffect>
                                  </p:childTnLst>
                                </p:cTn>
                              </p:par>
                            </p:childTnLst>
                          </p:cTn>
                        </p:par>
                        <p:par>
                          <p:cTn id="52" fill="hold">
                            <p:stCondLst>
                              <p:cond delay="6000"/>
                            </p:stCondLst>
                            <p:childTnLst>
                              <p:par>
                                <p:cTn id="53" presetID="10" presetClass="entr" presetSubtype="0" fill="hold" grpId="0" nodeType="afterEffect">
                                  <p:stCondLst>
                                    <p:cond delay="0"/>
                                  </p:stCondLst>
                                  <p:childTnLst>
                                    <p:set>
                                      <p:cBhvr>
                                        <p:cTn id="54" dur="1" fill="hold">
                                          <p:stCondLst>
                                            <p:cond delay="0"/>
                                          </p:stCondLst>
                                        </p:cTn>
                                        <p:tgtEl>
                                          <p:spTgt spid="28"/>
                                        </p:tgtEl>
                                        <p:attrNameLst>
                                          <p:attrName>style.visibility</p:attrName>
                                        </p:attrNameLst>
                                      </p:cBhvr>
                                      <p:to>
                                        <p:strVal val="visible"/>
                                      </p:to>
                                    </p:set>
                                    <p:animEffect transition="in" filter="fade">
                                      <p:cBhvr>
                                        <p:cTn id="55"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19" grpId="0" animBg="1"/>
      <p:bldP spid="26" grpId="0"/>
      <p:bldP spid="27" grpId="0"/>
      <p:bldP spid="28" grpId="0"/>
      <p:bldP spid="29" grpId="0"/>
      <p:bldP spid="30" grpId="0"/>
      <p:bldP spid="31" grpId="0"/>
      <p:bldP spid="32"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69</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4267200" y="1981812"/>
            <a:ext cx="1828800" cy="1828800"/>
          </a:xfrm>
          <a:custGeom>
            <a:avLst/>
            <a:gdLst>
              <a:gd name="connsiteX0" fmla="*/ 1828800 w 1828800"/>
              <a:gd name="connsiteY0" fmla="*/ 0 h 1828800"/>
              <a:gd name="connsiteX1" fmla="*/ 1828800 w 1828800"/>
              <a:gd name="connsiteY1" fmla="*/ 828410 h 1828800"/>
              <a:gd name="connsiteX2" fmla="*/ 828410 w 1828800"/>
              <a:gd name="connsiteY2" fmla="*/ 1828800 h 1828800"/>
              <a:gd name="connsiteX3" fmla="*/ 0 w 1828800"/>
              <a:gd name="connsiteY3" fmla="*/ 1828800 h 1828800"/>
              <a:gd name="connsiteX4" fmla="*/ 1828800 w 1828800"/>
              <a:gd name="connsiteY4" fmla="*/ 0 h 182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800" h="1828800">
                <a:moveTo>
                  <a:pt x="1828800" y="0"/>
                </a:moveTo>
                <a:lnTo>
                  <a:pt x="1828800" y="828410"/>
                </a:lnTo>
                <a:cubicBezTo>
                  <a:pt x="1276300" y="828410"/>
                  <a:pt x="828410" y="1276300"/>
                  <a:pt x="828410" y="1828800"/>
                </a:cubicBezTo>
                <a:lnTo>
                  <a:pt x="0" y="1828800"/>
                </a:lnTo>
                <a:cubicBezTo>
                  <a:pt x="0" y="818782"/>
                  <a:pt x="818782" y="0"/>
                  <a:pt x="1828800"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5" name="Freeform 14"/>
          <p:cNvSpPr/>
          <p:nvPr/>
        </p:nvSpPr>
        <p:spPr>
          <a:xfrm>
            <a:off x="6096000" y="1981812"/>
            <a:ext cx="1828800" cy="1828800"/>
          </a:xfrm>
          <a:custGeom>
            <a:avLst/>
            <a:gdLst>
              <a:gd name="connsiteX0" fmla="*/ 0 w 1828800"/>
              <a:gd name="connsiteY0" fmla="*/ 0 h 1828800"/>
              <a:gd name="connsiteX1" fmla="*/ 1828800 w 1828800"/>
              <a:gd name="connsiteY1" fmla="*/ 1828800 h 1828800"/>
              <a:gd name="connsiteX2" fmla="*/ 1000390 w 1828800"/>
              <a:gd name="connsiteY2" fmla="*/ 1828800 h 1828800"/>
              <a:gd name="connsiteX3" fmla="*/ 0 w 1828800"/>
              <a:gd name="connsiteY3" fmla="*/ 828410 h 1828800"/>
            </a:gdLst>
            <a:ahLst/>
            <a:cxnLst>
              <a:cxn ang="0">
                <a:pos x="connsiteX0" y="connsiteY0"/>
              </a:cxn>
              <a:cxn ang="0">
                <a:pos x="connsiteX1" y="connsiteY1"/>
              </a:cxn>
              <a:cxn ang="0">
                <a:pos x="connsiteX2" y="connsiteY2"/>
              </a:cxn>
              <a:cxn ang="0">
                <a:pos x="connsiteX3" y="connsiteY3"/>
              </a:cxn>
            </a:cxnLst>
            <a:rect l="l" t="t" r="r" b="b"/>
            <a:pathLst>
              <a:path w="1828800" h="1828800">
                <a:moveTo>
                  <a:pt x="0" y="0"/>
                </a:moveTo>
                <a:cubicBezTo>
                  <a:pt x="1010018" y="0"/>
                  <a:pt x="1828800" y="818782"/>
                  <a:pt x="1828800" y="1828800"/>
                </a:cubicBezTo>
                <a:lnTo>
                  <a:pt x="1000390" y="1828800"/>
                </a:lnTo>
                <a:cubicBezTo>
                  <a:pt x="1000390" y="1276300"/>
                  <a:pt x="552500" y="828410"/>
                  <a:pt x="0" y="828410"/>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 name="Freeform 15"/>
          <p:cNvSpPr/>
          <p:nvPr/>
        </p:nvSpPr>
        <p:spPr>
          <a:xfrm>
            <a:off x="4267200" y="3810612"/>
            <a:ext cx="1828800" cy="1828800"/>
          </a:xfrm>
          <a:custGeom>
            <a:avLst/>
            <a:gdLst>
              <a:gd name="connsiteX0" fmla="*/ 0 w 1828800"/>
              <a:gd name="connsiteY0" fmla="*/ 0 h 1828800"/>
              <a:gd name="connsiteX1" fmla="*/ 828410 w 1828800"/>
              <a:gd name="connsiteY1" fmla="*/ 0 h 1828800"/>
              <a:gd name="connsiteX2" fmla="*/ 1828800 w 1828800"/>
              <a:gd name="connsiteY2" fmla="*/ 1000390 h 1828800"/>
              <a:gd name="connsiteX3" fmla="*/ 1828800 w 1828800"/>
              <a:gd name="connsiteY3" fmla="*/ 1828800 h 1828800"/>
              <a:gd name="connsiteX4" fmla="*/ 0 w 1828800"/>
              <a:gd name="connsiteY4" fmla="*/ 0 h 182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800" h="1828800">
                <a:moveTo>
                  <a:pt x="0" y="0"/>
                </a:moveTo>
                <a:lnTo>
                  <a:pt x="828410" y="0"/>
                </a:lnTo>
                <a:cubicBezTo>
                  <a:pt x="828410" y="552500"/>
                  <a:pt x="1276300" y="1000390"/>
                  <a:pt x="1828800" y="1000390"/>
                </a:cubicBezTo>
                <a:lnTo>
                  <a:pt x="1828800" y="1828800"/>
                </a:lnTo>
                <a:cubicBezTo>
                  <a:pt x="818782" y="1828800"/>
                  <a:pt x="0" y="1010018"/>
                  <a:pt x="0" y="0"/>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7" name="Freeform 16"/>
          <p:cNvSpPr/>
          <p:nvPr/>
        </p:nvSpPr>
        <p:spPr>
          <a:xfrm>
            <a:off x="6096000" y="3810612"/>
            <a:ext cx="1828800" cy="1828800"/>
          </a:xfrm>
          <a:custGeom>
            <a:avLst/>
            <a:gdLst>
              <a:gd name="connsiteX0" fmla="*/ 1000390 w 1828800"/>
              <a:gd name="connsiteY0" fmla="*/ 0 h 1828800"/>
              <a:gd name="connsiteX1" fmla="*/ 1828800 w 1828800"/>
              <a:gd name="connsiteY1" fmla="*/ 0 h 1828800"/>
              <a:gd name="connsiteX2" fmla="*/ 0 w 1828800"/>
              <a:gd name="connsiteY2" fmla="*/ 1828800 h 1828800"/>
              <a:gd name="connsiteX3" fmla="*/ 0 w 1828800"/>
              <a:gd name="connsiteY3" fmla="*/ 1000390 h 1828800"/>
              <a:gd name="connsiteX4" fmla="*/ 1000390 w 1828800"/>
              <a:gd name="connsiteY4" fmla="*/ 0 h 182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800" h="1828800">
                <a:moveTo>
                  <a:pt x="1000390" y="0"/>
                </a:moveTo>
                <a:lnTo>
                  <a:pt x="1828800" y="0"/>
                </a:lnTo>
                <a:cubicBezTo>
                  <a:pt x="1828800" y="1010018"/>
                  <a:pt x="1010018" y="1828800"/>
                  <a:pt x="0" y="1828800"/>
                </a:cubicBezTo>
                <a:lnTo>
                  <a:pt x="0" y="1000390"/>
                </a:lnTo>
                <a:cubicBezTo>
                  <a:pt x="552500" y="1000390"/>
                  <a:pt x="1000390" y="552500"/>
                  <a:pt x="1000390"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8" name="Oval 17"/>
          <p:cNvSpPr/>
          <p:nvPr/>
        </p:nvSpPr>
        <p:spPr>
          <a:xfrm>
            <a:off x="7272670" y="2369902"/>
            <a:ext cx="244548" cy="244548"/>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4667693" y="2369902"/>
            <a:ext cx="244548" cy="24454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7272670" y="5006774"/>
            <a:ext cx="244548" cy="24454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4667693" y="5006774"/>
            <a:ext cx="244548" cy="244548"/>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Arc 21"/>
          <p:cNvSpPr/>
          <p:nvPr/>
        </p:nvSpPr>
        <p:spPr>
          <a:xfrm>
            <a:off x="5282736" y="2997348"/>
            <a:ext cx="1626528" cy="1626528"/>
          </a:xfrm>
          <a:prstGeom prst="arc">
            <a:avLst>
              <a:gd name="adj1" fmla="val 16200000"/>
              <a:gd name="adj2" fmla="val 12593692"/>
            </a:avLst>
          </a:prstGeom>
          <a:ln w="1016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3" name="TextBox 22"/>
          <p:cNvSpPr txBox="1"/>
          <p:nvPr/>
        </p:nvSpPr>
        <p:spPr>
          <a:xfrm>
            <a:off x="5636579" y="3479752"/>
            <a:ext cx="918841" cy="661720"/>
          </a:xfrm>
          <a:prstGeom prst="rect">
            <a:avLst/>
          </a:prstGeom>
          <a:noFill/>
        </p:spPr>
        <p:txBody>
          <a:bodyPr wrap="none" rtlCol="0">
            <a:spAutoFit/>
          </a:bodyPr>
          <a:lstStyle/>
          <a:p>
            <a:pPr algn="ctr"/>
            <a:r>
              <a:rPr lang="en-US" sz="28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95%</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AVERAGE</a:t>
            </a:r>
          </a:p>
        </p:txBody>
      </p:sp>
      <p:sp>
        <p:nvSpPr>
          <p:cNvPr id="24" name="Rectangle 23"/>
          <p:cNvSpPr/>
          <p:nvPr/>
        </p:nvSpPr>
        <p:spPr>
          <a:xfrm>
            <a:off x="6794636" y="2711546"/>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5" name="Rectangle 24"/>
          <p:cNvSpPr/>
          <p:nvPr/>
        </p:nvSpPr>
        <p:spPr>
          <a:xfrm>
            <a:off x="6802651" y="4540346"/>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6" name="Rectangle 25"/>
          <p:cNvSpPr/>
          <p:nvPr/>
        </p:nvSpPr>
        <p:spPr>
          <a:xfrm>
            <a:off x="4883268" y="4540346"/>
            <a:ext cx="39946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7" name="Rectangle 26"/>
          <p:cNvSpPr/>
          <p:nvPr/>
        </p:nvSpPr>
        <p:spPr>
          <a:xfrm>
            <a:off x="4867238" y="2710229"/>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8" name="TextBox 27"/>
          <p:cNvSpPr txBox="1"/>
          <p:nvPr/>
        </p:nvSpPr>
        <p:spPr>
          <a:xfrm>
            <a:off x="7087491" y="3344184"/>
            <a:ext cx="800220"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Consulting</a:t>
            </a:r>
          </a:p>
        </p:txBody>
      </p:sp>
      <p:sp>
        <p:nvSpPr>
          <p:cNvPr id="29" name="TextBox 28"/>
          <p:cNvSpPr txBox="1"/>
          <p:nvPr/>
        </p:nvSpPr>
        <p:spPr>
          <a:xfrm>
            <a:off x="7201305" y="4043914"/>
            <a:ext cx="572593"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Design</a:t>
            </a:r>
          </a:p>
        </p:txBody>
      </p:sp>
      <p:sp>
        <p:nvSpPr>
          <p:cNvPr id="30" name="TextBox 29"/>
          <p:cNvSpPr txBox="1"/>
          <p:nvPr/>
        </p:nvSpPr>
        <p:spPr>
          <a:xfrm>
            <a:off x="4343178" y="3347131"/>
            <a:ext cx="728084"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Projectus</a:t>
            </a:r>
          </a:p>
        </p:txBody>
      </p:sp>
      <p:sp>
        <p:nvSpPr>
          <p:cNvPr id="31" name="TextBox 30"/>
          <p:cNvSpPr txBox="1"/>
          <p:nvPr/>
        </p:nvSpPr>
        <p:spPr>
          <a:xfrm>
            <a:off x="4393389" y="4047531"/>
            <a:ext cx="633508"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Filtered</a:t>
            </a:r>
          </a:p>
        </p:txBody>
      </p:sp>
      <p:sp>
        <p:nvSpPr>
          <p:cNvPr id="32" name="TextBox 31"/>
          <p:cNvSpPr txBox="1"/>
          <p:nvPr/>
        </p:nvSpPr>
        <p:spPr>
          <a:xfrm>
            <a:off x="7924800" y="2042069"/>
            <a:ext cx="3352800" cy="1046440"/>
          </a:xfrm>
          <a:prstGeom prst="rect">
            <a:avLst/>
          </a:prstGeom>
          <a:noFill/>
        </p:spPr>
        <p:txBody>
          <a:bodyPr wrap="square" rtlCol="0">
            <a:spAutoFit/>
          </a:bodyPr>
          <a:lstStyle/>
          <a:p>
            <a:r>
              <a:rPr lang="en-US" sz="2600" b="1">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Consulting</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3" name="TextBox 32"/>
          <p:cNvSpPr txBox="1"/>
          <p:nvPr/>
        </p:nvSpPr>
        <p:spPr>
          <a:xfrm>
            <a:off x="7887711" y="4675077"/>
            <a:ext cx="3352800" cy="10464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4" name="TextBox 33"/>
          <p:cNvSpPr txBox="1"/>
          <p:nvPr/>
        </p:nvSpPr>
        <p:spPr>
          <a:xfrm>
            <a:off x="926103" y="2042069"/>
            <a:ext cx="3352800" cy="1046440"/>
          </a:xfrm>
          <a:prstGeom prst="rect">
            <a:avLst/>
          </a:prstGeom>
          <a:noFill/>
        </p:spPr>
        <p:txBody>
          <a:bodyPr wrap="square" rtlCol="0">
            <a:spAutoFit/>
          </a:bodyPr>
          <a:lstStyle/>
          <a:p>
            <a:pPr algn="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Project</a:t>
            </a: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5" name="TextBox 34"/>
          <p:cNvSpPr txBox="1"/>
          <p:nvPr/>
        </p:nvSpPr>
        <p:spPr>
          <a:xfrm>
            <a:off x="916795" y="4671214"/>
            <a:ext cx="3352800" cy="1046440"/>
          </a:xfrm>
          <a:prstGeom prst="rect">
            <a:avLst/>
          </a:prstGeom>
          <a:noFill/>
        </p:spPr>
        <p:txBody>
          <a:bodyPr wrap="square" rtlCol="0">
            <a:spAutoFit/>
          </a:bodyPr>
          <a:lstStyle/>
          <a:p>
            <a:pPr algn="r"/>
            <a:r>
              <a:rPr lang="en-US" sz="2600" b="1">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Filter</a:t>
            </a: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cxnSp>
        <p:nvCxnSpPr>
          <p:cNvPr id="36" name="Straight Connector 35"/>
          <p:cNvCxnSpPr/>
          <p:nvPr/>
        </p:nvCxnSpPr>
        <p:spPr>
          <a:xfrm>
            <a:off x="3763926" y="2497492"/>
            <a:ext cx="382772"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763926" y="5130636"/>
            <a:ext cx="382772" cy="0"/>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8016949" y="2492176"/>
            <a:ext cx="382772" cy="0"/>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8006317" y="5139681"/>
            <a:ext cx="382772"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1784760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70</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Isosceles Triangle 13"/>
          <p:cNvSpPr/>
          <p:nvPr/>
        </p:nvSpPr>
        <p:spPr>
          <a:xfrm flipV="1">
            <a:off x="2039183" y="3545960"/>
            <a:ext cx="2121408" cy="1828800"/>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Isosceles Triangle 14"/>
          <p:cNvSpPr/>
          <p:nvPr/>
        </p:nvSpPr>
        <p:spPr>
          <a:xfrm>
            <a:off x="2039183" y="1717160"/>
            <a:ext cx="2121408" cy="1828800"/>
          </a:xfrm>
          <a:prstGeom prst="triangle">
            <a:avLst/>
          </a:prstGeom>
          <a:solidFill>
            <a:schemeClr val="accent6"/>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Isosceles Triangle 15"/>
          <p:cNvSpPr/>
          <p:nvPr/>
        </p:nvSpPr>
        <p:spPr>
          <a:xfrm flipV="1">
            <a:off x="2279105" y="1717160"/>
            <a:ext cx="820782" cy="707571"/>
          </a:xfrm>
          <a:prstGeom prst="triangle">
            <a:avLst/>
          </a:prstGeom>
          <a:solidFill>
            <a:schemeClr val="accent6"/>
          </a:solidFill>
          <a:ln>
            <a:noFill/>
          </a:ln>
          <a:effectLst>
            <a:innerShdw blurRad="63500" dist="508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2886527" y="2400727"/>
            <a:ext cx="426720" cy="461665"/>
          </a:xfrm>
          <a:prstGeom prst="rect">
            <a:avLst/>
          </a:prstGeom>
        </p:spPr>
        <p:txBody>
          <a:bodyPr wrap="none">
            <a:spAutoFit/>
          </a:bodyPr>
          <a:lstStyle/>
          <a:p>
            <a:r>
              <a:rPr lang="en-US" sz="2400">
                <a:solidFill>
                  <a:schemeClr val="bg1"/>
                </a:solidFill>
                <a:latin typeface="FontAwesome" pitchFamily="2" charset="0"/>
              </a:rPr>
              <a:t></a:t>
            </a:r>
            <a:endParaRPr lang="en-US" sz="2400">
              <a:solidFill>
                <a:schemeClr val="bg1"/>
              </a:solidFill>
            </a:endParaRPr>
          </a:p>
        </p:txBody>
      </p:sp>
      <p:sp>
        <p:nvSpPr>
          <p:cNvPr id="18" name="TextBox 17"/>
          <p:cNvSpPr txBox="1"/>
          <p:nvPr/>
        </p:nvSpPr>
        <p:spPr>
          <a:xfrm>
            <a:off x="2376675" y="2950260"/>
            <a:ext cx="1446423" cy="507831"/>
          </a:xfrm>
          <a:prstGeom prst="rect">
            <a:avLst/>
          </a:prstGeom>
          <a:noFill/>
        </p:spPr>
        <p:txBody>
          <a:bodyPr wrap="non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COSTUMER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19" name="TextBox 18"/>
          <p:cNvSpPr txBox="1"/>
          <p:nvPr/>
        </p:nvSpPr>
        <p:spPr>
          <a:xfrm>
            <a:off x="2413296" y="3660454"/>
            <a:ext cx="1373180" cy="646331"/>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0" name="TextBox 19"/>
          <p:cNvSpPr txBox="1"/>
          <p:nvPr/>
        </p:nvSpPr>
        <p:spPr>
          <a:xfrm>
            <a:off x="2465717" y="1717160"/>
            <a:ext cx="447558" cy="369332"/>
          </a:xfrm>
          <a:prstGeom prst="rect">
            <a:avLst/>
          </a:prstGeom>
          <a:noFill/>
        </p:spPr>
        <p:txBody>
          <a:bodyPr wrap="none" rtlCol="0">
            <a:spAutoFit/>
          </a:bodyP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21" name="Isosceles Triangle 20"/>
          <p:cNvSpPr/>
          <p:nvPr/>
        </p:nvSpPr>
        <p:spPr>
          <a:xfrm flipV="1">
            <a:off x="5035296" y="3545960"/>
            <a:ext cx="2121408" cy="1828800"/>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Isosceles Triangle 21"/>
          <p:cNvSpPr/>
          <p:nvPr/>
        </p:nvSpPr>
        <p:spPr>
          <a:xfrm>
            <a:off x="5035296" y="1717160"/>
            <a:ext cx="2121408" cy="1828800"/>
          </a:xfrm>
          <a:prstGeom prst="triangle">
            <a:avLst/>
          </a:prstGeom>
          <a:solidFill>
            <a:schemeClr val="tx1">
              <a:lumMod val="75000"/>
              <a:lumOff val="2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Isosceles Triangle 22"/>
          <p:cNvSpPr/>
          <p:nvPr/>
        </p:nvSpPr>
        <p:spPr>
          <a:xfrm flipV="1">
            <a:off x="5275218" y="1717160"/>
            <a:ext cx="820782" cy="707571"/>
          </a:xfrm>
          <a:prstGeom prst="triangle">
            <a:avLst/>
          </a:prstGeom>
          <a:solidFill>
            <a:schemeClr val="tx1">
              <a:lumMod val="75000"/>
              <a:lumOff val="25000"/>
            </a:schemeClr>
          </a:solidFill>
          <a:ln>
            <a:noFill/>
          </a:ln>
          <a:effectLst>
            <a:innerShdw blurRad="63500" dist="508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p:nvSpPr>
        <p:spPr>
          <a:xfrm>
            <a:off x="5849778" y="2400727"/>
            <a:ext cx="492444"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25" name="TextBox 24"/>
          <p:cNvSpPr txBox="1"/>
          <p:nvPr/>
        </p:nvSpPr>
        <p:spPr>
          <a:xfrm>
            <a:off x="5590895" y="2950260"/>
            <a:ext cx="1010213" cy="507831"/>
          </a:xfrm>
          <a:prstGeom prst="rect">
            <a:avLst/>
          </a:prstGeom>
          <a:noFill/>
        </p:spPr>
        <p:txBody>
          <a:bodyPr wrap="non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BRAND</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26" name="TextBox 25"/>
          <p:cNvSpPr txBox="1"/>
          <p:nvPr/>
        </p:nvSpPr>
        <p:spPr>
          <a:xfrm>
            <a:off x="5409409" y="3660454"/>
            <a:ext cx="1373180" cy="646331"/>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7" name="TextBox 26"/>
          <p:cNvSpPr txBox="1"/>
          <p:nvPr/>
        </p:nvSpPr>
        <p:spPr>
          <a:xfrm>
            <a:off x="5461830" y="1717160"/>
            <a:ext cx="447558" cy="369332"/>
          </a:xfrm>
          <a:prstGeom prst="rect">
            <a:avLst/>
          </a:prstGeom>
          <a:noFill/>
        </p:spPr>
        <p:txBody>
          <a:bodyPr wrap="none" rtlCol="0">
            <a:spAutoFit/>
          </a:bodyP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02</a:t>
            </a:r>
          </a:p>
        </p:txBody>
      </p:sp>
      <p:sp>
        <p:nvSpPr>
          <p:cNvPr id="28" name="Isosceles Triangle 27"/>
          <p:cNvSpPr/>
          <p:nvPr/>
        </p:nvSpPr>
        <p:spPr>
          <a:xfrm flipV="1">
            <a:off x="8031409" y="3545960"/>
            <a:ext cx="2121408" cy="1828800"/>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Isosceles Triangle 28"/>
          <p:cNvSpPr/>
          <p:nvPr/>
        </p:nvSpPr>
        <p:spPr>
          <a:xfrm>
            <a:off x="8031409" y="1717160"/>
            <a:ext cx="2121408" cy="1828800"/>
          </a:xfrm>
          <a:prstGeom prst="triangle">
            <a:avLst/>
          </a:prstGeom>
          <a:solidFill>
            <a:schemeClr val="accent6"/>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Isosceles Triangle 29"/>
          <p:cNvSpPr/>
          <p:nvPr/>
        </p:nvSpPr>
        <p:spPr>
          <a:xfrm flipV="1">
            <a:off x="8271331" y="1717160"/>
            <a:ext cx="820782" cy="707571"/>
          </a:xfrm>
          <a:prstGeom prst="triangle">
            <a:avLst/>
          </a:prstGeom>
          <a:solidFill>
            <a:schemeClr val="accent6"/>
          </a:solidFill>
          <a:ln>
            <a:noFill/>
          </a:ln>
          <a:effectLst>
            <a:innerShdw blurRad="63500" dist="508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p:nvSpPr>
        <p:spPr>
          <a:xfrm>
            <a:off x="8867532" y="2400727"/>
            <a:ext cx="449162"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32" name="TextBox 31"/>
          <p:cNvSpPr txBox="1"/>
          <p:nvPr/>
        </p:nvSpPr>
        <p:spPr>
          <a:xfrm>
            <a:off x="8570175" y="2950260"/>
            <a:ext cx="1043876" cy="507831"/>
          </a:xfrm>
          <a:prstGeom prst="rect">
            <a:avLst/>
          </a:prstGeom>
          <a:noFill/>
        </p:spPr>
        <p:txBody>
          <a:bodyPr wrap="non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DESIGN</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33" name="TextBox 32"/>
          <p:cNvSpPr txBox="1"/>
          <p:nvPr/>
        </p:nvSpPr>
        <p:spPr>
          <a:xfrm>
            <a:off x="8405522" y="3660454"/>
            <a:ext cx="1373180" cy="646331"/>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4" name="TextBox 33"/>
          <p:cNvSpPr txBox="1"/>
          <p:nvPr/>
        </p:nvSpPr>
        <p:spPr>
          <a:xfrm>
            <a:off x="8457943" y="1717160"/>
            <a:ext cx="447558" cy="369332"/>
          </a:xfrm>
          <a:prstGeom prst="rect">
            <a:avLst/>
          </a:prstGeom>
          <a:noFill/>
        </p:spPr>
        <p:txBody>
          <a:bodyPr wrap="none" rtlCol="0">
            <a:spAutoFit/>
          </a:bodyP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03</a:t>
            </a:r>
          </a:p>
        </p:txBody>
      </p:sp>
      <p:sp>
        <p:nvSpPr>
          <p:cNvPr id="35" name="TextBox 34"/>
          <p:cNvSpPr txBox="1"/>
          <p:nvPr/>
        </p:nvSpPr>
        <p:spPr>
          <a:xfrm>
            <a:off x="1726706" y="5642829"/>
            <a:ext cx="2746359"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6" name="TextBox 35"/>
          <p:cNvSpPr txBox="1"/>
          <p:nvPr/>
        </p:nvSpPr>
        <p:spPr>
          <a:xfrm>
            <a:off x="4722819" y="5642829"/>
            <a:ext cx="2746359" cy="507831"/>
          </a:xfrm>
          <a:prstGeom prst="rect">
            <a:avLst/>
          </a:prstGeom>
          <a:noFill/>
        </p:spPr>
        <p:txBody>
          <a:bodyPr wrap="square" rtlCol="0">
            <a:spAutoFit/>
          </a:bodyPr>
          <a:lstStyle/>
          <a:p>
            <a:pPr algn="ctr"/>
            <a:r>
              <a:rPr lang="en-US" sz="900" b="1">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7" name="TextBox 36"/>
          <p:cNvSpPr txBox="1"/>
          <p:nvPr/>
        </p:nvSpPr>
        <p:spPr>
          <a:xfrm>
            <a:off x="7718932" y="5642829"/>
            <a:ext cx="2746359"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Tree>
    <p:extLst>
      <p:ext uri="{BB962C8B-B14F-4D97-AF65-F5344CB8AC3E}">
        <p14:creationId xmlns:p14="http://schemas.microsoft.com/office/powerpoint/2010/main" val="2341170485"/>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500"/>
                                        <p:tgtEl>
                                          <p:spTgt spid="3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6"/>
                                        </p:tgtEl>
                                        <p:attrNameLst>
                                          <p:attrName>style.visibility</p:attrName>
                                        </p:attrNameLst>
                                      </p:cBhvr>
                                      <p:to>
                                        <p:strVal val="visible"/>
                                      </p:to>
                                    </p:set>
                                    <p:animEffect transition="in" filter="fade">
                                      <p:cBhvr>
                                        <p:cTn id="10" dur="500"/>
                                        <p:tgtEl>
                                          <p:spTgt spid="3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7"/>
                                        </p:tgtEl>
                                        <p:attrNameLst>
                                          <p:attrName>style.visibility</p:attrName>
                                        </p:attrNameLst>
                                      </p:cBhvr>
                                      <p:to>
                                        <p:strVal val="visible"/>
                                      </p:to>
                                    </p:set>
                                    <p:animEffect transition="in" filter="fade">
                                      <p:cBhvr>
                                        <p:cTn id="13"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6" grpId="0"/>
      <p:bldP spid="37"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71</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1520456" y="1717163"/>
            <a:ext cx="1828800" cy="1828800"/>
          </a:xfrm>
          <a:prstGeom prst="rect">
            <a:avLst/>
          </a:prstGeom>
          <a:solidFill>
            <a:schemeClr val="accent6"/>
          </a:solidFill>
          <a:ln>
            <a:noFill/>
          </a:ln>
          <a:effectLst>
            <a:innerShdw blurRad="63500" dist="508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Isosceles Triangle 14"/>
          <p:cNvSpPr/>
          <p:nvPr/>
        </p:nvSpPr>
        <p:spPr>
          <a:xfrm flipV="1">
            <a:off x="1520456" y="3545963"/>
            <a:ext cx="1828800" cy="1576552"/>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ight Triangle 15"/>
          <p:cNvSpPr/>
          <p:nvPr/>
        </p:nvSpPr>
        <p:spPr>
          <a:xfrm rot="5400000" flipV="1">
            <a:off x="871870" y="1717163"/>
            <a:ext cx="648586" cy="648586"/>
          </a:xfrm>
          <a:prstGeom prst="rtTriangle">
            <a:avLst/>
          </a:prstGeom>
          <a:solidFill>
            <a:schemeClr val="accent6"/>
          </a:solidFill>
          <a:ln>
            <a:noFill/>
          </a:ln>
          <a:effectLst>
            <a:innerShdw blurRad="63500" dist="508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latin typeface="Open Sans" panose="020B0606030504020204" pitchFamily="34" charset="0"/>
              <a:ea typeface="Open Sans" panose="020B0606030504020204" pitchFamily="34" charset="0"/>
              <a:cs typeface="Open Sans" panose="020B0606030504020204" pitchFamily="34" charset="0"/>
            </a:endParaRPr>
          </a:p>
        </p:txBody>
      </p:sp>
      <p:sp>
        <p:nvSpPr>
          <p:cNvPr id="17" name="TextBox 16"/>
          <p:cNvSpPr txBox="1"/>
          <p:nvPr/>
        </p:nvSpPr>
        <p:spPr>
          <a:xfrm>
            <a:off x="1101752" y="1735559"/>
            <a:ext cx="418704" cy="338554"/>
          </a:xfrm>
          <a:prstGeom prst="rect">
            <a:avLst/>
          </a:prstGeom>
          <a:noFill/>
        </p:spPr>
        <p:txBody>
          <a:bodyPr wrap="none" rtlCol="0">
            <a:spAutoFit/>
          </a:bodyPr>
          <a:lstStyle/>
          <a:p>
            <a:r>
              <a:rPr lang="en-US" sz="16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18" name="Rectangle 17"/>
          <p:cNvSpPr/>
          <p:nvPr/>
        </p:nvSpPr>
        <p:spPr>
          <a:xfrm>
            <a:off x="2211878" y="1904836"/>
            <a:ext cx="445956" cy="492443"/>
          </a:xfrm>
          <a:prstGeom prst="rect">
            <a:avLst/>
          </a:prstGeom>
        </p:spPr>
        <p:txBody>
          <a:bodyPr wrap="none">
            <a:spAutoFit/>
          </a:bodyPr>
          <a:lstStyle/>
          <a:p>
            <a:r>
              <a:rPr lang="en-US" sz="2600">
                <a:solidFill>
                  <a:schemeClr val="bg1"/>
                </a:solidFill>
                <a:latin typeface="FontAwesome" pitchFamily="2" charset="0"/>
              </a:rPr>
              <a:t></a:t>
            </a:r>
            <a:endParaRPr lang="en-US" sz="2600">
              <a:solidFill>
                <a:schemeClr val="bg1"/>
              </a:solidFill>
            </a:endParaRPr>
          </a:p>
        </p:txBody>
      </p:sp>
      <p:sp>
        <p:nvSpPr>
          <p:cNvPr id="19" name="TextBox 18"/>
          <p:cNvSpPr txBox="1"/>
          <p:nvPr/>
        </p:nvSpPr>
        <p:spPr>
          <a:xfrm>
            <a:off x="1513433" y="2547676"/>
            <a:ext cx="1842845" cy="507831"/>
          </a:xfrm>
          <a:prstGeom prst="rect">
            <a:avLst/>
          </a:prstGeom>
          <a:noFill/>
        </p:spPr>
        <p:txBody>
          <a:bodyPr wrap="squar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DESIGN</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a:t>
            </a:r>
          </a:p>
        </p:txBody>
      </p:sp>
      <p:sp>
        <p:nvSpPr>
          <p:cNvPr id="20" name="TextBox 19"/>
          <p:cNvSpPr txBox="1"/>
          <p:nvPr/>
        </p:nvSpPr>
        <p:spPr>
          <a:xfrm>
            <a:off x="1923417" y="3730145"/>
            <a:ext cx="1022876" cy="646331"/>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a:t>
            </a:r>
          </a:p>
        </p:txBody>
      </p:sp>
      <p:sp>
        <p:nvSpPr>
          <p:cNvPr id="21" name="Rectangle 20"/>
          <p:cNvSpPr/>
          <p:nvPr/>
        </p:nvSpPr>
        <p:spPr>
          <a:xfrm>
            <a:off x="5477606" y="1735559"/>
            <a:ext cx="1828800" cy="1828800"/>
          </a:xfrm>
          <a:prstGeom prst="rect">
            <a:avLst/>
          </a:prstGeom>
          <a:solidFill>
            <a:schemeClr val="tx1">
              <a:lumMod val="75000"/>
              <a:lumOff val="25000"/>
            </a:schemeClr>
          </a:solidFill>
          <a:ln>
            <a:noFill/>
          </a:ln>
          <a:effectLst>
            <a:innerShdw blurRad="63500" dist="508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Isosceles Triangle 21"/>
          <p:cNvSpPr/>
          <p:nvPr/>
        </p:nvSpPr>
        <p:spPr>
          <a:xfrm flipV="1">
            <a:off x="5477606" y="3564359"/>
            <a:ext cx="1828800" cy="1576552"/>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ight Triangle 22"/>
          <p:cNvSpPr/>
          <p:nvPr/>
        </p:nvSpPr>
        <p:spPr>
          <a:xfrm rot="5400000" flipV="1">
            <a:off x="4829020" y="1735559"/>
            <a:ext cx="648586" cy="648586"/>
          </a:xfrm>
          <a:prstGeom prst="rtTriangle">
            <a:avLst/>
          </a:prstGeom>
          <a:solidFill>
            <a:schemeClr val="tx1">
              <a:lumMod val="75000"/>
              <a:lumOff val="25000"/>
            </a:schemeClr>
          </a:solidFill>
          <a:ln>
            <a:noFill/>
          </a:ln>
          <a:effectLst>
            <a:innerShdw blurRad="63500" dist="508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latin typeface="Open Sans" panose="020B0606030504020204" pitchFamily="34" charset="0"/>
              <a:ea typeface="Open Sans" panose="020B0606030504020204" pitchFamily="34" charset="0"/>
              <a:cs typeface="Open Sans" panose="020B0606030504020204" pitchFamily="34" charset="0"/>
            </a:endParaRPr>
          </a:p>
        </p:txBody>
      </p:sp>
      <p:sp>
        <p:nvSpPr>
          <p:cNvPr id="24" name="TextBox 23"/>
          <p:cNvSpPr txBox="1"/>
          <p:nvPr/>
        </p:nvSpPr>
        <p:spPr>
          <a:xfrm>
            <a:off x="5058902" y="1753955"/>
            <a:ext cx="418704" cy="338554"/>
          </a:xfrm>
          <a:prstGeom prst="rect">
            <a:avLst/>
          </a:prstGeom>
          <a:noFill/>
        </p:spPr>
        <p:txBody>
          <a:bodyPr wrap="none" rtlCol="0">
            <a:spAutoFit/>
          </a:bodyPr>
          <a:lstStyle/>
          <a:p>
            <a:r>
              <a:rPr lang="en-US" sz="16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25" name="Rectangle 24"/>
          <p:cNvSpPr/>
          <p:nvPr/>
        </p:nvSpPr>
        <p:spPr>
          <a:xfrm>
            <a:off x="6107311" y="1923232"/>
            <a:ext cx="569387" cy="523220"/>
          </a:xfrm>
          <a:prstGeom prst="rect">
            <a:avLst/>
          </a:prstGeom>
        </p:spPr>
        <p:txBody>
          <a:bodyPr wrap="none">
            <a:spAutoFit/>
          </a:bodyPr>
          <a:lstStyle/>
          <a:p>
            <a:r>
              <a:rPr lang="en-US" sz="2800">
                <a:solidFill>
                  <a:schemeClr val="bg1"/>
                </a:solidFill>
                <a:latin typeface="FontAwesome" pitchFamily="2" charset="0"/>
              </a:rPr>
              <a:t></a:t>
            </a:r>
            <a:endParaRPr lang="en-US" sz="2600">
              <a:solidFill>
                <a:schemeClr val="bg1"/>
              </a:solidFill>
            </a:endParaRPr>
          </a:p>
        </p:txBody>
      </p:sp>
      <p:sp>
        <p:nvSpPr>
          <p:cNvPr id="26" name="TextBox 25"/>
          <p:cNvSpPr txBox="1"/>
          <p:nvPr/>
        </p:nvSpPr>
        <p:spPr>
          <a:xfrm>
            <a:off x="5470583" y="2566072"/>
            <a:ext cx="1842845" cy="507831"/>
          </a:xfrm>
          <a:prstGeom prst="rect">
            <a:avLst/>
          </a:prstGeom>
          <a:noFill/>
        </p:spPr>
        <p:txBody>
          <a:bodyPr wrap="squar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BRAND</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a:t>
            </a:r>
          </a:p>
        </p:txBody>
      </p:sp>
      <p:sp>
        <p:nvSpPr>
          <p:cNvPr id="27" name="TextBox 26"/>
          <p:cNvSpPr txBox="1"/>
          <p:nvPr/>
        </p:nvSpPr>
        <p:spPr>
          <a:xfrm>
            <a:off x="5880567" y="3748541"/>
            <a:ext cx="1022876" cy="646331"/>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a:t>
            </a:r>
          </a:p>
        </p:txBody>
      </p:sp>
      <p:sp>
        <p:nvSpPr>
          <p:cNvPr id="28" name="Rectangle 27"/>
          <p:cNvSpPr/>
          <p:nvPr/>
        </p:nvSpPr>
        <p:spPr>
          <a:xfrm>
            <a:off x="9441778" y="1717163"/>
            <a:ext cx="1828800" cy="1828800"/>
          </a:xfrm>
          <a:prstGeom prst="rect">
            <a:avLst/>
          </a:prstGeom>
          <a:solidFill>
            <a:schemeClr val="accent6"/>
          </a:solidFill>
          <a:ln>
            <a:noFill/>
          </a:ln>
          <a:effectLst>
            <a:innerShdw blurRad="63500" dist="508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Isosceles Triangle 28"/>
          <p:cNvSpPr/>
          <p:nvPr/>
        </p:nvSpPr>
        <p:spPr>
          <a:xfrm flipV="1">
            <a:off x="9441778" y="3545963"/>
            <a:ext cx="1828800" cy="1576552"/>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ight Triangle 29"/>
          <p:cNvSpPr/>
          <p:nvPr/>
        </p:nvSpPr>
        <p:spPr>
          <a:xfrm rot="5400000" flipV="1">
            <a:off x="8793192" y="1717163"/>
            <a:ext cx="648586" cy="648586"/>
          </a:xfrm>
          <a:prstGeom prst="rtTriangle">
            <a:avLst/>
          </a:prstGeom>
          <a:solidFill>
            <a:schemeClr val="accent6"/>
          </a:solidFill>
          <a:ln>
            <a:noFill/>
          </a:ln>
          <a:effectLst>
            <a:innerShdw blurRad="63500" dist="508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latin typeface="Open Sans" panose="020B0606030504020204" pitchFamily="34" charset="0"/>
              <a:ea typeface="Open Sans" panose="020B0606030504020204" pitchFamily="34" charset="0"/>
              <a:cs typeface="Open Sans" panose="020B0606030504020204" pitchFamily="34" charset="0"/>
            </a:endParaRPr>
          </a:p>
        </p:txBody>
      </p:sp>
      <p:sp>
        <p:nvSpPr>
          <p:cNvPr id="31" name="TextBox 30"/>
          <p:cNvSpPr txBox="1"/>
          <p:nvPr/>
        </p:nvSpPr>
        <p:spPr>
          <a:xfrm>
            <a:off x="9023074" y="1735559"/>
            <a:ext cx="418704" cy="338554"/>
          </a:xfrm>
          <a:prstGeom prst="rect">
            <a:avLst/>
          </a:prstGeom>
          <a:noFill/>
        </p:spPr>
        <p:txBody>
          <a:bodyPr wrap="none" rtlCol="0">
            <a:spAutoFit/>
          </a:bodyPr>
          <a:lstStyle/>
          <a:p>
            <a:r>
              <a:rPr lang="en-US" sz="16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32" name="Rectangle 31"/>
          <p:cNvSpPr/>
          <p:nvPr/>
        </p:nvSpPr>
        <p:spPr>
          <a:xfrm>
            <a:off x="10084308" y="1904836"/>
            <a:ext cx="543739" cy="523220"/>
          </a:xfrm>
          <a:prstGeom prst="rect">
            <a:avLst/>
          </a:prstGeom>
        </p:spPr>
        <p:txBody>
          <a:bodyPr wrap="none">
            <a:spAutoFit/>
          </a:bodyPr>
          <a:lstStyle/>
          <a:p>
            <a:r>
              <a:rPr lang="en-US" sz="2800">
                <a:solidFill>
                  <a:schemeClr val="bg1"/>
                </a:solidFill>
                <a:latin typeface="FontAwesome" pitchFamily="2" charset="0"/>
              </a:rPr>
              <a:t></a:t>
            </a:r>
            <a:endParaRPr lang="en-US" sz="2600">
              <a:solidFill>
                <a:schemeClr val="bg1"/>
              </a:solidFill>
            </a:endParaRPr>
          </a:p>
        </p:txBody>
      </p:sp>
      <p:sp>
        <p:nvSpPr>
          <p:cNvPr id="33" name="TextBox 32"/>
          <p:cNvSpPr txBox="1"/>
          <p:nvPr/>
        </p:nvSpPr>
        <p:spPr>
          <a:xfrm>
            <a:off x="9434755" y="2547676"/>
            <a:ext cx="1842845" cy="507831"/>
          </a:xfrm>
          <a:prstGeom prst="rect">
            <a:avLst/>
          </a:prstGeom>
          <a:noFill/>
        </p:spPr>
        <p:txBody>
          <a:bodyPr wrap="squar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WORK</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a:t>
            </a:r>
          </a:p>
        </p:txBody>
      </p:sp>
      <p:sp>
        <p:nvSpPr>
          <p:cNvPr id="34" name="TextBox 33"/>
          <p:cNvSpPr txBox="1"/>
          <p:nvPr/>
        </p:nvSpPr>
        <p:spPr>
          <a:xfrm>
            <a:off x="9844739" y="3730145"/>
            <a:ext cx="1022876" cy="646331"/>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a:t>
            </a:r>
          </a:p>
        </p:txBody>
      </p:sp>
      <p:sp>
        <p:nvSpPr>
          <p:cNvPr id="35" name="TextBox 34"/>
          <p:cNvSpPr txBox="1"/>
          <p:nvPr/>
        </p:nvSpPr>
        <p:spPr>
          <a:xfrm>
            <a:off x="914400" y="5306697"/>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6" name="TextBox 35"/>
          <p:cNvSpPr txBox="1"/>
          <p:nvPr/>
        </p:nvSpPr>
        <p:spPr>
          <a:xfrm>
            <a:off x="4829020" y="5306696"/>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7" name="TextBox 36"/>
          <p:cNvSpPr txBox="1"/>
          <p:nvPr/>
        </p:nvSpPr>
        <p:spPr>
          <a:xfrm>
            <a:off x="8743640" y="5306695"/>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Tree>
    <p:extLst>
      <p:ext uri="{BB962C8B-B14F-4D97-AF65-F5344CB8AC3E}">
        <p14:creationId xmlns:p14="http://schemas.microsoft.com/office/powerpoint/2010/main" val="2645219808"/>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72</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1224928" y="1819508"/>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1294727" y="1889307"/>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a:t>
            </a:r>
          </a:p>
        </p:txBody>
      </p:sp>
      <p:sp>
        <p:nvSpPr>
          <p:cNvPr id="16" name="Oval 15"/>
          <p:cNvSpPr/>
          <p:nvPr/>
        </p:nvSpPr>
        <p:spPr>
          <a:xfrm>
            <a:off x="1469478" y="1951087"/>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p:cNvSpPr/>
          <p:nvPr/>
        </p:nvSpPr>
        <p:spPr>
          <a:xfrm>
            <a:off x="1582448" y="2064057"/>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18" name="TextBox 17"/>
          <p:cNvSpPr txBox="1"/>
          <p:nvPr/>
        </p:nvSpPr>
        <p:spPr>
          <a:xfrm>
            <a:off x="2730764" y="2132829"/>
            <a:ext cx="2746359" cy="784830"/>
          </a:xfrm>
          <a:prstGeom prst="rect">
            <a:avLst/>
          </a:prstGeom>
          <a:noFill/>
        </p:spPr>
        <p:txBody>
          <a:bodyPr wrap="square" rtlCol="0">
            <a:spAutoFit/>
          </a:bodyPr>
          <a:lstStyle/>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SOLUTIONS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19" name="Oval 18"/>
          <p:cNvSpPr/>
          <p:nvPr/>
        </p:nvSpPr>
        <p:spPr>
          <a:xfrm>
            <a:off x="6714877" y="1951087"/>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6784676" y="2020886"/>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a:t>
            </a:r>
          </a:p>
        </p:txBody>
      </p:sp>
      <p:sp>
        <p:nvSpPr>
          <p:cNvPr id="21" name="Oval 20"/>
          <p:cNvSpPr/>
          <p:nvPr/>
        </p:nvSpPr>
        <p:spPr>
          <a:xfrm>
            <a:off x="6959427" y="2082666"/>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7072397" y="2195636"/>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23" name="TextBox 22"/>
          <p:cNvSpPr txBox="1"/>
          <p:nvPr/>
        </p:nvSpPr>
        <p:spPr>
          <a:xfrm>
            <a:off x="8220713" y="2264408"/>
            <a:ext cx="2746359" cy="784830"/>
          </a:xfrm>
          <a:prstGeom prst="rect">
            <a:avLst/>
          </a:prstGeom>
          <a:noFill/>
        </p:spPr>
        <p:txBody>
          <a:bodyPr wrap="square" rtlCol="0">
            <a:spAutoFit/>
          </a:bodyPr>
          <a:lstStyle/>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LAW SECTIONS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4" name="TextBox 23"/>
          <p:cNvSpPr txBox="1"/>
          <p:nvPr/>
        </p:nvSpPr>
        <p:spPr>
          <a:xfrm>
            <a:off x="3992863" y="3099403"/>
            <a:ext cx="1297150" cy="369332"/>
          </a:xfrm>
          <a:prstGeom prst="rect">
            <a:avLst/>
          </a:prstGeom>
          <a:noFill/>
        </p:spPr>
        <p:txBody>
          <a:bodyPr wrap="none" rtlCol="0">
            <a:spAutoFit/>
          </a:bodyPr>
          <a:lstStyle/>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p:txBody>
      </p:sp>
      <p:sp>
        <p:nvSpPr>
          <p:cNvPr id="25" name="TextBox 24"/>
          <p:cNvSpPr txBox="1"/>
          <p:nvPr/>
        </p:nvSpPr>
        <p:spPr>
          <a:xfrm>
            <a:off x="9482812" y="3099403"/>
            <a:ext cx="1297150" cy="369332"/>
          </a:xfrm>
          <a:prstGeom prst="rect">
            <a:avLst/>
          </a:prstGeom>
          <a:noFill/>
        </p:spPr>
        <p:txBody>
          <a:bodyPr wrap="none" rtlCol="0">
            <a:spAutoFit/>
          </a:bodyPr>
          <a:lstStyle/>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p:txBody>
      </p:sp>
      <p:sp>
        <p:nvSpPr>
          <p:cNvPr id="26" name="Oval 25"/>
          <p:cNvSpPr/>
          <p:nvPr/>
        </p:nvSpPr>
        <p:spPr>
          <a:xfrm>
            <a:off x="1224928" y="4211833"/>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1294727" y="4281632"/>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a:t>
            </a:r>
          </a:p>
        </p:txBody>
      </p:sp>
      <p:sp>
        <p:nvSpPr>
          <p:cNvPr id="28" name="Oval 27"/>
          <p:cNvSpPr/>
          <p:nvPr/>
        </p:nvSpPr>
        <p:spPr>
          <a:xfrm>
            <a:off x="1469478" y="4343412"/>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1582448" y="4456382"/>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30" name="TextBox 29"/>
          <p:cNvSpPr txBox="1"/>
          <p:nvPr/>
        </p:nvSpPr>
        <p:spPr>
          <a:xfrm>
            <a:off x="2730764" y="4525154"/>
            <a:ext cx="2746359" cy="784830"/>
          </a:xfrm>
          <a:prstGeom prst="rect">
            <a:avLst/>
          </a:prstGeom>
          <a:noFill/>
        </p:spPr>
        <p:txBody>
          <a:bodyPr wrap="square" rtlCol="0">
            <a:spAutoFit/>
          </a:bodyPr>
          <a:lstStyle/>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TRANSPORT</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1" name="TextBox 30"/>
          <p:cNvSpPr txBox="1"/>
          <p:nvPr/>
        </p:nvSpPr>
        <p:spPr>
          <a:xfrm>
            <a:off x="3992863" y="5491728"/>
            <a:ext cx="1297150" cy="507831"/>
          </a:xfrm>
          <a:prstGeom prst="rect">
            <a:avLst/>
          </a:prstGeom>
          <a:noFill/>
        </p:spPr>
        <p:txBody>
          <a:bodyPr wrap="none" rtlCol="0">
            <a:spAutoFit/>
          </a:bodyPr>
          <a:lstStyle/>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p:txBody>
      </p:sp>
      <p:sp>
        <p:nvSpPr>
          <p:cNvPr id="32" name="Oval 31"/>
          <p:cNvSpPr/>
          <p:nvPr/>
        </p:nvSpPr>
        <p:spPr>
          <a:xfrm>
            <a:off x="6714877" y="4211833"/>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p:cNvSpPr/>
          <p:nvPr/>
        </p:nvSpPr>
        <p:spPr>
          <a:xfrm>
            <a:off x="6784676" y="4281632"/>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a:t>
            </a:r>
          </a:p>
        </p:txBody>
      </p:sp>
      <p:sp>
        <p:nvSpPr>
          <p:cNvPr id="34" name="Oval 33"/>
          <p:cNvSpPr/>
          <p:nvPr/>
        </p:nvSpPr>
        <p:spPr>
          <a:xfrm>
            <a:off x="6959427" y="4343412"/>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p:cNvSpPr/>
          <p:nvPr/>
        </p:nvSpPr>
        <p:spPr>
          <a:xfrm>
            <a:off x="7072397" y="4456382"/>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36" name="TextBox 35"/>
          <p:cNvSpPr txBox="1"/>
          <p:nvPr/>
        </p:nvSpPr>
        <p:spPr>
          <a:xfrm>
            <a:off x="8220713" y="4525154"/>
            <a:ext cx="2746359" cy="784830"/>
          </a:xfrm>
          <a:prstGeom prst="rect">
            <a:avLst/>
          </a:prstGeom>
          <a:noFill/>
        </p:spPr>
        <p:txBody>
          <a:bodyPr wrap="square" rtlCol="0">
            <a:spAutoFit/>
          </a:bodyPr>
          <a:lstStyle/>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FILTER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7" name="TextBox 36"/>
          <p:cNvSpPr txBox="1"/>
          <p:nvPr/>
        </p:nvSpPr>
        <p:spPr>
          <a:xfrm>
            <a:off x="9482812" y="5491728"/>
            <a:ext cx="1297150" cy="369332"/>
          </a:xfrm>
          <a:prstGeom prst="rect">
            <a:avLst/>
          </a:prstGeom>
          <a:noFill/>
        </p:spPr>
        <p:txBody>
          <a:bodyPr wrap="none" rtlCol="0">
            <a:spAutoFit/>
          </a:bodyPr>
          <a:lstStyle/>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p:txBody>
      </p:sp>
    </p:spTree>
    <p:extLst>
      <p:ext uri="{BB962C8B-B14F-4D97-AF65-F5344CB8AC3E}">
        <p14:creationId xmlns:p14="http://schemas.microsoft.com/office/powerpoint/2010/main" val="1446040112"/>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73</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914400" y="1784211"/>
            <a:ext cx="1242909" cy="1248859"/>
          </a:xfrm>
          <a:custGeom>
            <a:avLst/>
            <a:gdLst>
              <a:gd name="connsiteX0" fmla="*/ 840278 w 905306"/>
              <a:gd name="connsiteY0" fmla="*/ 0 h 909640"/>
              <a:gd name="connsiteX1" fmla="*/ 851190 w 905306"/>
              <a:gd name="connsiteY1" fmla="*/ 2203 h 909640"/>
              <a:gd name="connsiteX2" fmla="*/ 905306 w 905306"/>
              <a:gd name="connsiteY2" fmla="*/ 83845 h 909640"/>
              <a:gd name="connsiteX3" fmla="*/ 905306 w 905306"/>
              <a:gd name="connsiteY3" fmla="*/ 588892 h 909640"/>
              <a:gd name="connsiteX4" fmla="*/ 890689 w 905306"/>
              <a:gd name="connsiteY4" fmla="*/ 575814 h 909640"/>
              <a:gd name="connsiteX5" fmla="*/ 835587 w 905306"/>
              <a:gd name="connsiteY5" fmla="*/ 536285 h 909640"/>
              <a:gd name="connsiteX6" fmla="*/ 766341 w 905306"/>
              <a:gd name="connsiteY6" fmla="*/ 502822 h 909640"/>
              <a:gd name="connsiteX7" fmla="*/ 693350 w 905306"/>
              <a:gd name="connsiteY7" fmla="*/ 490415 h 909640"/>
              <a:gd name="connsiteX8" fmla="*/ 490817 w 905306"/>
              <a:gd name="connsiteY8" fmla="*/ 561964 h 909640"/>
              <a:gd name="connsiteX9" fmla="*/ 417536 w 905306"/>
              <a:gd name="connsiteY9" fmla="*/ 760457 h 909640"/>
              <a:gd name="connsiteX10" fmla="*/ 431097 w 905306"/>
              <a:gd name="connsiteY10" fmla="*/ 840084 h 909640"/>
              <a:gd name="connsiteX11" fmla="*/ 461851 w 905306"/>
              <a:gd name="connsiteY11" fmla="*/ 909640 h 909640"/>
              <a:gd name="connsiteX12" fmla="*/ 79511 w 905306"/>
              <a:gd name="connsiteY12" fmla="*/ 909640 h 909640"/>
              <a:gd name="connsiteX13" fmla="*/ 16858 w 905306"/>
              <a:gd name="connsiteY13" fmla="*/ 883688 h 909640"/>
              <a:gd name="connsiteX14" fmla="*/ 0 w 905306"/>
              <a:gd name="connsiteY14" fmla="*/ 858685 h 909640"/>
              <a:gd name="connsiteX15" fmla="*/ 1064 w 905306"/>
              <a:gd name="connsiteY15" fmla="*/ 837626 h 909640"/>
              <a:gd name="connsiteX16" fmla="*/ 838605 w 905306"/>
              <a:gd name="connsiteY16" fmla="*/ 85 h 909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5306" h="909640">
                <a:moveTo>
                  <a:pt x="840278" y="0"/>
                </a:moveTo>
                <a:lnTo>
                  <a:pt x="851190" y="2203"/>
                </a:lnTo>
                <a:cubicBezTo>
                  <a:pt x="882992" y="15654"/>
                  <a:pt x="905306" y="47144"/>
                  <a:pt x="905306" y="83845"/>
                </a:cubicBezTo>
                <a:lnTo>
                  <a:pt x="905306" y="588892"/>
                </a:lnTo>
                <a:lnTo>
                  <a:pt x="890689" y="575814"/>
                </a:lnTo>
                <a:cubicBezTo>
                  <a:pt x="875301" y="563502"/>
                  <a:pt x="856933" y="550330"/>
                  <a:pt x="835587" y="536285"/>
                </a:cubicBezTo>
                <a:cubicBezTo>
                  <a:pt x="814238" y="522245"/>
                  <a:pt x="791156" y="511091"/>
                  <a:pt x="766341" y="502822"/>
                </a:cubicBezTo>
                <a:cubicBezTo>
                  <a:pt x="741531" y="494549"/>
                  <a:pt x="717201" y="490415"/>
                  <a:pt x="693350" y="490415"/>
                </a:cubicBezTo>
                <a:cubicBezTo>
                  <a:pt x="607182" y="490415"/>
                  <a:pt x="539673" y="514266"/>
                  <a:pt x="490817" y="561964"/>
                </a:cubicBezTo>
                <a:cubicBezTo>
                  <a:pt x="441966" y="609666"/>
                  <a:pt x="417536" y="675827"/>
                  <a:pt x="417536" y="760457"/>
                </a:cubicBezTo>
                <a:cubicBezTo>
                  <a:pt x="417536" y="786231"/>
                  <a:pt x="422059" y="812773"/>
                  <a:pt x="431097" y="840084"/>
                </a:cubicBezTo>
                <a:lnTo>
                  <a:pt x="461851" y="909640"/>
                </a:lnTo>
                <a:lnTo>
                  <a:pt x="79511" y="909640"/>
                </a:lnTo>
                <a:cubicBezTo>
                  <a:pt x="55044" y="909640"/>
                  <a:pt x="32893" y="899723"/>
                  <a:pt x="16858" y="883688"/>
                </a:cubicBezTo>
                <a:lnTo>
                  <a:pt x="0" y="858685"/>
                </a:lnTo>
                <a:lnTo>
                  <a:pt x="1064" y="837626"/>
                </a:lnTo>
                <a:cubicBezTo>
                  <a:pt x="45912" y="396014"/>
                  <a:pt x="396993" y="44933"/>
                  <a:pt x="838605" y="85"/>
                </a:cubicBezTo>
                <a:close/>
              </a:path>
            </a:pathLst>
          </a:custGeom>
          <a:solidFill>
            <a:schemeClr val="tx1">
              <a:lumMod val="75000"/>
              <a:lumOff val="25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6" name="Freeform 15"/>
          <p:cNvSpPr/>
          <p:nvPr/>
        </p:nvSpPr>
        <p:spPr>
          <a:xfrm>
            <a:off x="2230296" y="1783917"/>
            <a:ext cx="1249154" cy="1249155"/>
          </a:xfrm>
          <a:custGeom>
            <a:avLst/>
            <a:gdLst>
              <a:gd name="connsiteX0" fmla="*/ 66091 w 909855"/>
              <a:gd name="connsiteY0" fmla="*/ 0 h 909855"/>
              <a:gd name="connsiteX1" fmla="*/ 72014 w 909855"/>
              <a:gd name="connsiteY1" fmla="*/ 300 h 909855"/>
              <a:gd name="connsiteX2" fmla="*/ 909556 w 909855"/>
              <a:gd name="connsiteY2" fmla="*/ 837841 h 909855"/>
              <a:gd name="connsiteX3" fmla="*/ 909855 w 909855"/>
              <a:gd name="connsiteY3" fmla="*/ 843764 h 909855"/>
              <a:gd name="connsiteX4" fmla="*/ 907437 w 909855"/>
              <a:gd name="connsiteY4" fmla="*/ 855739 h 909855"/>
              <a:gd name="connsiteX5" fmla="*/ 825795 w 909855"/>
              <a:gd name="connsiteY5" fmla="*/ 909855 h 909855"/>
              <a:gd name="connsiteX6" fmla="*/ 447060 w 909855"/>
              <a:gd name="connsiteY6" fmla="*/ 909855 h 909855"/>
              <a:gd name="connsiteX7" fmla="*/ 460048 w 909855"/>
              <a:gd name="connsiteY7" fmla="*/ 889347 h 909855"/>
              <a:gd name="connsiteX8" fmla="*/ 493081 w 909855"/>
              <a:gd name="connsiteY8" fmla="*/ 760672 h 909855"/>
              <a:gd name="connsiteX9" fmla="*/ 419800 w 909855"/>
              <a:gd name="connsiteY9" fmla="*/ 562179 h 909855"/>
              <a:gd name="connsiteX10" fmla="*/ 217268 w 909855"/>
              <a:gd name="connsiteY10" fmla="*/ 490630 h 909855"/>
              <a:gd name="connsiteX11" fmla="*/ 144276 w 909855"/>
              <a:gd name="connsiteY11" fmla="*/ 503037 h 909855"/>
              <a:gd name="connsiteX12" fmla="*/ 75035 w 909855"/>
              <a:gd name="connsiteY12" fmla="*/ 536500 h 909855"/>
              <a:gd name="connsiteX13" fmla="*/ 19928 w 909855"/>
              <a:gd name="connsiteY13" fmla="*/ 576029 h 909855"/>
              <a:gd name="connsiteX14" fmla="*/ 0 w 909855"/>
              <a:gd name="connsiteY14" fmla="*/ 593859 h 909855"/>
              <a:gd name="connsiteX15" fmla="*/ 0 w 909855"/>
              <a:gd name="connsiteY15" fmla="*/ 84060 h 909855"/>
              <a:gd name="connsiteX16" fmla="*/ 54116 w 909855"/>
              <a:gd name="connsiteY16" fmla="*/ 2418 h 90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9855" h="909855">
                <a:moveTo>
                  <a:pt x="66091" y="0"/>
                </a:moveTo>
                <a:lnTo>
                  <a:pt x="72014" y="300"/>
                </a:lnTo>
                <a:cubicBezTo>
                  <a:pt x="513626" y="45148"/>
                  <a:pt x="864708" y="396229"/>
                  <a:pt x="909556" y="837841"/>
                </a:cubicBezTo>
                <a:lnTo>
                  <a:pt x="909855" y="843764"/>
                </a:lnTo>
                <a:lnTo>
                  <a:pt x="907437" y="855739"/>
                </a:lnTo>
                <a:cubicBezTo>
                  <a:pt x="893986" y="887541"/>
                  <a:pt x="862496" y="909855"/>
                  <a:pt x="825795" y="909855"/>
                </a:cubicBezTo>
                <a:lnTo>
                  <a:pt x="447060" y="909855"/>
                </a:lnTo>
                <a:lnTo>
                  <a:pt x="460048" y="889347"/>
                </a:lnTo>
                <a:cubicBezTo>
                  <a:pt x="482071" y="846071"/>
                  <a:pt x="493081" y="803179"/>
                  <a:pt x="493081" y="760672"/>
                </a:cubicBezTo>
                <a:cubicBezTo>
                  <a:pt x="493081" y="676042"/>
                  <a:pt x="468656" y="609881"/>
                  <a:pt x="419800" y="562179"/>
                </a:cubicBezTo>
                <a:cubicBezTo>
                  <a:pt x="370949" y="514481"/>
                  <a:pt x="303435" y="490630"/>
                  <a:pt x="217268" y="490630"/>
                </a:cubicBezTo>
                <a:cubicBezTo>
                  <a:pt x="193417" y="490630"/>
                  <a:pt x="169086" y="494764"/>
                  <a:pt x="144276" y="503037"/>
                </a:cubicBezTo>
                <a:cubicBezTo>
                  <a:pt x="119466" y="511306"/>
                  <a:pt x="96384" y="522460"/>
                  <a:pt x="75035" y="536500"/>
                </a:cubicBezTo>
                <a:cubicBezTo>
                  <a:pt x="53685" y="550545"/>
                  <a:pt x="35316" y="563717"/>
                  <a:pt x="19928" y="576029"/>
                </a:cubicBezTo>
                <a:lnTo>
                  <a:pt x="0" y="593859"/>
                </a:lnTo>
                <a:lnTo>
                  <a:pt x="0" y="84060"/>
                </a:lnTo>
                <a:cubicBezTo>
                  <a:pt x="0" y="47359"/>
                  <a:pt x="22315" y="15869"/>
                  <a:pt x="54116" y="2418"/>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7" name="Freeform 16"/>
          <p:cNvSpPr/>
          <p:nvPr/>
        </p:nvSpPr>
        <p:spPr>
          <a:xfrm>
            <a:off x="2230296" y="3098760"/>
            <a:ext cx="1249154" cy="1249156"/>
          </a:xfrm>
          <a:custGeom>
            <a:avLst/>
            <a:gdLst>
              <a:gd name="connsiteX0" fmla="*/ 415985 w 909855"/>
              <a:gd name="connsiteY0" fmla="*/ 0 h 909856"/>
              <a:gd name="connsiteX1" fmla="*/ 825795 w 909855"/>
              <a:gd name="connsiteY1" fmla="*/ 0 h 909856"/>
              <a:gd name="connsiteX2" fmla="*/ 907437 w 909855"/>
              <a:gd name="connsiteY2" fmla="*/ 54116 h 909856"/>
              <a:gd name="connsiteX3" fmla="*/ 909855 w 909855"/>
              <a:gd name="connsiteY3" fmla="*/ 66091 h 909856"/>
              <a:gd name="connsiteX4" fmla="*/ 909556 w 909855"/>
              <a:gd name="connsiteY4" fmla="*/ 72015 h 909856"/>
              <a:gd name="connsiteX5" fmla="*/ 72014 w 909855"/>
              <a:gd name="connsiteY5" fmla="*/ 909557 h 909856"/>
              <a:gd name="connsiteX6" fmla="*/ 66095 w 909855"/>
              <a:gd name="connsiteY6" fmla="*/ 909856 h 909856"/>
              <a:gd name="connsiteX7" fmla="*/ 54116 w 909855"/>
              <a:gd name="connsiteY7" fmla="*/ 907437 h 909856"/>
              <a:gd name="connsiteX8" fmla="*/ 0 w 909855"/>
              <a:gd name="connsiteY8" fmla="*/ 825795 h 909856"/>
              <a:gd name="connsiteX9" fmla="*/ 0 w 909855"/>
              <a:gd name="connsiteY9" fmla="*/ 409439 h 909856"/>
              <a:gd name="connsiteX10" fmla="*/ 1464 w 909855"/>
              <a:gd name="connsiteY10" fmla="*/ 408840 h 909856"/>
              <a:gd name="connsiteX11" fmla="*/ 360944 w 909855"/>
              <a:gd name="connsiteY11" fmla="*/ 62627 h 90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9855" h="909856">
                <a:moveTo>
                  <a:pt x="415985" y="0"/>
                </a:moveTo>
                <a:lnTo>
                  <a:pt x="825795" y="0"/>
                </a:lnTo>
                <a:cubicBezTo>
                  <a:pt x="862496" y="0"/>
                  <a:pt x="893986" y="22314"/>
                  <a:pt x="907437" y="54116"/>
                </a:cubicBezTo>
                <a:lnTo>
                  <a:pt x="909855" y="66091"/>
                </a:lnTo>
                <a:lnTo>
                  <a:pt x="909556" y="72015"/>
                </a:lnTo>
                <a:cubicBezTo>
                  <a:pt x="864708" y="513627"/>
                  <a:pt x="513626" y="864709"/>
                  <a:pt x="72014" y="909557"/>
                </a:cubicBezTo>
                <a:lnTo>
                  <a:pt x="66095" y="909856"/>
                </a:lnTo>
                <a:lnTo>
                  <a:pt x="54116" y="907437"/>
                </a:lnTo>
                <a:cubicBezTo>
                  <a:pt x="22315" y="893986"/>
                  <a:pt x="0" y="862496"/>
                  <a:pt x="0" y="825795"/>
                </a:cubicBezTo>
                <a:lnTo>
                  <a:pt x="0" y="409439"/>
                </a:lnTo>
                <a:lnTo>
                  <a:pt x="1464" y="408840"/>
                </a:lnTo>
                <a:lnTo>
                  <a:pt x="360944" y="62627"/>
                </a:lnTo>
                <a:close/>
              </a:path>
            </a:pathLst>
          </a:custGeom>
          <a:solidFill>
            <a:schemeClr val="tx1">
              <a:lumMod val="75000"/>
              <a:lumOff val="25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8" name="Freeform 17"/>
          <p:cNvSpPr/>
          <p:nvPr/>
        </p:nvSpPr>
        <p:spPr>
          <a:xfrm>
            <a:off x="914400" y="3098761"/>
            <a:ext cx="1242909" cy="1248861"/>
          </a:xfrm>
          <a:custGeom>
            <a:avLst/>
            <a:gdLst>
              <a:gd name="connsiteX0" fmla="*/ 79511 w 905306"/>
              <a:gd name="connsiteY0" fmla="*/ 0 h 909641"/>
              <a:gd name="connsiteX1" fmla="*/ 495151 w 905306"/>
              <a:gd name="connsiteY1" fmla="*/ 0 h 909641"/>
              <a:gd name="connsiteX2" fmla="*/ 501203 w 905306"/>
              <a:gd name="connsiteY2" fmla="*/ 8678 h 909641"/>
              <a:gd name="connsiteX3" fmla="*/ 533227 w 905306"/>
              <a:gd name="connsiteY3" fmla="*/ 46470 h 909641"/>
              <a:gd name="connsiteX4" fmla="*/ 549099 w 905306"/>
              <a:gd name="connsiteY4" fmla="*/ 61473 h 909641"/>
              <a:gd name="connsiteX5" fmla="*/ 905306 w 905306"/>
              <a:gd name="connsiteY5" fmla="*/ 405129 h 909641"/>
              <a:gd name="connsiteX6" fmla="*/ 905306 w 905306"/>
              <a:gd name="connsiteY6" fmla="*/ 825795 h 909641"/>
              <a:gd name="connsiteX7" fmla="*/ 851190 w 905306"/>
              <a:gd name="connsiteY7" fmla="*/ 907437 h 909641"/>
              <a:gd name="connsiteX8" fmla="*/ 840274 w 905306"/>
              <a:gd name="connsiteY8" fmla="*/ 909641 h 909641"/>
              <a:gd name="connsiteX9" fmla="*/ 838605 w 905306"/>
              <a:gd name="connsiteY9" fmla="*/ 909557 h 909641"/>
              <a:gd name="connsiteX10" fmla="*/ 1064 w 905306"/>
              <a:gd name="connsiteY10" fmla="*/ 72015 h 909641"/>
              <a:gd name="connsiteX11" fmla="*/ 0 w 905306"/>
              <a:gd name="connsiteY11" fmla="*/ 50955 h 909641"/>
              <a:gd name="connsiteX12" fmla="*/ 16858 w 905306"/>
              <a:gd name="connsiteY12" fmla="*/ 25952 h 909641"/>
              <a:gd name="connsiteX13" fmla="*/ 79511 w 905306"/>
              <a:gd name="connsiteY13" fmla="*/ 0 h 909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05306" h="909641">
                <a:moveTo>
                  <a:pt x="79511" y="0"/>
                </a:moveTo>
                <a:lnTo>
                  <a:pt x="495151" y="0"/>
                </a:lnTo>
                <a:lnTo>
                  <a:pt x="501203" y="8678"/>
                </a:lnTo>
                <a:cubicBezTo>
                  <a:pt x="515822" y="26947"/>
                  <a:pt x="526497" y="39549"/>
                  <a:pt x="533227" y="46470"/>
                </a:cubicBezTo>
                <a:cubicBezTo>
                  <a:pt x="539962" y="53395"/>
                  <a:pt x="545250" y="58397"/>
                  <a:pt x="549099" y="61473"/>
                </a:cubicBezTo>
                <a:lnTo>
                  <a:pt x="905306" y="405129"/>
                </a:lnTo>
                <a:lnTo>
                  <a:pt x="905306" y="825795"/>
                </a:lnTo>
                <a:cubicBezTo>
                  <a:pt x="905306" y="862496"/>
                  <a:pt x="882992" y="893986"/>
                  <a:pt x="851190" y="907437"/>
                </a:cubicBezTo>
                <a:lnTo>
                  <a:pt x="840274" y="909641"/>
                </a:lnTo>
                <a:lnTo>
                  <a:pt x="838605" y="909557"/>
                </a:lnTo>
                <a:cubicBezTo>
                  <a:pt x="396993" y="864709"/>
                  <a:pt x="45912" y="513627"/>
                  <a:pt x="1064" y="72015"/>
                </a:cubicBezTo>
                <a:lnTo>
                  <a:pt x="0" y="50955"/>
                </a:lnTo>
                <a:lnTo>
                  <a:pt x="16858" y="25952"/>
                </a:lnTo>
                <a:cubicBezTo>
                  <a:pt x="32893" y="9918"/>
                  <a:pt x="55044" y="0"/>
                  <a:pt x="79511"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9" name="TextBox 18"/>
          <p:cNvSpPr txBox="1"/>
          <p:nvPr/>
        </p:nvSpPr>
        <p:spPr>
          <a:xfrm>
            <a:off x="3728753" y="1783918"/>
            <a:ext cx="2367248"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0" name="TextBox 19"/>
          <p:cNvSpPr txBox="1"/>
          <p:nvPr/>
        </p:nvSpPr>
        <p:spPr>
          <a:xfrm>
            <a:off x="3728752" y="2426999"/>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1" name="TextBox 20"/>
          <p:cNvSpPr txBox="1"/>
          <p:nvPr/>
        </p:nvSpPr>
        <p:spPr>
          <a:xfrm>
            <a:off x="3728751" y="3070080"/>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2" name="TextBox 21"/>
          <p:cNvSpPr txBox="1"/>
          <p:nvPr/>
        </p:nvSpPr>
        <p:spPr>
          <a:xfrm>
            <a:off x="3728751" y="3716975"/>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4" name="Freeform 23"/>
          <p:cNvSpPr/>
          <p:nvPr/>
        </p:nvSpPr>
        <p:spPr>
          <a:xfrm>
            <a:off x="6096000" y="1788522"/>
            <a:ext cx="1242766" cy="1248717"/>
          </a:xfrm>
          <a:custGeom>
            <a:avLst/>
            <a:gdLst>
              <a:gd name="connsiteX0" fmla="*/ 905306 w 905306"/>
              <a:gd name="connsiteY0" fmla="*/ 632923 h 909641"/>
              <a:gd name="connsiteX1" fmla="*/ 905306 w 905306"/>
              <a:gd name="connsiteY1" fmla="*/ 693437 h 909641"/>
              <a:gd name="connsiteX2" fmla="*/ 643030 w 905306"/>
              <a:gd name="connsiteY2" fmla="*/ 909641 h 909641"/>
              <a:gd name="connsiteX3" fmla="*/ 573437 w 905306"/>
              <a:gd name="connsiteY3" fmla="*/ 909641 h 909641"/>
              <a:gd name="connsiteX4" fmla="*/ 840274 w 905306"/>
              <a:gd name="connsiteY4" fmla="*/ 0 h 909641"/>
              <a:gd name="connsiteX5" fmla="*/ 851190 w 905306"/>
              <a:gd name="connsiteY5" fmla="*/ 2204 h 909641"/>
              <a:gd name="connsiteX6" fmla="*/ 905306 w 905306"/>
              <a:gd name="connsiteY6" fmla="*/ 83846 h 909641"/>
              <a:gd name="connsiteX7" fmla="*/ 905306 w 905306"/>
              <a:gd name="connsiteY7" fmla="*/ 495414 h 909641"/>
              <a:gd name="connsiteX8" fmla="*/ 882045 w 905306"/>
              <a:gd name="connsiteY8" fmla="*/ 508372 h 909641"/>
              <a:gd name="connsiteX9" fmla="*/ 400389 w 905306"/>
              <a:gd name="connsiteY9" fmla="*/ 909641 h 909641"/>
              <a:gd name="connsiteX10" fmla="*/ 79511 w 905306"/>
              <a:gd name="connsiteY10" fmla="*/ 909641 h 909641"/>
              <a:gd name="connsiteX11" fmla="*/ 16858 w 905306"/>
              <a:gd name="connsiteY11" fmla="*/ 883689 h 909641"/>
              <a:gd name="connsiteX12" fmla="*/ 0 w 905306"/>
              <a:gd name="connsiteY12" fmla="*/ 858686 h 909641"/>
              <a:gd name="connsiteX13" fmla="*/ 1064 w 905306"/>
              <a:gd name="connsiteY13" fmla="*/ 837626 h 909641"/>
              <a:gd name="connsiteX14" fmla="*/ 838605 w 905306"/>
              <a:gd name="connsiteY14" fmla="*/ 85 h 909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05306" h="909641">
                <a:moveTo>
                  <a:pt x="905306" y="632923"/>
                </a:moveTo>
                <a:lnTo>
                  <a:pt x="905306" y="693437"/>
                </a:lnTo>
                <a:lnTo>
                  <a:pt x="643030" y="909641"/>
                </a:lnTo>
                <a:lnTo>
                  <a:pt x="573437" y="909641"/>
                </a:lnTo>
                <a:close/>
                <a:moveTo>
                  <a:pt x="840274" y="0"/>
                </a:moveTo>
                <a:lnTo>
                  <a:pt x="851190" y="2204"/>
                </a:lnTo>
                <a:cubicBezTo>
                  <a:pt x="882992" y="15655"/>
                  <a:pt x="905306" y="47145"/>
                  <a:pt x="905306" y="83846"/>
                </a:cubicBezTo>
                <a:lnTo>
                  <a:pt x="905306" y="495414"/>
                </a:lnTo>
                <a:lnTo>
                  <a:pt x="882045" y="508372"/>
                </a:lnTo>
                <a:lnTo>
                  <a:pt x="400389" y="909641"/>
                </a:lnTo>
                <a:lnTo>
                  <a:pt x="79511" y="909641"/>
                </a:lnTo>
                <a:cubicBezTo>
                  <a:pt x="55044" y="909641"/>
                  <a:pt x="32892" y="899724"/>
                  <a:pt x="16858" y="883689"/>
                </a:cubicBezTo>
                <a:lnTo>
                  <a:pt x="0" y="858686"/>
                </a:lnTo>
                <a:lnTo>
                  <a:pt x="1064" y="837626"/>
                </a:lnTo>
                <a:cubicBezTo>
                  <a:pt x="45912" y="396014"/>
                  <a:pt x="396993" y="44933"/>
                  <a:pt x="838605" y="85"/>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24"/>
          <p:cNvSpPr/>
          <p:nvPr/>
        </p:nvSpPr>
        <p:spPr>
          <a:xfrm>
            <a:off x="7411745" y="1788228"/>
            <a:ext cx="1249011" cy="1249011"/>
          </a:xfrm>
          <a:custGeom>
            <a:avLst/>
            <a:gdLst>
              <a:gd name="connsiteX0" fmla="*/ 0 w 909855"/>
              <a:gd name="connsiteY0" fmla="*/ 628704 h 909855"/>
              <a:gd name="connsiteX1" fmla="*/ 337187 w 909855"/>
              <a:gd name="connsiteY1" fmla="*/ 909855 h 909855"/>
              <a:gd name="connsiteX2" fmla="*/ 267594 w 909855"/>
              <a:gd name="connsiteY2" fmla="*/ 909855 h 909855"/>
              <a:gd name="connsiteX3" fmla="*/ 0 w 909855"/>
              <a:gd name="connsiteY3" fmla="*/ 689268 h 909855"/>
              <a:gd name="connsiteX4" fmla="*/ 66095 w 909855"/>
              <a:gd name="connsiteY4" fmla="*/ 0 h 909855"/>
              <a:gd name="connsiteX5" fmla="*/ 72014 w 909855"/>
              <a:gd name="connsiteY5" fmla="*/ 299 h 909855"/>
              <a:gd name="connsiteX6" fmla="*/ 909556 w 909855"/>
              <a:gd name="connsiteY6" fmla="*/ 837840 h 909855"/>
              <a:gd name="connsiteX7" fmla="*/ 909855 w 909855"/>
              <a:gd name="connsiteY7" fmla="*/ 843764 h 909855"/>
              <a:gd name="connsiteX8" fmla="*/ 907437 w 909855"/>
              <a:gd name="connsiteY8" fmla="*/ 855739 h 909855"/>
              <a:gd name="connsiteX9" fmla="*/ 825795 w 909855"/>
              <a:gd name="connsiteY9" fmla="*/ 909855 h 909855"/>
              <a:gd name="connsiteX10" fmla="*/ 510198 w 909855"/>
              <a:gd name="connsiteY10" fmla="*/ 909855 h 909855"/>
              <a:gd name="connsiteX11" fmla="*/ 373983 w 909855"/>
              <a:gd name="connsiteY11" fmla="*/ 796654 h 909855"/>
              <a:gd name="connsiteX12" fmla="*/ 373983 w 909855"/>
              <a:gd name="connsiteY12" fmla="*/ 514808 h 909855"/>
              <a:gd name="connsiteX13" fmla="*/ 367761 w 909855"/>
              <a:gd name="connsiteY13" fmla="*/ 498920 h 909855"/>
              <a:gd name="connsiteX14" fmla="*/ 351873 w 909855"/>
              <a:gd name="connsiteY14" fmla="*/ 492698 h 909855"/>
              <a:gd name="connsiteX15" fmla="*/ 219243 w 909855"/>
              <a:gd name="connsiteY15" fmla="*/ 492698 h 909855"/>
              <a:gd name="connsiteX16" fmla="*/ 203349 w 909855"/>
              <a:gd name="connsiteY16" fmla="*/ 498920 h 909855"/>
              <a:gd name="connsiteX17" fmla="*/ 197133 w 909855"/>
              <a:gd name="connsiteY17" fmla="*/ 514808 h 909855"/>
              <a:gd name="connsiteX18" fmla="*/ 197133 w 909855"/>
              <a:gd name="connsiteY18" fmla="*/ 649512 h 909855"/>
              <a:gd name="connsiteX19" fmla="*/ 28579 w 909855"/>
              <a:gd name="connsiteY19" fmla="*/ 508586 h 909855"/>
              <a:gd name="connsiteX20" fmla="*/ 4402 w 909855"/>
              <a:gd name="connsiteY20" fmla="*/ 495118 h 909855"/>
              <a:gd name="connsiteX21" fmla="*/ 0 w 909855"/>
              <a:gd name="connsiteY21" fmla="*/ 494420 h 909855"/>
              <a:gd name="connsiteX22" fmla="*/ 0 w 909855"/>
              <a:gd name="connsiteY22" fmla="*/ 84060 h 909855"/>
              <a:gd name="connsiteX23" fmla="*/ 54116 w 909855"/>
              <a:gd name="connsiteY23" fmla="*/ 2418 h 90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09855" h="909855">
                <a:moveTo>
                  <a:pt x="0" y="628704"/>
                </a:moveTo>
                <a:lnTo>
                  <a:pt x="337187" y="909855"/>
                </a:lnTo>
                <a:lnTo>
                  <a:pt x="267594" y="909855"/>
                </a:lnTo>
                <a:lnTo>
                  <a:pt x="0" y="689268"/>
                </a:lnTo>
                <a:close/>
                <a:moveTo>
                  <a:pt x="66095" y="0"/>
                </a:moveTo>
                <a:lnTo>
                  <a:pt x="72014" y="299"/>
                </a:lnTo>
                <a:cubicBezTo>
                  <a:pt x="513626" y="45147"/>
                  <a:pt x="864708" y="396228"/>
                  <a:pt x="909556" y="837840"/>
                </a:cubicBezTo>
                <a:lnTo>
                  <a:pt x="909855" y="843764"/>
                </a:lnTo>
                <a:lnTo>
                  <a:pt x="907437" y="855739"/>
                </a:lnTo>
                <a:cubicBezTo>
                  <a:pt x="893986" y="887541"/>
                  <a:pt x="862496" y="909855"/>
                  <a:pt x="825795" y="909855"/>
                </a:cubicBezTo>
                <a:lnTo>
                  <a:pt x="510198" y="909855"/>
                </a:lnTo>
                <a:lnTo>
                  <a:pt x="373983" y="796654"/>
                </a:lnTo>
                <a:lnTo>
                  <a:pt x="373983" y="514808"/>
                </a:lnTo>
                <a:cubicBezTo>
                  <a:pt x="373983" y="508359"/>
                  <a:pt x="371909" y="503063"/>
                  <a:pt x="367761" y="498920"/>
                </a:cubicBezTo>
                <a:cubicBezTo>
                  <a:pt x="363618" y="494772"/>
                  <a:pt x="358322" y="492698"/>
                  <a:pt x="351873" y="492698"/>
                </a:cubicBezTo>
                <a:lnTo>
                  <a:pt x="219243" y="492698"/>
                </a:lnTo>
                <a:cubicBezTo>
                  <a:pt x="212794" y="492698"/>
                  <a:pt x="207498" y="494772"/>
                  <a:pt x="203349" y="498920"/>
                </a:cubicBezTo>
                <a:cubicBezTo>
                  <a:pt x="199207" y="503063"/>
                  <a:pt x="197133" y="508359"/>
                  <a:pt x="197133" y="514808"/>
                </a:cubicBezTo>
                <a:lnTo>
                  <a:pt x="197133" y="649512"/>
                </a:lnTo>
                <a:lnTo>
                  <a:pt x="28579" y="508586"/>
                </a:lnTo>
                <a:cubicBezTo>
                  <a:pt x="21212" y="502600"/>
                  <a:pt x="13152" y="498110"/>
                  <a:pt x="4402" y="495118"/>
                </a:cubicBezTo>
                <a:lnTo>
                  <a:pt x="0" y="494420"/>
                </a:lnTo>
                <a:lnTo>
                  <a:pt x="0" y="84060"/>
                </a:lnTo>
                <a:cubicBezTo>
                  <a:pt x="0" y="47359"/>
                  <a:pt x="22314" y="15869"/>
                  <a:pt x="54116" y="2418"/>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26" name="Freeform 25"/>
          <p:cNvSpPr/>
          <p:nvPr/>
        </p:nvSpPr>
        <p:spPr>
          <a:xfrm>
            <a:off x="7411745" y="3102921"/>
            <a:ext cx="1249011" cy="1249011"/>
          </a:xfrm>
          <a:custGeom>
            <a:avLst/>
            <a:gdLst>
              <a:gd name="connsiteX0" fmla="*/ 325637 w 909855"/>
              <a:gd name="connsiteY0" fmla="*/ 0 h 909855"/>
              <a:gd name="connsiteX1" fmla="*/ 394570 w 909855"/>
              <a:gd name="connsiteY1" fmla="*/ 0 h 909855"/>
              <a:gd name="connsiteX2" fmla="*/ 454112 w 909855"/>
              <a:gd name="connsiteY2" fmla="*/ 49647 h 909855"/>
              <a:gd name="connsiteX3" fmla="*/ 468619 w 909855"/>
              <a:gd name="connsiteY3" fmla="*/ 54483 h 909855"/>
              <a:gd name="connsiteX4" fmla="*/ 470693 w 909855"/>
              <a:gd name="connsiteY4" fmla="*/ 54483 h 909855"/>
              <a:gd name="connsiteX5" fmla="*/ 485201 w 909855"/>
              <a:gd name="connsiteY5" fmla="*/ 46885 h 909855"/>
              <a:gd name="connsiteX6" fmla="*/ 524482 w 909855"/>
              <a:gd name="connsiteY6" fmla="*/ 0 h 909855"/>
              <a:gd name="connsiteX7" fmla="*/ 825795 w 909855"/>
              <a:gd name="connsiteY7" fmla="*/ 0 h 909855"/>
              <a:gd name="connsiteX8" fmla="*/ 907437 w 909855"/>
              <a:gd name="connsiteY8" fmla="*/ 54116 h 909855"/>
              <a:gd name="connsiteX9" fmla="*/ 909855 w 909855"/>
              <a:gd name="connsiteY9" fmla="*/ 66091 h 909855"/>
              <a:gd name="connsiteX10" fmla="*/ 909556 w 909855"/>
              <a:gd name="connsiteY10" fmla="*/ 72014 h 909855"/>
              <a:gd name="connsiteX11" fmla="*/ 72014 w 909855"/>
              <a:gd name="connsiteY11" fmla="*/ 909556 h 909855"/>
              <a:gd name="connsiteX12" fmla="*/ 66091 w 909855"/>
              <a:gd name="connsiteY12" fmla="*/ 909855 h 909855"/>
              <a:gd name="connsiteX13" fmla="*/ 54116 w 909855"/>
              <a:gd name="connsiteY13" fmla="*/ 907437 h 909855"/>
              <a:gd name="connsiteX14" fmla="*/ 0 w 909855"/>
              <a:gd name="connsiteY14" fmla="*/ 825795 h 909855"/>
              <a:gd name="connsiteX15" fmla="*/ 0 w 909855"/>
              <a:gd name="connsiteY15" fmla="*/ 153955 h 909855"/>
              <a:gd name="connsiteX16" fmla="*/ 64503 w 909855"/>
              <a:gd name="connsiteY16" fmla="*/ 153955 h 909855"/>
              <a:gd name="connsiteX17" fmla="*/ 64503 w 909855"/>
              <a:gd name="connsiteY17" fmla="*/ 419224 h 909855"/>
              <a:gd name="connsiteX18" fmla="*/ 329768 w 909855"/>
              <a:gd name="connsiteY18" fmla="*/ 419224 h 909855"/>
              <a:gd name="connsiteX19" fmla="*/ 360856 w 909855"/>
              <a:gd name="connsiteY19" fmla="*/ 406098 h 909855"/>
              <a:gd name="connsiteX20" fmla="*/ 373983 w 909855"/>
              <a:gd name="connsiteY20" fmla="*/ 375014 h 909855"/>
              <a:gd name="connsiteX21" fmla="*/ 373983 w 909855"/>
              <a:gd name="connsiteY21" fmla="*/ 43430 h 909855"/>
              <a:gd name="connsiteX22" fmla="*/ 373290 w 909855"/>
              <a:gd name="connsiteY22" fmla="*/ 39282 h 90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9855" h="909855">
                <a:moveTo>
                  <a:pt x="325637" y="0"/>
                </a:moveTo>
                <a:lnTo>
                  <a:pt x="394570" y="0"/>
                </a:lnTo>
                <a:lnTo>
                  <a:pt x="454112" y="49647"/>
                </a:lnTo>
                <a:cubicBezTo>
                  <a:pt x="457800" y="52869"/>
                  <a:pt x="462635" y="54483"/>
                  <a:pt x="468619" y="54483"/>
                </a:cubicBezTo>
                <a:lnTo>
                  <a:pt x="470693" y="54483"/>
                </a:lnTo>
                <a:cubicBezTo>
                  <a:pt x="476677" y="53562"/>
                  <a:pt x="481513" y="51028"/>
                  <a:pt x="485201" y="46885"/>
                </a:cubicBezTo>
                <a:lnTo>
                  <a:pt x="524482" y="0"/>
                </a:lnTo>
                <a:lnTo>
                  <a:pt x="825795" y="0"/>
                </a:lnTo>
                <a:cubicBezTo>
                  <a:pt x="862496" y="0"/>
                  <a:pt x="893986" y="22314"/>
                  <a:pt x="907437" y="54116"/>
                </a:cubicBezTo>
                <a:lnTo>
                  <a:pt x="909855" y="66091"/>
                </a:lnTo>
                <a:lnTo>
                  <a:pt x="909556" y="72014"/>
                </a:lnTo>
                <a:cubicBezTo>
                  <a:pt x="864708" y="513626"/>
                  <a:pt x="513626" y="864708"/>
                  <a:pt x="72014" y="909556"/>
                </a:cubicBezTo>
                <a:lnTo>
                  <a:pt x="66091" y="909855"/>
                </a:lnTo>
                <a:lnTo>
                  <a:pt x="54116" y="907437"/>
                </a:lnTo>
                <a:cubicBezTo>
                  <a:pt x="22314" y="893986"/>
                  <a:pt x="0" y="862496"/>
                  <a:pt x="0" y="825795"/>
                </a:cubicBezTo>
                <a:lnTo>
                  <a:pt x="0" y="153955"/>
                </a:lnTo>
                <a:lnTo>
                  <a:pt x="64503" y="153955"/>
                </a:lnTo>
                <a:lnTo>
                  <a:pt x="64503" y="419224"/>
                </a:lnTo>
                <a:lnTo>
                  <a:pt x="329768" y="419224"/>
                </a:lnTo>
                <a:cubicBezTo>
                  <a:pt x="341741" y="419224"/>
                  <a:pt x="352105" y="414849"/>
                  <a:pt x="360856" y="406098"/>
                </a:cubicBezTo>
                <a:cubicBezTo>
                  <a:pt x="369607" y="397352"/>
                  <a:pt x="373983" y="386987"/>
                  <a:pt x="373983" y="375014"/>
                </a:cubicBezTo>
                <a:lnTo>
                  <a:pt x="373983" y="43430"/>
                </a:lnTo>
                <a:cubicBezTo>
                  <a:pt x="373983" y="41589"/>
                  <a:pt x="373750" y="40203"/>
                  <a:pt x="373290" y="39282"/>
                </a:cubicBezTo>
                <a:close/>
              </a:path>
            </a:pathLst>
          </a:custGeom>
          <a:solidFill>
            <a:schemeClr val="tx1">
              <a:lumMod val="75000"/>
              <a:lumOff val="25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27" name="Freeform 26"/>
          <p:cNvSpPr/>
          <p:nvPr/>
        </p:nvSpPr>
        <p:spPr>
          <a:xfrm>
            <a:off x="6096000" y="3102920"/>
            <a:ext cx="1242766" cy="1248716"/>
          </a:xfrm>
          <a:custGeom>
            <a:avLst/>
            <a:gdLst>
              <a:gd name="connsiteX0" fmla="*/ 79511 w 905306"/>
              <a:gd name="connsiteY0" fmla="*/ 0 h 909640"/>
              <a:gd name="connsiteX1" fmla="*/ 386142 w 905306"/>
              <a:gd name="connsiteY1" fmla="*/ 0 h 909640"/>
              <a:gd name="connsiteX2" fmla="*/ 425423 w 905306"/>
              <a:gd name="connsiteY2" fmla="*/ 46885 h 909640"/>
              <a:gd name="connsiteX3" fmla="*/ 439930 w 905306"/>
              <a:gd name="connsiteY3" fmla="*/ 54483 h 909640"/>
              <a:gd name="connsiteX4" fmla="*/ 456512 w 905306"/>
              <a:gd name="connsiteY4" fmla="*/ 49647 h 909640"/>
              <a:gd name="connsiteX5" fmla="*/ 516054 w 905306"/>
              <a:gd name="connsiteY5" fmla="*/ 0 h 909640"/>
              <a:gd name="connsiteX6" fmla="*/ 584987 w 905306"/>
              <a:gd name="connsiteY6" fmla="*/ 0 h 909640"/>
              <a:gd name="connsiteX7" fmla="*/ 537334 w 905306"/>
              <a:gd name="connsiteY7" fmla="*/ 39282 h 909640"/>
              <a:gd name="connsiteX8" fmla="*/ 536987 w 905306"/>
              <a:gd name="connsiteY8" fmla="*/ 41356 h 909640"/>
              <a:gd name="connsiteX9" fmla="*/ 536641 w 905306"/>
              <a:gd name="connsiteY9" fmla="*/ 43430 h 909640"/>
              <a:gd name="connsiteX10" fmla="*/ 536641 w 905306"/>
              <a:gd name="connsiteY10" fmla="*/ 375014 h 909640"/>
              <a:gd name="connsiteX11" fmla="*/ 549767 w 905306"/>
              <a:gd name="connsiteY11" fmla="*/ 406098 h 909640"/>
              <a:gd name="connsiteX12" fmla="*/ 580856 w 905306"/>
              <a:gd name="connsiteY12" fmla="*/ 419224 h 909640"/>
              <a:gd name="connsiteX13" fmla="*/ 846120 w 905306"/>
              <a:gd name="connsiteY13" fmla="*/ 419224 h 909640"/>
              <a:gd name="connsiteX14" fmla="*/ 846120 w 905306"/>
              <a:gd name="connsiteY14" fmla="*/ 153955 h 909640"/>
              <a:gd name="connsiteX15" fmla="*/ 905306 w 905306"/>
              <a:gd name="connsiteY15" fmla="*/ 153955 h 909640"/>
              <a:gd name="connsiteX16" fmla="*/ 905306 w 905306"/>
              <a:gd name="connsiteY16" fmla="*/ 825795 h 909640"/>
              <a:gd name="connsiteX17" fmla="*/ 851190 w 905306"/>
              <a:gd name="connsiteY17" fmla="*/ 907437 h 909640"/>
              <a:gd name="connsiteX18" fmla="*/ 840278 w 905306"/>
              <a:gd name="connsiteY18" fmla="*/ 909640 h 909640"/>
              <a:gd name="connsiteX19" fmla="*/ 838605 w 905306"/>
              <a:gd name="connsiteY19" fmla="*/ 909556 h 909640"/>
              <a:gd name="connsiteX20" fmla="*/ 1064 w 905306"/>
              <a:gd name="connsiteY20" fmla="*/ 72014 h 909640"/>
              <a:gd name="connsiteX21" fmla="*/ 0 w 905306"/>
              <a:gd name="connsiteY21" fmla="*/ 50955 h 909640"/>
              <a:gd name="connsiteX22" fmla="*/ 16858 w 905306"/>
              <a:gd name="connsiteY22" fmla="*/ 25952 h 909640"/>
              <a:gd name="connsiteX23" fmla="*/ 79511 w 905306"/>
              <a:gd name="connsiteY23" fmla="*/ 0 h 909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05306" h="909640">
                <a:moveTo>
                  <a:pt x="79511" y="0"/>
                </a:moveTo>
                <a:lnTo>
                  <a:pt x="386142" y="0"/>
                </a:lnTo>
                <a:lnTo>
                  <a:pt x="425423" y="46885"/>
                </a:lnTo>
                <a:cubicBezTo>
                  <a:pt x="429105" y="51028"/>
                  <a:pt x="433941" y="53562"/>
                  <a:pt x="439930" y="54483"/>
                </a:cubicBezTo>
                <a:cubicBezTo>
                  <a:pt x="445459" y="54943"/>
                  <a:pt x="450983" y="53329"/>
                  <a:pt x="456512" y="49647"/>
                </a:cubicBezTo>
                <a:lnTo>
                  <a:pt x="516054" y="0"/>
                </a:lnTo>
                <a:lnTo>
                  <a:pt x="584987" y="0"/>
                </a:lnTo>
                <a:lnTo>
                  <a:pt x="537334" y="39282"/>
                </a:lnTo>
                <a:cubicBezTo>
                  <a:pt x="537334" y="39742"/>
                  <a:pt x="537220" y="40436"/>
                  <a:pt x="536987" y="41356"/>
                </a:cubicBezTo>
                <a:cubicBezTo>
                  <a:pt x="536760" y="42277"/>
                  <a:pt x="536641" y="42970"/>
                  <a:pt x="536641" y="43430"/>
                </a:cubicBezTo>
                <a:lnTo>
                  <a:pt x="536641" y="375014"/>
                </a:lnTo>
                <a:cubicBezTo>
                  <a:pt x="536641" y="386987"/>
                  <a:pt x="541016" y="397352"/>
                  <a:pt x="549767" y="406098"/>
                </a:cubicBezTo>
                <a:cubicBezTo>
                  <a:pt x="558518" y="414849"/>
                  <a:pt x="568883" y="419224"/>
                  <a:pt x="580856" y="419224"/>
                </a:cubicBezTo>
                <a:lnTo>
                  <a:pt x="846120" y="419224"/>
                </a:lnTo>
                <a:lnTo>
                  <a:pt x="846120" y="153955"/>
                </a:lnTo>
                <a:lnTo>
                  <a:pt x="905306" y="153955"/>
                </a:lnTo>
                <a:lnTo>
                  <a:pt x="905306" y="825795"/>
                </a:lnTo>
                <a:cubicBezTo>
                  <a:pt x="905306" y="862496"/>
                  <a:pt x="882992" y="893986"/>
                  <a:pt x="851190" y="907437"/>
                </a:cubicBezTo>
                <a:lnTo>
                  <a:pt x="840278" y="909640"/>
                </a:lnTo>
                <a:lnTo>
                  <a:pt x="838605" y="909556"/>
                </a:lnTo>
                <a:cubicBezTo>
                  <a:pt x="396993" y="864708"/>
                  <a:pt x="45912" y="513626"/>
                  <a:pt x="1064" y="72014"/>
                </a:cubicBezTo>
                <a:lnTo>
                  <a:pt x="0" y="50955"/>
                </a:lnTo>
                <a:lnTo>
                  <a:pt x="16858" y="25952"/>
                </a:lnTo>
                <a:cubicBezTo>
                  <a:pt x="32892" y="9918"/>
                  <a:pt x="55044" y="0"/>
                  <a:pt x="79511"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28" name="TextBox 27"/>
          <p:cNvSpPr txBox="1"/>
          <p:nvPr/>
        </p:nvSpPr>
        <p:spPr>
          <a:xfrm>
            <a:off x="8910352" y="1796057"/>
            <a:ext cx="2367248"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9" name="TextBox 28"/>
          <p:cNvSpPr txBox="1"/>
          <p:nvPr/>
        </p:nvSpPr>
        <p:spPr>
          <a:xfrm>
            <a:off x="8910351" y="2439138"/>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30" name="TextBox 29"/>
          <p:cNvSpPr txBox="1"/>
          <p:nvPr/>
        </p:nvSpPr>
        <p:spPr>
          <a:xfrm>
            <a:off x="8910350" y="3082219"/>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31" name="TextBox 30"/>
          <p:cNvSpPr txBox="1"/>
          <p:nvPr/>
        </p:nvSpPr>
        <p:spPr>
          <a:xfrm>
            <a:off x="8910350" y="3729114"/>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32" name="TextBox 31"/>
          <p:cNvSpPr txBox="1"/>
          <p:nvPr/>
        </p:nvSpPr>
        <p:spPr>
          <a:xfrm>
            <a:off x="914400" y="5000857"/>
            <a:ext cx="4635795" cy="10464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HEART</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FIRST PROJECT</a:t>
            </a:r>
          </a:p>
          <a:p>
            <a:endParaRPr lang="en-US" sz="900">
              <a:solidFill>
                <a:srgbClr val="34495E"/>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3" name="TextBox 32"/>
          <p:cNvSpPr txBox="1"/>
          <p:nvPr/>
        </p:nvSpPr>
        <p:spPr>
          <a:xfrm>
            <a:off x="6096000" y="5000857"/>
            <a:ext cx="4635795" cy="10464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HOME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FIRST PROJECT</a:t>
            </a:r>
          </a:p>
          <a:p>
            <a:endParaRPr lang="en-US" sz="900">
              <a:solidFill>
                <a:srgbClr val="34495E"/>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Tree>
    <p:extLst>
      <p:ext uri="{BB962C8B-B14F-4D97-AF65-F5344CB8AC3E}">
        <p14:creationId xmlns:p14="http://schemas.microsoft.com/office/powerpoint/2010/main" val="1822123378"/>
      </p:ext>
    </p:extLst>
  </p:cSld>
  <p:clrMapOvr>
    <a:masterClrMapping/>
  </p:clrMapOvr>
  <p:transition spd="slow">
    <p:cover dir="d"/>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74</a:t>
            </a:r>
          </a:p>
        </p:txBody>
      </p:sp>
      <p:sp>
        <p:nvSpPr>
          <p:cNvPr id="14" name="Freeform 13"/>
          <p:cNvSpPr/>
          <p:nvPr/>
        </p:nvSpPr>
        <p:spPr>
          <a:xfrm>
            <a:off x="3870257" y="4625160"/>
            <a:ext cx="2760036" cy="1105785"/>
          </a:xfrm>
          <a:custGeom>
            <a:avLst/>
            <a:gdLst>
              <a:gd name="connsiteX0" fmla="*/ 311948 w 2760036"/>
              <a:gd name="connsiteY0" fmla="*/ 0 h 1105785"/>
              <a:gd name="connsiteX1" fmla="*/ 1924950 w 2760036"/>
              <a:gd name="connsiteY1" fmla="*/ 0 h 1105785"/>
              <a:gd name="connsiteX2" fmla="*/ 1919200 w 2760036"/>
              <a:gd name="connsiteY2" fmla="*/ 41897 h 1105785"/>
              <a:gd name="connsiteX3" fmla="*/ 1935373 w 2760036"/>
              <a:gd name="connsiteY3" fmla="*/ 41897 h 1105785"/>
              <a:gd name="connsiteX4" fmla="*/ 1955599 w 2760036"/>
              <a:gd name="connsiteY4" fmla="*/ 49984 h 1105785"/>
              <a:gd name="connsiteX5" fmla="*/ 1969738 w 2760036"/>
              <a:gd name="connsiteY5" fmla="*/ 76279 h 1105785"/>
              <a:gd name="connsiteX6" fmla="*/ 1979807 w 2760036"/>
              <a:gd name="connsiteY6" fmla="*/ 102575 h 1105785"/>
              <a:gd name="connsiteX7" fmla="*/ 1993963 w 2760036"/>
              <a:gd name="connsiteY7" fmla="*/ 98540 h 1105785"/>
              <a:gd name="connsiteX8" fmla="*/ 2008066 w 2760036"/>
              <a:gd name="connsiteY8" fmla="*/ 94488 h 1105785"/>
              <a:gd name="connsiteX9" fmla="*/ 2036379 w 2760036"/>
              <a:gd name="connsiteY9" fmla="*/ 94488 h 1105785"/>
              <a:gd name="connsiteX10" fmla="*/ 2056552 w 2760036"/>
              <a:gd name="connsiteY10" fmla="*/ 94488 h 1105785"/>
              <a:gd name="connsiteX11" fmla="*/ 2076778 w 2760036"/>
              <a:gd name="connsiteY11" fmla="*/ 82349 h 1105785"/>
              <a:gd name="connsiteX12" fmla="*/ 2060587 w 2760036"/>
              <a:gd name="connsiteY12" fmla="*/ 33810 h 1105785"/>
              <a:gd name="connsiteX13" fmla="*/ 2113054 w 2760036"/>
              <a:gd name="connsiteY13" fmla="*/ 41897 h 1105785"/>
              <a:gd name="connsiteX14" fmla="*/ 2173661 w 2760036"/>
              <a:gd name="connsiteY14" fmla="*/ 62123 h 1105785"/>
              <a:gd name="connsiteX15" fmla="*/ 2189781 w 2760036"/>
              <a:gd name="connsiteY15" fmla="*/ 21671 h 1105785"/>
              <a:gd name="connsiteX16" fmla="*/ 2201920 w 2760036"/>
              <a:gd name="connsiteY16" fmla="*/ 66175 h 1105785"/>
              <a:gd name="connsiteX17" fmla="*/ 2226446 w 2760036"/>
              <a:gd name="connsiteY17" fmla="*/ 5497 h 1105785"/>
              <a:gd name="connsiteX18" fmla="*/ 2229558 w 2760036"/>
              <a:gd name="connsiteY18" fmla="*/ 0 h 1105785"/>
              <a:gd name="connsiteX19" fmla="*/ 2350545 w 2760036"/>
              <a:gd name="connsiteY19" fmla="*/ 0 h 1105785"/>
              <a:gd name="connsiteX20" fmla="*/ 2345077 w 2760036"/>
              <a:gd name="connsiteY20" fmla="*/ 54036 h 1105785"/>
              <a:gd name="connsiteX21" fmla="*/ 2357375 w 2760036"/>
              <a:gd name="connsiteY21" fmla="*/ 49984 h 1105785"/>
              <a:gd name="connsiteX22" fmla="*/ 2385971 w 2760036"/>
              <a:gd name="connsiteY22" fmla="*/ 58088 h 1105785"/>
              <a:gd name="connsiteX23" fmla="*/ 2422795 w 2760036"/>
              <a:gd name="connsiteY23" fmla="*/ 72245 h 1105785"/>
              <a:gd name="connsiteX24" fmla="*/ 2435094 w 2760036"/>
              <a:gd name="connsiteY24" fmla="*/ 54036 h 1105785"/>
              <a:gd name="connsiteX25" fmla="*/ 2447339 w 2760036"/>
              <a:gd name="connsiteY25" fmla="*/ 25723 h 1105785"/>
              <a:gd name="connsiteX26" fmla="*/ 2451321 w 2760036"/>
              <a:gd name="connsiteY26" fmla="*/ 58088 h 1105785"/>
              <a:gd name="connsiteX27" fmla="*/ 2559670 w 2760036"/>
              <a:gd name="connsiteY27" fmla="*/ 90436 h 1105785"/>
              <a:gd name="connsiteX28" fmla="*/ 2583683 w 2760036"/>
              <a:gd name="connsiteY28" fmla="*/ 17637 h 1105785"/>
              <a:gd name="connsiteX29" fmla="*/ 2595751 w 2760036"/>
              <a:gd name="connsiteY29" fmla="*/ 33810 h 1105785"/>
              <a:gd name="connsiteX30" fmla="*/ 2627798 w 2760036"/>
              <a:gd name="connsiteY30" fmla="*/ 66175 h 1105785"/>
              <a:gd name="connsiteX31" fmla="*/ 2652005 w 2760036"/>
              <a:gd name="connsiteY31" fmla="*/ 86401 h 1105785"/>
              <a:gd name="connsiteX32" fmla="*/ 2647970 w 2760036"/>
              <a:gd name="connsiteY32" fmla="*/ 122801 h 1105785"/>
              <a:gd name="connsiteX33" fmla="*/ 2635831 w 2760036"/>
              <a:gd name="connsiteY33" fmla="*/ 159218 h 1105785"/>
              <a:gd name="connsiteX34" fmla="*/ 2635831 w 2760036"/>
              <a:gd name="connsiteY34" fmla="*/ 167305 h 1105785"/>
              <a:gd name="connsiteX35" fmla="*/ 2695943 w 2760036"/>
              <a:gd name="connsiteY35" fmla="*/ 155166 h 1105785"/>
              <a:gd name="connsiteX36" fmla="*/ 2756037 w 2760036"/>
              <a:gd name="connsiteY36" fmla="*/ 122801 h 1105785"/>
              <a:gd name="connsiteX37" fmla="*/ 2760036 w 2760036"/>
              <a:gd name="connsiteY37" fmla="*/ 130888 h 1105785"/>
              <a:gd name="connsiteX38" fmla="*/ 2720026 w 2760036"/>
              <a:gd name="connsiteY38" fmla="*/ 155166 h 1105785"/>
              <a:gd name="connsiteX39" fmla="*/ 2732024 w 2760036"/>
              <a:gd name="connsiteY39" fmla="*/ 163253 h 1105785"/>
              <a:gd name="connsiteX40" fmla="*/ 2727989 w 2760036"/>
              <a:gd name="connsiteY40" fmla="*/ 171340 h 1105785"/>
              <a:gd name="connsiteX41" fmla="*/ 2703959 w 2760036"/>
              <a:gd name="connsiteY41" fmla="*/ 159218 h 1105785"/>
              <a:gd name="connsiteX42" fmla="*/ 2667931 w 2760036"/>
              <a:gd name="connsiteY42" fmla="*/ 175392 h 1105785"/>
              <a:gd name="connsiteX43" fmla="*/ 2688157 w 2760036"/>
              <a:gd name="connsiteY43" fmla="*/ 195618 h 1105785"/>
              <a:gd name="connsiteX44" fmla="*/ 2708383 w 2760036"/>
              <a:gd name="connsiteY44" fmla="*/ 227983 h 1105785"/>
              <a:gd name="connsiteX45" fmla="*/ 2706366 w 2760036"/>
              <a:gd name="connsiteY45" fmla="*/ 256296 h 1105785"/>
              <a:gd name="connsiteX46" fmla="*/ 2688157 w 2760036"/>
              <a:gd name="connsiteY46" fmla="*/ 256296 h 1105785"/>
              <a:gd name="connsiteX47" fmla="*/ 2665984 w 2760036"/>
              <a:gd name="connsiteY47" fmla="*/ 238087 h 1105785"/>
              <a:gd name="connsiteX48" fmla="*/ 2647900 w 2760036"/>
              <a:gd name="connsiteY48" fmla="*/ 219896 h 1105785"/>
              <a:gd name="connsiteX49" fmla="*/ 2631903 w 2760036"/>
              <a:gd name="connsiteY49" fmla="*/ 195618 h 1105785"/>
              <a:gd name="connsiteX50" fmla="*/ 2623887 w 2760036"/>
              <a:gd name="connsiteY50" fmla="*/ 211791 h 1105785"/>
              <a:gd name="connsiteX51" fmla="*/ 2631903 w 2760036"/>
              <a:gd name="connsiteY51" fmla="*/ 240122 h 1105785"/>
              <a:gd name="connsiteX52" fmla="*/ 2637919 w 2760036"/>
              <a:gd name="connsiteY52" fmla="*/ 274504 h 1105785"/>
              <a:gd name="connsiteX53" fmla="*/ 2631903 w 2760036"/>
              <a:gd name="connsiteY53" fmla="*/ 312921 h 1105785"/>
              <a:gd name="connsiteX54" fmla="*/ 2579825 w 2760036"/>
              <a:gd name="connsiteY54" fmla="*/ 288661 h 1105785"/>
              <a:gd name="connsiteX55" fmla="*/ 2549831 w 2760036"/>
              <a:gd name="connsiteY55" fmla="*/ 254278 h 1105785"/>
              <a:gd name="connsiteX56" fmla="*/ 2555812 w 2760036"/>
              <a:gd name="connsiteY56" fmla="*/ 199670 h 1105785"/>
              <a:gd name="connsiteX57" fmla="*/ 2539816 w 2760036"/>
              <a:gd name="connsiteY57" fmla="*/ 207757 h 1105785"/>
              <a:gd name="connsiteX58" fmla="*/ 2483756 w 2760036"/>
              <a:gd name="connsiteY58" fmla="*/ 203705 h 1105785"/>
              <a:gd name="connsiteX59" fmla="*/ 2413682 w 2760036"/>
              <a:gd name="connsiteY59" fmla="*/ 171340 h 1105785"/>
              <a:gd name="connsiteX60" fmla="*/ 2372452 w 2760036"/>
              <a:gd name="connsiteY60" fmla="*/ 163253 h 1105785"/>
              <a:gd name="connsiteX61" fmla="*/ 2355977 w 2760036"/>
              <a:gd name="connsiteY61" fmla="*/ 167305 h 1105785"/>
              <a:gd name="connsiteX62" fmla="*/ 2339520 w 2760036"/>
              <a:gd name="connsiteY62" fmla="*/ 167305 h 1105785"/>
              <a:gd name="connsiteX63" fmla="*/ 2323028 w 2760036"/>
              <a:gd name="connsiteY63" fmla="*/ 167305 h 1105785"/>
              <a:gd name="connsiteX64" fmla="*/ 2331115 w 2760036"/>
              <a:gd name="connsiteY64" fmla="*/ 191565 h 1105785"/>
              <a:gd name="connsiteX65" fmla="*/ 2359357 w 2760036"/>
              <a:gd name="connsiteY65" fmla="*/ 199670 h 1105785"/>
              <a:gd name="connsiteX66" fmla="*/ 2363409 w 2760036"/>
              <a:gd name="connsiteY66" fmla="*/ 211791 h 1105785"/>
              <a:gd name="connsiteX67" fmla="*/ 2310942 w 2760036"/>
              <a:gd name="connsiteY67" fmla="*/ 191565 h 1105785"/>
              <a:gd name="connsiteX68" fmla="*/ 2310942 w 2760036"/>
              <a:gd name="connsiteY68" fmla="*/ 183479 h 1105785"/>
              <a:gd name="connsiteX69" fmla="*/ 2290716 w 2760036"/>
              <a:gd name="connsiteY69" fmla="*/ 171340 h 1105785"/>
              <a:gd name="connsiteX70" fmla="*/ 2280648 w 2760036"/>
              <a:gd name="connsiteY70" fmla="*/ 169322 h 1105785"/>
              <a:gd name="connsiteX71" fmla="*/ 2282629 w 2760036"/>
              <a:gd name="connsiteY71" fmla="*/ 165270 h 1105785"/>
              <a:gd name="connsiteX72" fmla="*/ 2276595 w 2760036"/>
              <a:gd name="connsiteY72" fmla="*/ 161235 h 1105785"/>
              <a:gd name="connsiteX73" fmla="*/ 2242301 w 2760036"/>
              <a:gd name="connsiteY73" fmla="*/ 155166 h 1105785"/>
              <a:gd name="connsiteX74" fmla="*/ 2165574 w 2760036"/>
              <a:gd name="connsiteY74" fmla="*/ 147079 h 1105785"/>
              <a:gd name="connsiteX75" fmla="*/ 2145348 w 2760036"/>
              <a:gd name="connsiteY75" fmla="*/ 138992 h 1105785"/>
              <a:gd name="connsiteX76" fmla="*/ 2153435 w 2760036"/>
              <a:gd name="connsiteY76" fmla="*/ 167305 h 1105785"/>
              <a:gd name="connsiteX77" fmla="*/ 2161522 w 2760036"/>
              <a:gd name="connsiteY77" fmla="*/ 223931 h 1105785"/>
              <a:gd name="connsiteX78" fmla="*/ 2121140 w 2760036"/>
              <a:gd name="connsiteY78" fmla="*/ 207757 h 1105785"/>
              <a:gd name="connsiteX79" fmla="*/ 2092916 w 2760036"/>
              <a:gd name="connsiteY79" fmla="*/ 187531 h 1105785"/>
              <a:gd name="connsiteX80" fmla="*/ 2084794 w 2760036"/>
              <a:gd name="connsiteY80" fmla="*/ 155166 h 1105785"/>
              <a:gd name="connsiteX81" fmla="*/ 2076778 w 2760036"/>
              <a:gd name="connsiteY81" fmla="*/ 155166 h 1105785"/>
              <a:gd name="connsiteX82" fmla="*/ 2048447 w 2760036"/>
              <a:gd name="connsiteY82" fmla="*/ 163253 h 1105785"/>
              <a:gd name="connsiteX83" fmla="*/ 2020135 w 2760036"/>
              <a:gd name="connsiteY83" fmla="*/ 171340 h 1105785"/>
              <a:gd name="connsiteX84" fmla="*/ 2007996 w 2760036"/>
              <a:gd name="connsiteY84" fmla="*/ 171340 h 1105785"/>
              <a:gd name="connsiteX85" fmla="*/ 2016100 w 2760036"/>
              <a:gd name="connsiteY85" fmla="*/ 183479 h 1105785"/>
              <a:gd name="connsiteX86" fmla="*/ 2020135 w 2760036"/>
              <a:gd name="connsiteY86" fmla="*/ 197635 h 1105785"/>
              <a:gd name="connsiteX87" fmla="*/ 2024187 w 2760036"/>
              <a:gd name="connsiteY87" fmla="*/ 211791 h 1105785"/>
              <a:gd name="connsiteX88" fmla="*/ 2048447 w 2760036"/>
              <a:gd name="connsiteY88" fmla="*/ 242139 h 1105785"/>
              <a:gd name="connsiteX89" fmla="*/ 2064639 w 2760036"/>
              <a:gd name="connsiteY89" fmla="*/ 284608 h 1105785"/>
              <a:gd name="connsiteX90" fmla="*/ 2064639 w 2760036"/>
              <a:gd name="connsiteY90" fmla="*/ 337199 h 1105785"/>
              <a:gd name="connsiteX91" fmla="*/ 2032345 w 2760036"/>
              <a:gd name="connsiteY91" fmla="*/ 300800 h 1105785"/>
              <a:gd name="connsiteX92" fmla="*/ 2012172 w 2760036"/>
              <a:gd name="connsiteY92" fmla="*/ 304834 h 1105785"/>
              <a:gd name="connsiteX93" fmla="*/ 1994034 w 2760036"/>
              <a:gd name="connsiteY93" fmla="*/ 306852 h 1105785"/>
              <a:gd name="connsiteX94" fmla="*/ 1971844 w 2760036"/>
              <a:gd name="connsiteY94" fmla="*/ 300800 h 1105785"/>
              <a:gd name="connsiteX95" fmla="*/ 1967809 w 2760036"/>
              <a:gd name="connsiteY95" fmla="*/ 321026 h 1105785"/>
              <a:gd name="connsiteX96" fmla="*/ 1955723 w 2760036"/>
              <a:gd name="connsiteY96" fmla="*/ 349338 h 1105785"/>
              <a:gd name="connsiteX97" fmla="*/ 1941567 w 2760036"/>
              <a:gd name="connsiteY97" fmla="*/ 371582 h 1105785"/>
              <a:gd name="connsiteX98" fmla="*/ 1935497 w 2760036"/>
              <a:gd name="connsiteY98" fmla="*/ 389790 h 1105785"/>
              <a:gd name="connsiteX99" fmla="*/ 1919394 w 2760036"/>
              <a:gd name="connsiteY99" fmla="*/ 405964 h 1105785"/>
              <a:gd name="connsiteX100" fmla="*/ 1903274 w 2760036"/>
              <a:gd name="connsiteY100" fmla="*/ 410016 h 1105785"/>
              <a:gd name="connsiteX101" fmla="*/ 1899221 w 2760036"/>
              <a:gd name="connsiteY101" fmla="*/ 438329 h 1105785"/>
              <a:gd name="connsiteX102" fmla="*/ 1903274 w 2760036"/>
              <a:gd name="connsiteY102" fmla="*/ 486868 h 1105785"/>
              <a:gd name="connsiteX103" fmla="*/ 1911325 w 2760036"/>
              <a:gd name="connsiteY103" fmla="*/ 513163 h 1105785"/>
              <a:gd name="connsiteX104" fmla="*/ 1907308 w 2760036"/>
              <a:gd name="connsiteY104" fmla="*/ 543511 h 1105785"/>
              <a:gd name="connsiteX105" fmla="*/ 1903274 w 2760036"/>
              <a:gd name="connsiteY105" fmla="*/ 561702 h 1105785"/>
              <a:gd name="connsiteX106" fmla="*/ 1899221 w 2760036"/>
              <a:gd name="connsiteY106" fmla="*/ 583963 h 1105785"/>
              <a:gd name="connsiteX107" fmla="*/ 1901239 w 2760036"/>
              <a:gd name="connsiteY107" fmla="*/ 622380 h 1105785"/>
              <a:gd name="connsiteX108" fmla="*/ 1907308 w 2760036"/>
              <a:gd name="connsiteY108" fmla="*/ 660814 h 1105785"/>
              <a:gd name="connsiteX109" fmla="*/ 1975896 w 2760036"/>
              <a:gd name="connsiteY109" fmla="*/ 757892 h 1105785"/>
              <a:gd name="connsiteX110" fmla="*/ 1996051 w 2760036"/>
              <a:gd name="connsiteY110" fmla="*/ 761944 h 1105785"/>
              <a:gd name="connsiteX111" fmla="*/ 2024311 w 2760036"/>
              <a:gd name="connsiteY111" fmla="*/ 786222 h 1105785"/>
              <a:gd name="connsiteX112" fmla="*/ 2062639 w 2760036"/>
              <a:gd name="connsiteY112" fmla="*/ 802396 h 1105785"/>
              <a:gd name="connsiteX113" fmla="*/ 2101038 w 2760036"/>
              <a:gd name="connsiteY113" fmla="*/ 818570 h 1105785"/>
              <a:gd name="connsiteX114" fmla="*/ 2127334 w 2760036"/>
              <a:gd name="connsiteY114" fmla="*/ 826674 h 1105785"/>
              <a:gd name="connsiteX115" fmla="*/ 2173855 w 2760036"/>
              <a:gd name="connsiteY115" fmla="*/ 830709 h 1105785"/>
              <a:gd name="connsiteX116" fmla="*/ 2258811 w 2760036"/>
              <a:gd name="connsiteY116" fmla="*/ 842848 h 1105785"/>
              <a:gd name="connsiteX117" fmla="*/ 2319489 w 2760036"/>
              <a:gd name="connsiteY117" fmla="*/ 854987 h 1105785"/>
              <a:gd name="connsiteX118" fmla="*/ 2351837 w 2760036"/>
              <a:gd name="connsiteY118" fmla="*/ 861057 h 1105785"/>
              <a:gd name="connsiteX119" fmla="*/ 2384202 w 2760036"/>
              <a:gd name="connsiteY119" fmla="*/ 867126 h 1105785"/>
              <a:gd name="connsiteX120" fmla="*/ 2420619 w 2760036"/>
              <a:gd name="connsiteY120" fmla="*/ 899473 h 1105785"/>
              <a:gd name="connsiteX121" fmla="*/ 2406445 w 2760036"/>
              <a:gd name="connsiteY121" fmla="*/ 901508 h 1105785"/>
              <a:gd name="connsiteX122" fmla="*/ 2372062 w 2760036"/>
              <a:gd name="connsiteY122" fmla="*/ 895439 h 1105785"/>
              <a:gd name="connsiteX123" fmla="*/ 2331611 w 2760036"/>
              <a:gd name="connsiteY123" fmla="*/ 885317 h 1105785"/>
              <a:gd name="connsiteX124" fmla="*/ 2307350 w 2760036"/>
              <a:gd name="connsiteY124" fmla="*/ 879248 h 1105785"/>
              <a:gd name="connsiteX125" fmla="*/ 2277002 w 2760036"/>
              <a:gd name="connsiteY125" fmla="*/ 875213 h 1105785"/>
              <a:gd name="connsiteX126" fmla="*/ 2206220 w 2760036"/>
              <a:gd name="connsiteY126" fmla="*/ 867126 h 1105785"/>
              <a:gd name="connsiteX127" fmla="*/ 2169803 w 2760036"/>
              <a:gd name="connsiteY127" fmla="*/ 861057 h 1105785"/>
              <a:gd name="connsiteX128" fmla="*/ 2147560 w 2760036"/>
              <a:gd name="connsiteY128" fmla="*/ 857004 h 1105785"/>
              <a:gd name="connsiteX129" fmla="*/ 2125317 w 2760036"/>
              <a:gd name="connsiteY129" fmla="*/ 854987 h 1105785"/>
              <a:gd name="connsiteX130" fmla="*/ 2088899 w 2760036"/>
              <a:gd name="connsiteY130" fmla="*/ 850935 h 1105785"/>
              <a:gd name="connsiteX131" fmla="*/ 2030345 w 2760036"/>
              <a:gd name="connsiteY131" fmla="*/ 848917 h 1105785"/>
              <a:gd name="connsiteX132" fmla="*/ 2008119 w 2760036"/>
              <a:gd name="connsiteY132" fmla="*/ 854987 h 1105785"/>
              <a:gd name="connsiteX133" fmla="*/ 1998086 w 2760036"/>
              <a:gd name="connsiteY133" fmla="*/ 869143 h 1105785"/>
              <a:gd name="connsiteX134" fmla="*/ 2000103 w 2760036"/>
              <a:gd name="connsiteY134" fmla="*/ 891387 h 1105785"/>
              <a:gd name="connsiteX135" fmla="*/ 2026328 w 2760036"/>
              <a:gd name="connsiteY135" fmla="*/ 917682 h 1105785"/>
              <a:gd name="connsiteX136" fmla="*/ 2080812 w 2760036"/>
              <a:gd name="connsiteY136" fmla="*/ 956117 h 1105785"/>
              <a:gd name="connsiteX137" fmla="*/ 2131386 w 2760036"/>
              <a:gd name="connsiteY137" fmla="*/ 980377 h 1105785"/>
              <a:gd name="connsiteX138" fmla="*/ 2194081 w 2760036"/>
              <a:gd name="connsiteY138" fmla="*/ 996569 h 1105785"/>
              <a:gd name="connsiteX139" fmla="*/ 2291159 w 2760036"/>
              <a:gd name="connsiteY139" fmla="*/ 1037020 h 1105785"/>
              <a:gd name="connsiteX140" fmla="*/ 2303298 w 2760036"/>
              <a:gd name="connsiteY140" fmla="*/ 1061281 h 1105785"/>
              <a:gd name="connsiteX141" fmla="*/ 2283072 w 2760036"/>
              <a:gd name="connsiteY141" fmla="*/ 1063316 h 1105785"/>
              <a:gd name="connsiteX142" fmla="*/ 2254759 w 2760036"/>
              <a:gd name="connsiteY142" fmla="*/ 1049160 h 1105785"/>
              <a:gd name="connsiteX143" fmla="*/ 2226446 w 2760036"/>
              <a:gd name="connsiteY143" fmla="*/ 1037020 h 1105785"/>
              <a:gd name="connsiteX144" fmla="*/ 2181942 w 2760036"/>
              <a:gd name="connsiteY144" fmla="*/ 1018812 h 1105785"/>
              <a:gd name="connsiteX145" fmla="*/ 2137456 w 2760036"/>
              <a:gd name="connsiteY145" fmla="*/ 1002638 h 1105785"/>
              <a:gd name="connsiteX146" fmla="*/ 2109125 w 2760036"/>
              <a:gd name="connsiteY146" fmla="*/ 992516 h 1105785"/>
              <a:gd name="connsiteX147" fmla="*/ 2068709 w 2760036"/>
              <a:gd name="connsiteY147" fmla="*/ 982412 h 1105785"/>
              <a:gd name="connsiteX148" fmla="*/ 1992017 w 2760036"/>
              <a:gd name="connsiteY148" fmla="*/ 976343 h 1105785"/>
              <a:gd name="connsiteX149" fmla="*/ 1949636 w 2760036"/>
              <a:gd name="connsiteY149" fmla="*/ 966221 h 1105785"/>
              <a:gd name="connsiteX150" fmla="*/ 1923429 w 2760036"/>
              <a:gd name="connsiteY150" fmla="*/ 950047 h 1105785"/>
              <a:gd name="connsiteX151" fmla="*/ 1899257 w 2760036"/>
              <a:gd name="connsiteY151" fmla="*/ 929821 h 1105785"/>
              <a:gd name="connsiteX152" fmla="*/ 1862946 w 2760036"/>
              <a:gd name="connsiteY152" fmla="*/ 911613 h 1105785"/>
              <a:gd name="connsiteX153" fmla="*/ 1802392 w 2760036"/>
              <a:gd name="connsiteY153" fmla="*/ 885317 h 1105785"/>
              <a:gd name="connsiteX154" fmla="*/ 1774132 w 2760036"/>
              <a:gd name="connsiteY154" fmla="*/ 842848 h 1105785"/>
              <a:gd name="connsiteX155" fmla="*/ 1737856 w 2760036"/>
              <a:gd name="connsiteY155" fmla="*/ 818570 h 1105785"/>
              <a:gd name="connsiteX156" fmla="*/ 1729769 w 2760036"/>
              <a:gd name="connsiteY156" fmla="*/ 826674 h 1105785"/>
              <a:gd name="connsiteX157" fmla="*/ 1717701 w 2760036"/>
              <a:gd name="connsiteY157" fmla="*/ 899473 h 1105785"/>
              <a:gd name="connsiteX158" fmla="*/ 1707579 w 2760036"/>
              <a:gd name="connsiteY158" fmla="*/ 958134 h 1105785"/>
              <a:gd name="connsiteX159" fmla="*/ 1705562 w 2760036"/>
              <a:gd name="connsiteY159" fmla="*/ 992516 h 1105785"/>
              <a:gd name="connsiteX160" fmla="*/ 1703545 w 2760036"/>
              <a:gd name="connsiteY160" fmla="*/ 1008708 h 1105785"/>
              <a:gd name="connsiteX161" fmla="*/ 1705562 w 2760036"/>
              <a:gd name="connsiteY161" fmla="*/ 1028934 h 1105785"/>
              <a:gd name="connsiteX162" fmla="*/ 1715666 w 2760036"/>
              <a:gd name="connsiteY162" fmla="*/ 1051177 h 1105785"/>
              <a:gd name="connsiteX163" fmla="*/ 1741909 w 2760036"/>
              <a:gd name="connsiteY163" fmla="*/ 1061281 h 1105785"/>
              <a:gd name="connsiteX164" fmla="*/ 1774132 w 2760036"/>
              <a:gd name="connsiteY164" fmla="*/ 1085559 h 1105785"/>
              <a:gd name="connsiteX165" fmla="*/ 1782237 w 2760036"/>
              <a:gd name="connsiteY165" fmla="*/ 1097698 h 1105785"/>
              <a:gd name="connsiteX166" fmla="*/ 1745943 w 2760036"/>
              <a:gd name="connsiteY166" fmla="*/ 1105785 h 1105785"/>
              <a:gd name="connsiteX167" fmla="*/ 1705562 w 2760036"/>
              <a:gd name="connsiteY167" fmla="*/ 1103768 h 1105785"/>
              <a:gd name="connsiteX168" fmla="*/ 1657147 w 2760036"/>
              <a:gd name="connsiteY168" fmla="*/ 1081507 h 1105785"/>
              <a:gd name="connsiteX169" fmla="*/ 1608768 w 2760036"/>
              <a:gd name="connsiteY169" fmla="*/ 1032968 h 1105785"/>
              <a:gd name="connsiteX170" fmla="*/ 1612767 w 2760036"/>
              <a:gd name="connsiteY170" fmla="*/ 988482 h 1105785"/>
              <a:gd name="connsiteX171" fmla="*/ 1604715 w 2760036"/>
              <a:gd name="connsiteY171" fmla="*/ 956117 h 1105785"/>
              <a:gd name="connsiteX172" fmla="*/ 1592612 w 2760036"/>
              <a:gd name="connsiteY172" fmla="*/ 915665 h 1105785"/>
              <a:gd name="connsiteX173" fmla="*/ 1572421 w 2760036"/>
              <a:gd name="connsiteY173" fmla="*/ 879248 h 1105785"/>
              <a:gd name="connsiteX174" fmla="*/ 1548249 w 2760036"/>
              <a:gd name="connsiteY174" fmla="*/ 859022 h 1105785"/>
              <a:gd name="connsiteX175" fmla="*/ 1511920 w 2760036"/>
              <a:gd name="connsiteY175" fmla="*/ 859022 h 1105785"/>
              <a:gd name="connsiteX176" fmla="*/ 1451402 w 2760036"/>
              <a:gd name="connsiteY176" fmla="*/ 891387 h 1105785"/>
              <a:gd name="connsiteX177" fmla="*/ 1403022 w 2760036"/>
              <a:gd name="connsiteY177" fmla="*/ 929821 h 1105785"/>
              <a:gd name="connsiteX178" fmla="*/ 1378780 w 2760036"/>
              <a:gd name="connsiteY178" fmla="*/ 960151 h 1105785"/>
              <a:gd name="connsiteX179" fmla="*/ 1358624 w 2760036"/>
              <a:gd name="connsiteY179" fmla="*/ 986447 h 1105785"/>
              <a:gd name="connsiteX180" fmla="*/ 1330365 w 2760036"/>
              <a:gd name="connsiteY180" fmla="*/ 1024881 h 1105785"/>
              <a:gd name="connsiteX181" fmla="*/ 1316279 w 2760036"/>
              <a:gd name="connsiteY181" fmla="*/ 1061281 h 1105785"/>
              <a:gd name="connsiteX182" fmla="*/ 1294089 w 2760036"/>
              <a:gd name="connsiteY182" fmla="*/ 1081507 h 1105785"/>
              <a:gd name="connsiteX183" fmla="*/ 1279968 w 2760036"/>
              <a:gd name="connsiteY183" fmla="*/ 1073420 h 1105785"/>
              <a:gd name="connsiteX184" fmla="*/ 1286002 w 2760036"/>
              <a:gd name="connsiteY184" fmla="*/ 1037020 h 1105785"/>
              <a:gd name="connsiteX185" fmla="*/ 1290037 w 2760036"/>
              <a:gd name="connsiteY185" fmla="*/ 1004655 h 1105785"/>
              <a:gd name="connsiteX186" fmla="*/ 1302123 w 2760036"/>
              <a:gd name="connsiteY186" fmla="*/ 980377 h 1105785"/>
              <a:gd name="connsiteX187" fmla="*/ 1330365 w 2760036"/>
              <a:gd name="connsiteY187" fmla="*/ 927804 h 1105785"/>
              <a:gd name="connsiteX188" fmla="*/ 1352555 w 2760036"/>
              <a:gd name="connsiteY188" fmla="*/ 911613 h 1105785"/>
              <a:gd name="connsiteX189" fmla="*/ 1370693 w 2760036"/>
              <a:gd name="connsiteY189" fmla="*/ 891387 h 1105785"/>
              <a:gd name="connsiteX190" fmla="*/ 1374780 w 2760036"/>
              <a:gd name="connsiteY190" fmla="*/ 871161 h 1105785"/>
              <a:gd name="connsiteX191" fmla="*/ 1342504 w 2760036"/>
              <a:gd name="connsiteY191" fmla="*/ 854987 h 1105785"/>
              <a:gd name="connsiteX192" fmla="*/ 1298106 w 2760036"/>
              <a:gd name="connsiteY192" fmla="*/ 850935 h 1105785"/>
              <a:gd name="connsiteX193" fmla="*/ 1273934 w 2760036"/>
              <a:gd name="connsiteY193" fmla="*/ 854987 h 1105785"/>
              <a:gd name="connsiteX194" fmla="*/ 1243657 w 2760036"/>
              <a:gd name="connsiteY194" fmla="*/ 865091 h 1105785"/>
              <a:gd name="connsiteX195" fmla="*/ 1209328 w 2760036"/>
              <a:gd name="connsiteY195" fmla="*/ 879248 h 1105785"/>
              <a:gd name="connsiteX196" fmla="*/ 1177069 w 2760036"/>
              <a:gd name="connsiteY196" fmla="*/ 879248 h 1105785"/>
              <a:gd name="connsiteX197" fmla="*/ 1124566 w 2760036"/>
              <a:gd name="connsiteY197" fmla="*/ 875213 h 1105785"/>
              <a:gd name="connsiteX198" fmla="*/ 1082097 w 2760036"/>
              <a:gd name="connsiteY198" fmla="*/ 877230 h 1105785"/>
              <a:gd name="connsiteX199" fmla="*/ 1031523 w 2760036"/>
              <a:gd name="connsiteY199" fmla="*/ 887352 h 1105785"/>
              <a:gd name="connsiteX200" fmla="*/ 966811 w 2760036"/>
              <a:gd name="connsiteY200" fmla="*/ 893404 h 1105785"/>
              <a:gd name="connsiteX201" fmla="*/ 938498 w 2760036"/>
              <a:gd name="connsiteY201" fmla="*/ 899473 h 1105785"/>
              <a:gd name="connsiteX202" fmla="*/ 904116 w 2760036"/>
              <a:gd name="connsiteY202" fmla="*/ 915665 h 1105785"/>
              <a:gd name="connsiteX203" fmla="*/ 861629 w 2760036"/>
              <a:gd name="connsiteY203" fmla="*/ 923752 h 1105785"/>
              <a:gd name="connsiteX204" fmla="*/ 837368 w 2760036"/>
              <a:gd name="connsiteY204" fmla="*/ 921734 h 1105785"/>
              <a:gd name="connsiteX205" fmla="*/ 809038 w 2760036"/>
              <a:gd name="connsiteY205" fmla="*/ 919699 h 1105785"/>
              <a:gd name="connsiteX206" fmla="*/ 813090 w 2760036"/>
              <a:gd name="connsiteY206" fmla="*/ 907578 h 1105785"/>
              <a:gd name="connsiteX207" fmla="*/ 881855 w 2760036"/>
              <a:gd name="connsiteY207" fmla="*/ 887352 h 1105785"/>
              <a:gd name="connsiteX208" fmla="*/ 954672 w 2760036"/>
              <a:gd name="connsiteY208" fmla="*/ 867126 h 1105785"/>
              <a:gd name="connsiteX209" fmla="*/ 1031523 w 2760036"/>
              <a:gd name="connsiteY209" fmla="*/ 846900 h 1105785"/>
              <a:gd name="connsiteX210" fmla="*/ 1092201 w 2760036"/>
              <a:gd name="connsiteY210" fmla="*/ 836778 h 1105785"/>
              <a:gd name="connsiteX211" fmla="*/ 1144792 w 2760036"/>
              <a:gd name="connsiteY211" fmla="*/ 826674 h 1105785"/>
              <a:gd name="connsiteX212" fmla="*/ 1221661 w 2760036"/>
              <a:gd name="connsiteY212" fmla="*/ 816552 h 1105785"/>
              <a:gd name="connsiteX213" fmla="*/ 1310652 w 2760036"/>
              <a:gd name="connsiteY213" fmla="*/ 798344 h 1105785"/>
              <a:gd name="connsiteX214" fmla="*/ 1359191 w 2760036"/>
              <a:gd name="connsiteY214" fmla="*/ 786222 h 1105785"/>
              <a:gd name="connsiteX215" fmla="*/ 1363243 w 2760036"/>
              <a:gd name="connsiteY215" fmla="*/ 786222 h 1105785"/>
              <a:gd name="connsiteX216" fmla="*/ 1395590 w 2760036"/>
              <a:gd name="connsiteY216" fmla="*/ 765996 h 1105785"/>
              <a:gd name="connsiteX217" fmla="*/ 1421886 w 2760036"/>
              <a:gd name="connsiteY217" fmla="*/ 749805 h 1105785"/>
              <a:gd name="connsiteX218" fmla="*/ 1444147 w 2760036"/>
              <a:gd name="connsiteY218" fmla="*/ 733631 h 1105785"/>
              <a:gd name="connsiteX219" fmla="*/ 1472459 w 2760036"/>
              <a:gd name="connsiteY219" fmla="*/ 691144 h 1105785"/>
              <a:gd name="connsiteX220" fmla="*/ 1516946 w 2760036"/>
              <a:gd name="connsiteY220" fmla="*/ 656762 h 1105785"/>
              <a:gd name="connsiteX221" fmla="*/ 1533137 w 2760036"/>
              <a:gd name="connsiteY221" fmla="*/ 620363 h 1105785"/>
              <a:gd name="connsiteX222" fmla="*/ 1529085 w 2760036"/>
              <a:gd name="connsiteY222" fmla="*/ 616310 h 1105785"/>
              <a:gd name="connsiteX223" fmla="*/ 1527068 w 2760036"/>
              <a:gd name="connsiteY223" fmla="*/ 610241 h 1105785"/>
              <a:gd name="connsiteX224" fmla="*/ 1525050 w 2760036"/>
              <a:gd name="connsiteY224" fmla="*/ 600137 h 1105785"/>
              <a:gd name="connsiteX225" fmla="*/ 1523015 w 2760036"/>
              <a:gd name="connsiteY225" fmla="*/ 583963 h 1105785"/>
              <a:gd name="connsiteX226" fmla="*/ 1525050 w 2760036"/>
              <a:gd name="connsiteY226" fmla="*/ 567772 h 1105785"/>
              <a:gd name="connsiteX227" fmla="*/ 1533137 w 2760036"/>
              <a:gd name="connsiteY227" fmla="*/ 549563 h 1105785"/>
              <a:gd name="connsiteX228" fmla="*/ 1541224 w 2760036"/>
              <a:gd name="connsiteY228" fmla="*/ 531372 h 1105785"/>
              <a:gd name="connsiteX229" fmla="*/ 1549311 w 2760036"/>
              <a:gd name="connsiteY229" fmla="*/ 511146 h 1105785"/>
              <a:gd name="connsiteX230" fmla="*/ 1557398 w 2760036"/>
              <a:gd name="connsiteY230" fmla="*/ 478781 h 1105785"/>
              <a:gd name="connsiteX231" fmla="*/ 1561450 w 2760036"/>
              <a:gd name="connsiteY231" fmla="*/ 450468 h 1105785"/>
              <a:gd name="connsiteX232" fmla="*/ 1565502 w 2760036"/>
              <a:gd name="connsiteY232" fmla="*/ 426190 h 1105785"/>
              <a:gd name="connsiteX233" fmla="*/ 1567520 w 2760036"/>
              <a:gd name="connsiteY233" fmla="*/ 405964 h 1105785"/>
              <a:gd name="connsiteX234" fmla="*/ 1569537 w 2760036"/>
              <a:gd name="connsiteY234" fmla="*/ 385738 h 1105785"/>
              <a:gd name="connsiteX235" fmla="*/ 1573589 w 2760036"/>
              <a:gd name="connsiteY235" fmla="*/ 365512 h 1105785"/>
              <a:gd name="connsiteX236" fmla="*/ 1553363 w 2760036"/>
              <a:gd name="connsiteY236" fmla="*/ 373599 h 1105785"/>
              <a:gd name="connsiteX237" fmla="*/ 1529085 w 2760036"/>
              <a:gd name="connsiteY237" fmla="*/ 381703 h 1105785"/>
              <a:gd name="connsiteX238" fmla="*/ 1525050 w 2760036"/>
              <a:gd name="connsiteY238" fmla="*/ 369564 h 1105785"/>
              <a:gd name="connsiteX239" fmla="*/ 1525050 w 2760036"/>
              <a:gd name="connsiteY239" fmla="*/ 337199 h 1105785"/>
              <a:gd name="connsiteX240" fmla="*/ 1504824 w 2760036"/>
              <a:gd name="connsiteY240" fmla="*/ 329113 h 1105785"/>
              <a:gd name="connsiteX241" fmla="*/ 1492685 w 2760036"/>
              <a:gd name="connsiteY241" fmla="*/ 321026 h 1105785"/>
              <a:gd name="connsiteX242" fmla="*/ 1484599 w 2760036"/>
              <a:gd name="connsiteY242" fmla="*/ 316973 h 1105785"/>
              <a:gd name="connsiteX243" fmla="*/ 1478529 w 2760036"/>
              <a:gd name="connsiteY243" fmla="*/ 318991 h 1105785"/>
              <a:gd name="connsiteX244" fmla="*/ 1472459 w 2760036"/>
              <a:gd name="connsiteY244" fmla="*/ 321026 h 1105785"/>
              <a:gd name="connsiteX245" fmla="*/ 1468407 w 2760036"/>
              <a:gd name="connsiteY245" fmla="*/ 321026 h 1105785"/>
              <a:gd name="connsiteX246" fmla="*/ 1456268 w 2760036"/>
              <a:gd name="connsiteY246" fmla="*/ 325060 h 1105785"/>
              <a:gd name="connsiteX247" fmla="*/ 1427955 w 2760036"/>
              <a:gd name="connsiteY247" fmla="*/ 341252 h 1105785"/>
              <a:gd name="connsiteX248" fmla="*/ 1399642 w 2760036"/>
              <a:gd name="connsiteY248" fmla="*/ 381703 h 1105785"/>
              <a:gd name="connsiteX249" fmla="*/ 1399642 w 2760036"/>
              <a:gd name="connsiteY249" fmla="*/ 399894 h 1105785"/>
              <a:gd name="connsiteX250" fmla="*/ 1395590 w 2760036"/>
              <a:gd name="connsiteY250" fmla="*/ 418103 h 1105785"/>
              <a:gd name="connsiteX251" fmla="*/ 1399642 w 2760036"/>
              <a:gd name="connsiteY251" fmla="*/ 442381 h 1105785"/>
              <a:gd name="connsiteX252" fmla="*/ 1403695 w 2760036"/>
              <a:gd name="connsiteY252" fmla="*/ 454503 h 1105785"/>
              <a:gd name="connsiteX253" fmla="*/ 1399642 w 2760036"/>
              <a:gd name="connsiteY253" fmla="*/ 458555 h 1105785"/>
              <a:gd name="connsiteX254" fmla="*/ 1371330 w 2760036"/>
              <a:gd name="connsiteY254" fmla="*/ 446416 h 1105785"/>
              <a:gd name="connsiteX255" fmla="*/ 1355138 w 2760036"/>
              <a:gd name="connsiteY255" fmla="*/ 426190 h 1105785"/>
              <a:gd name="connsiteX256" fmla="*/ 1359191 w 2760036"/>
              <a:gd name="connsiteY256" fmla="*/ 422155 h 1105785"/>
              <a:gd name="connsiteX257" fmla="*/ 1355138 w 2760036"/>
              <a:gd name="connsiteY257" fmla="*/ 422155 h 1105785"/>
              <a:gd name="connsiteX258" fmla="*/ 1355138 w 2760036"/>
              <a:gd name="connsiteY258" fmla="*/ 426190 h 1105785"/>
              <a:gd name="connsiteX259" fmla="*/ 1326826 w 2760036"/>
              <a:gd name="connsiteY259" fmla="*/ 452485 h 1105785"/>
              <a:gd name="connsiteX260" fmla="*/ 1294461 w 2760036"/>
              <a:gd name="connsiteY260" fmla="*/ 466642 h 1105785"/>
              <a:gd name="connsiteX261" fmla="*/ 1258061 w 2760036"/>
              <a:gd name="connsiteY261" fmla="*/ 462607 h 1105785"/>
              <a:gd name="connsiteX262" fmla="*/ 1233783 w 2760036"/>
              <a:gd name="connsiteY262" fmla="*/ 458555 h 1105785"/>
              <a:gd name="connsiteX263" fmla="*/ 1233783 w 2760036"/>
              <a:gd name="connsiteY263" fmla="*/ 478781 h 1105785"/>
              <a:gd name="connsiteX264" fmla="*/ 1225696 w 2760036"/>
              <a:gd name="connsiteY264" fmla="*/ 507094 h 1105785"/>
              <a:gd name="connsiteX265" fmla="*/ 1215592 w 2760036"/>
              <a:gd name="connsiteY265" fmla="*/ 509111 h 1105785"/>
              <a:gd name="connsiteX266" fmla="*/ 1193331 w 2760036"/>
              <a:gd name="connsiteY266" fmla="*/ 527320 h 1105785"/>
              <a:gd name="connsiteX267" fmla="*/ 1140758 w 2760036"/>
              <a:gd name="connsiteY267" fmla="*/ 551598 h 1105785"/>
              <a:gd name="connsiteX268" fmla="*/ 1124566 w 2760036"/>
              <a:gd name="connsiteY268" fmla="*/ 519233 h 1105785"/>
              <a:gd name="connsiteX269" fmla="*/ 1138723 w 2760036"/>
              <a:gd name="connsiteY269" fmla="*/ 507094 h 1105785"/>
              <a:gd name="connsiteX270" fmla="*/ 1169070 w 2760036"/>
              <a:gd name="connsiteY270" fmla="*/ 486868 h 1105785"/>
              <a:gd name="connsiteX271" fmla="*/ 1193207 w 2760036"/>
              <a:gd name="connsiteY271" fmla="*/ 462607 h 1105785"/>
              <a:gd name="connsiteX272" fmla="*/ 1209328 w 2760036"/>
              <a:gd name="connsiteY272" fmla="*/ 450468 h 1105785"/>
              <a:gd name="connsiteX273" fmla="*/ 1197259 w 2760036"/>
              <a:gd name="connsiteY273" fmla="*/ 430242 h 1105785"/>
              <a:gd name="connsiteX274" fmla="*/ 1217414 w 2760036"/>
              <a:gd name="connsiteY274" fmla="*/ 426190 h 1105785"/>
              <a:gd name="connsiteX275" fmla="*/ 1237516 w 2760036"/>
              <a:gd name="connsiteY275" fmla="*/ 430242 h 1105785"/>
              <a:gd name="connsiteX276" fmla="*/ 1239534 w 2760036"/>
              <a:gd name="connsiteY276" fmla="*/ 440346 h 1105785"/>
              <a:gd name="connsiteX277" fmla="*/ 1241569 w 2760036"/>
              <a:gd name="connsiteY277" fmla="*/ 446416 h 1105785"/>
              <a:gd name="connsiteX278" fmla="*/ 1241569 w 2760036"/>
              <a:gd name="connsiteY278" fmla="*/ 450468 h 1105785"/>
              <a:gd name="connsiteX279" fmla="*/ 1269758 w 2760036"/>
              <a:gd name="connsiteY279" fmla="*/ 454503 h 1105785"/>
              <a:gd name="connsiteX280" fmla="*/ 1293930 w 2760036"/>
              <a:gd name="connsiteY280" fmla="*/ 452485 h 1105785"/>
              <a:gd name="connsiteX281" fmla="*/ 1318102 w 2760036"/>
              <a:gd name="connsiteY281" fmla="*/ 434277 h 1105785"/>
              <a:gd name="connsiteX282" fmla="*/ 1354395 w 2760036"/>
              <a:gd name="connsiteY282" fmla="*/ 405964 h 1105785"/>
              <a:gd name="connsiteX283" fmla="*/ 1370445 w 2760036"/>
              <a:gd name="connsiteY283" fmla="*/ 397877 h 1105785"/>
              <a:gd name="connsiteX284" fmla="*/ 1334222 w 2760036"/>
              <a:gd name="connsiteY284" fmla="*/ 389790 h 1105785"/>
              <a:gd name="connsiteX285" fmla="*/ 1306033 w 2760036"/>
              <a:gd name="connsiteY285" fmla="*/ 357425 h 1105785"/>
              <a:gd name="connsiteX286" fmla="*/ 1285878 w 2760036"/>
              <a:gd name="connsiteY286" fmla="*/ 381703 h 1105785"/>
              <a:gd name="connsiteX287" fmla="*/ 1205346 w 2760036"/>
              <a:gd name="connsiteY287" fmla="*/ 385738 h 1105785"/>
              <a:gd name="connsiteX288" fmla="*/ 1221396 w 2760036"/>
              <a:gd name="connsiteY288" fmla="*/ 333147 h 1105785"/>
              <a:gd name="connsiteX289" fmla="*/ 1249620 w 2760036"/>
              <a:gd name="connsiteY289" fmla="*/ 302817 h 1105785"/>
              <a:gd name="connsiteX290" fmla="*/ 1301981 w 2760036"/>
              <a:gd name="connsiteY290" fmla="*/ 300800 h 1105785"/>
              <a:gd name="connsiteX291" fmla="*/ 1285878 w 2760036"/>
              <a:gd name="connsiteY291" fmla="*/ 288661 h 1105785"/>
              <a:gd name="connsiteX292" fmla="*/ 1330188 w 2760036"/>
              <a:gd name="connsiteY292" fmla="*/ 308887 h 1105785"/>
              <a:gd name="connsiteX293" fmla="*/ 1338275 w 2760036"/>
              <a:gd name="connsiteY293" fmla="*/ 272469 h 1105785"/>
              <a:gd name="connsiteX294" fmla="*/ 1406721 w 2760036"/>
              <a:gd name="connsiteY294" fmla="*/ 260348 h 1105785"/>
              <a:gd name="connsiteX295" fmla="*/ 1410773 w 2760036"/>
              <a:gd name="connsiteY295" fmla="*/ 272469 h 1105785"/>
              <a:gd name="connsiteX296" fmla="*/ 1406721 w 2760036"/>
              <a:gd name="connsiteY296" fmla="*/ 296747 h 1105785"/>
              <a:gd name="connsiteX297" fmla="*/ 1451030 w 2760036"/>
              <a:gd name="connsiteY297" fmla="*/ 288661 h 1105785"/>
              <a:gd name="connsiteX298" fmla="*/ 1426894 w 2760036"/>
              <a:gd name="connsiteY298" fmla="*/ 260348 h 1105785"/>
              <a:gd name="connsiteX299" fmla="*/ 1459117 w 2760036"/>
              <a:gd name="connsiteY299" fmla="*/ 171340 h 1105785"/>
              <a:gd name="connsiteX300" fmla="*/ 1483271 w 2760036"/>
              <a:gd name="connsiteY300" fmla="*/ 203705 h 1105785"/>
              <a:gd name="connsiteX301" fmla="*/ 1495340 w 2760036"/>
              <a:gd name="connsiteY301" fmla="*/ 264382 h 1105785"/>
              <a:gd name="connsiteX302" fmla="*/ 1511460 w 2760036"/>
              <a:gd name="connsiteY302" fmla="*/ 260348 h 1105785"/>
              <a:gd name="connsiteX303" fmla="*/ 1495340 w 2760036"/>
              <a:gd name="connsiteY303" fmla="*/ 195618 h 1105785"/>
              <a:gd name="connsiteX304" fmla="*/ 1503427 w 2760036"/>
              <a:gd name="connsiteY304" fmla="*/ 191565 h 1105785"/>
              <a:gd name="connsiteX305" fmla="*/ 1511460 w 2760036"/>
              <a:gd name="connsiteY305" fmla="*/ 175392 h 1105785"/>
              <a:gd name="connsiteX306" fmla="*/ 1507408 w 2760036"/>
              <a:gd name="connsiteY306" fmla="*/ 159218 h 1105785"/>
              <a:gd name="connsiteX307" fmla="*/ 1519547 w 2760036"/>
              <a:gd name="connsiteY307" fmla="*/ 147079 h 1105785"/>
              <a:gd name="connsiteX308" fmla="*/ 1507408 w 2760036"/>
              <a:gd name="connsiteY308" fmla="*/ 134940 h 1105785"/>
              <a:gd name="connsiteX309" fmla="*/ 1491287 w 2760036"/>
              <a:gd name="connsiteY309" fmla="*/ 122801 h 1105785"/>
              <a:gd name="connsiteX310" fmla="*/ 1475238 w 2760036"/>
              <a:gd name="connsiteY310" fmla="*/ 106627 h 1105785"/>
              <a:gd name="connsiteX311" fmla="*/ 1469168 w 2760036"/>
              <a:gd name="connsiteY311" fmla="*/ 102575 h 1105785"/>
              <a:gd name="connsiteX312" fmla="*/ 1459117 w 2760036"/>
              <a:gd name="connsiteY312" fmla="*/ 94488 h 1105785"/>
              <a:gd name="connsiteX313" fmla="*/ 1422841 w 2760036"/>
              <a:gd name="connsiteY313" fmla="*/ 78314 h 1105785"/>
              <a:gd name="connsiteX314" fmla="*/ 1420824 w 2760036"/>
              <a:gd name="connsiteY314" fmla="*/ 68193 h 1105785"/>
              <a:gd name="connsiteX315" fmla="*/ 1418789 w 2760036"/>
              <a:gd name="connsiteY315" fmla="*/ 54036 h 1105785"/>
              <a:gd name="connsiteX316" fmla="*/ 1414808 w 2760036"/>
              <a:gd name="connsiteY316" fmla="*/ 37862 h 1105785"/>
              <a:gd name="connsiteX317" fmla="*/ 1398687 w 2760036"/>
              <a:gd name="connsiteY317" fmla="*/ 17637 h 1105785"/>
              <a:gd name="connsiteX318" fmla="*/ 1382584 w 2760036"/>
              <a:gd name="connsiteY318" fmla="*/ 25723 h 1105785"/>
              <a:gd name="connsiteX319" fmla="*/ 1378532 w 2760036"/>
              <a:gd name="connsiteY319" fmla="*/ 49984 h 1105785"/>
              <a:gd name="connsiteX320" fmla="*/ 1366463 w 2760036"/>
              <a:gd name="connsiteY320" fmla="*/ 70210 h 1105785"/>
              <a:gd name="connsiteX321" fmla="*/ 1350378 w 2760036"/>
              <a:gd name="connsiteY321" fmla="*/ 78314 h 1105785"/>
              <a:gd name="connsiteX322" fmla="*/ 1314120 w 2760036"/>
              <a:gd name="connsiteY322" fmla="*/ 86401 h 1105785"/>
              <a:gd name="connsiteX323" fmla="*/ 1279897 w 2760036"/>
              <a:gd name="connsiteY323" fmla="*/ 96505 h 1105785"/>
              <a:gd name="connsiteX324" fmla="*/ 1269811 w 2760036"/>
              <a:gd name="connsiteY324" fmla="*/ 94488 h 1105785"/>
              <a:gd name="connsiteX325" fmla="*/ 1261759 w 2760036"/>
              <a:gd name="connsiteY325" fmla="*/ 92471 h 1105785"/>
              <a:gd name="connsiteX326" fmla="*/ 1249656 w 2760036"/>
              <a:gd name="connsiteY326" fmla="*/ 90436 h 1105785"/>
              <a:gd name="connsiteX327" fmla="*/ 1237587 w 2760036"/>
              <a:gd name="connsiteY327" fmla="*/ 90436 h 1105785"/>
              <a:gd name="connsiteX328" fmla="*/ 1241622 w 2760036"/>
              <a:gd name="connsiteY328" fmla="*/ 74262 h 1105785"/>
              <a:gd name="connsiteX329" fmla="*/ 1229553 w 2760036"/>
              <a:gd name="connsiteY329" fmla="*/ 54036 h 1105785"/>
              <a:gd name="connsiteX330" fmla="*/ 1181209 w 2760036"/>
              <a:gd name="connsiteY330" fmla="*/ 74262 h 1105785"/>
              <a:gd name="connsiteX331" fmla="*/ 1189296 w 2760036"/>
              <a:gd name="connsiteY331" fmla="*/ 90436 h 1105785"/>
              <a:gd name="connsiteX332" fmla="*/ 1177157 w 2760036"/>
              <a:gd name="connsiteY332" fmla="*/ 114714 h 1105785"/>
              <a:gd name="connsiteX333" fmla="*/ 1150862 w 2760036"/>
              <a:gd name="connsiteY333" fmla="*/ 124818 h 1105785"/>
              <a:gd name="connsiteX334" fmla="*/ 1132653 w 2760036"/>
              <a:gd name="connsiteY334" fmla="*/ 122801 h 1105785"/>
              <a:gd name="connsiteX335" fmla="*/ 1096253 w 2760036"/>
              <a:gd name="connsiteY335" fmla="*/ 118766 h 1105785"/>
              <a:gd name="connsiteX336" fmla="*/ 1071975 w 2760036"/>
              <a:gd name="connsiteY336" fmla="*/ 122801 h 1105785"/>
              <a:gd name="connsiteX337" fmla="*/ 1031523 w 2760036"/>
              <a:gd name="connsiteY337" fmla="*/ 134940 h 1105785"/>
              <a:gd name="connsiteX338" fmla="*/ 987037 w 2760036"/>
              <a:gd name="connsiteY338" fmla="*/ 145044 h 1105785"/>
              <a:gd name="connsiteX339" fmla="*/ 958724 w 2760036"/>
              <a:gd name="connsiteY339" fmla="*/ 151114 h 1105785"/>
              <a:gd name="connsiteX340" fmla="*/ 920289 w 2760036"/>
              <a:gd name="connsiteY340" fmla="*/ 159218 h 1105785"/>
              <a:gd name="connsiteX341" fmla="*/ 881855 w 2760036"/>
              <a:gd name="connsiteY341" fmla="*/ 163253 h 1105785"/>
              <a:gd name="connsiteX342" fmla="*/ 849490 w 2760036"/>
              <a:gd name="connsiteY342" fmla="*/ 145044 h 1105785"/>
              <a:gd name="connsiteX343" fmla="*/ 809038 w 2760036"/>
              <a:gd name="connsiteY343" fmla="*/ 126853 h 1105785"/>
              <a:gd name="connsiteX344" fmla="*/ 792864 w 2760036"/>
              <a:gd name="connsiteY344" fmla="*/ 114714 h 1105785"/>
              <a:gd name="connsiteX345" fmla="*/ 788812 w 2760036"/>
              <a:gd name="connsiteY345" fmla="*/ 106627 h 1105785"/>
              <a:gd name="connsiteX346" fmla="*/ 800951 w 2760036"/>
              <a:gd name="connsiteY346" fmla="*/ 102575 h 1105785"/>
              <a:gd name="connsiteX347" fmla="*/ 829264 w 2760036"/>
              <a:gd name="connsiteY347" fmla="*/ 118766 h 1105785"/>
              <a:gd name="connsiteX348" fmla="*/ 873768 w 2760036"/>
              <a:gd name="connsiteY348" fmla="*/ 134940 h 1105785"/>
              <a:gd name="connsiteX349" fmla="*/ 891977 w 2760036"/>
              <a:gd name="connsiteY349" fmla="*/ 145044 h 1105785"/>
              <a:gd name="connsiteX350" fmla="*/ 914220 w 2760036"/>
              <a:gd name="connsiteY350" fmla="*/ 143027 h 1105785"/>
              <a:gd name="connsiteX351" fmla="*/ 934446 w 2760036"/>
              <a:gd name="connsiteY351" fmla="*/ 134940 h 1105785"/>
              <a:gd name="connsiteX352" fmla="*/ 958724 w 2760036"/>
              <a:gd name="connsiteY352" fmla="*/ 126853 h 1105785"/>
              <a:gd name="connsiteX353" fmla="*/ 982985 w 2760036"/>
              <a:gd name="connsiteY353" fmla="*/ 118766 h 1105785"/>
              <a:gd name="connsiteX354" fmla="*/ 978950 w 2760036"/>
              <a:gd name="connsiteY354" fmla="*/ 94488 h 1105785"/>
              <a:gd name="connsiteX355" fmla="*/ 987037 w 2760036"/>
              <a:gd name="connsiteY355" fmla="*/ 90436 h 1105785"/>
              <a:gd name="connsiteX356" fmla="*/ 991071 w 2760036"/>
              <a:gd name="connsiteY356" fmla="*/ 122801 h 1105785"/>
              <a:gd name="connsiteX357" fmla="*/ 1027489 w 2760036"/>
              <a:gd name="connsiteY357" fmla="*/ 110662 h 1105785"/>
              <a:gd name="connsiteX358" fmla="*/ 1015350 w 2760036"/>
              <a:gd name="connsiteY358" fmla="*/ 82349 h 1105785"/>
              <a:gd name="connsiteX359" fmla="*/ 1005246 w 2760036"/>
              <a:gd name="connsiteY359" fmla="*/ 64140 h 1105785"/>
              <a:gd name="connsiteX360" fmla="*/ 999176 w 2760036"/>
              <a:gd name="connsiteY360" fmla="*/ 49984 h 1105785"/>
              <a:gd name="connsiteX361" fmla="*/ 974898 w 2760036"/>
              <a:gd name="connsiteY361" fmla="*/ 33810 h 1105785"/>
              <a:gd name="connsiteX362" fmla="*/ 966811 w 2760036"/>
              <a:gd name="connsiteY362" fmla="*/ 21671 h 1105785"/>
              <a:gd name="connsiteX363" fmla="*/ 958724 w 2760036"/>
              <a:gd name="connsiteY363" fmla="*/ 29758 h 1105785"/>
              <a:gd name="connsiteX364" fmla="*/ 946585 w 2760036"/>
              <a:gd name="connsiteY364" fmla="*/ 54036 h 1105785"/>
              <a:gd name="connsiteX365" fmla="*/ 948602 w 2760036"/>
              <a:gd name="connsiteY365" fmla="*/ 80332 h 1105785"/>
              <a:gd name="connsiteX366" fmla="*/ 946585 w 2760036"/>
              <a:gd name="connsiteY366" fmla="*/ 90436 h 1105785"/>
              <a:gd name="connsiteX367" fmla="*/ 934446 w 2760036"/>
              <a:gd name="connsiteY367" fmla="*/ 96505 h 1105785"/>
              <a:gd name="connsiteX368" fmla="*/ 922307 w 2760036"/>
              <a:gd name="connsiteY368" fmla="*/ 78314 h 1105785"/>
              <a:gd name="connsiteX369" fmla="*/ 916237 w 2760036"/>
              <a:gd name="connsiteY369" fmla="*/ 58088 h 1105785"/>
              <a:gd name="connsiteX370" fmla="*/ 910168 w 2760036"/>
              <a:gd name="connsiteY370" fmla="*/ 37862 h 1105785"/>
              <a:gd name="connsiteX371" fmla="*/ 902081 w 2760036"/>
              <a:gd name="connsiteY371" fmla="*/ 21671 h 1105785"/>
              <a:gd name="connsiteX372" fmla="*/ 902081 w 2760036"/>
              <a:gd name="connsiteY372" fmla="*/ 33810 h 1105785"/>
              <a:gd name="connsiteX373" fmla="*/ 898046 w 2760036"/>
              <a:gd name="connsiteY373" fmla="*/ 43914 h 1105785"/>
              <a:gd name="connsiteX374" fmla="*/ 889942 w 2760036"/>
              <a:gd name="connsiteY374" fmla="*/ 54036 h 1105785"/>
              <a:gd name="connsiteX375" fmla="*/ 869716 w 2760036"/>
              <a:gd name="connsiteY375" fmla="*/ 78314 h 1105785"/>
              <a:gd name="connsiteX376" fmla="*/ 861629 w 2760036"/>
              <a:gd name="connsiteY376" fmla="*/ 90436 h 1105785"/>
              <a:gd name="connsiteX377" fmla="*/ 845455 w 2760036"/>
              <a:gd name="connsiteY377" fmla="*/ 66175 h 1105785"/>
              <a:gd name="connsiteX378" fmla="*/ 833316 w 2760036"/>
              <a:gd name="connsiteY378" fmla="*/ 25723 h 1105785"/>
              <a:gd name="connsiteX379" fmla="*/ 829264 w 2760036"/>
              <a:gd name="connsiteY379" fmla="*/ 25723 h 1105785"/>
              <a:gd name="connsiteX380" fmla="*/ 792864 w 2760036"/>
              <a:gd name="connsiteY380" fmla="*/ 25723 h 1105785"/>
              <a:gd name="connsiteX381" fmla="*/ 762534 w 2760036"/>
              <a:gd name="connsiteY381" fmla="*/ 33810 h 1105785"/>
              <a:gd name="connsiteX382" fmla="*/ 752412 w 2760036"/>
              <a:gd name="connsiteY382" fmla="*/ 37862 h 1105785"/>
              <a:gd name="connsiteX383" fmla="*/ 740273 w 2760036"/>
              <a:gd name="connsiteY383" fmla="*/ 54036 h 1105785"/>
              <a:gd name="connsiteX384" fmla="*/ 728134 w 2760036"/>
              <a:gd name="connsiteY384" fmla="*/ 62123 h 1105785"/>
              <a:gd name="connsiteX385" fmla="*/ 716013 w 2760036"/>
              <a:gd name="connsiteY385" fmla="*/ 66175 h 1105785"/>
              <a:gd name="connsiteX386" fmla="*/ 716013 w 2760036"/>
              <a:gd name="connsiteY386" fmla="*/ 90436 h 1105785"/>
              <a:gd name="connsiteX387" fmla="*/ 699821 w 2760036"/>
              <a:gd name="connsiteY387" fmla="*/ 122801 h 1105785"/>
              <a:gd name="connsiteX388" fmla="*/ 683648 w 2760036"/>
              <a:gd name="connsiteY388" fmla="*/ 145044 h 1105785"/>
              <a:gd name="connsiteX389" fmla="*/ 663422 w 2760036"/>
              <a:gd name="connsiteY389" fmla="*/ 159218 h 1105785"/>
              <a:gd name="connsiteX390" fmla="*/ 639144 w 2760036"/>
              <a:gd name="connsiteY390" fmla="*/ 161235 h 1105785"/>
              <a:gd name="connsiteX391" fmla="*/ 627004 w 2760036"/>
              <a:gd name="connsiteY391" fmla="*/ 147079 h 1105785"/>
              <a:gd name="connsiteX392" fmla="*/ 590605 w 2760036"/>
              <a:gd name="connsiteY392" fmla="*/ 122801 h 1105785"/>
              <a:gd name="connsiteX393" fmla="*/ 598692 w 2760036"/>
              <a:gd name="connsiteY393" fmla="*/ 114714 h 1105785"/>
              <a:gd name="connsiteX394" fmla="*/ 614883 w 2760036"/>
              <a:gd name="connsiteY394" fmla="*/ 94488 h 1105785"/>
              <a:gd name="connsiteX395" fmla="*/ 647230 w 2760036"/>
              <a:gd name="connsiteY395" fmla="*/ 78314 h 1105785"/>
              <a:gd name="connsiteX396" fmla="*/ 671509 w 2760036"/>
              <a:gd name="connsiteY396" fmla="*/ 62123 h 1105785"/>
              <a:gd name="connsiteX397" fmla="*/ 639144 w 2760036"/>
              <a:gd name="connsiteY397" fmla="*/ 66175 h 1105785"/>
              <a:gd name="connsiteX398" fmla="*/ 602744 w 2760036"/>
              <a:gd name="connsiteY398" fmla="*/ 66175 h 1105785"/>
              <a:gd name="connsiteX399" fmla="*/ 590605 w 2760036"/>
              <a:gd name="connsiteY399" fmla="*/ 70210 h 1105785"/>
              <a:gd name="connsiteX400" fmla="*/ 582518 w 2760036"/>
              <a:gd name="connsiteY400" fmla="*/ 70210 h 1105785"/>
              <a:gd name="connsiteX401" fmla="*/ 578466 w 2760036"/>
              <a:gd name="connsiteY401" fmla="*/ 82349 h 1105785"/>
              <a:gd name="connsiteX402" fmla="*/ 558240 w 2760036"/>
              <a:gd name="connsiteY402" fmla="*/ 102575 h 1105785"/>
              <a:gd name="connsiteX403" fmla="*/ 542066 w 2760036"/>
              <a:gd name="connsiteY403" fmla="*/ 122801 h 1105785"/>
              <a:gd name="connsiteX404" fmla="*/ 533979 w 2760036"/>
              <a:gd name="connsiteY404" fmla="*/ 120784 h 1105785"/>
              <a:gd name="connsiteX405" fmla="*/ 517788 w 2760036"/>
              <a:gd name="connsiteY405" fmla="*/ 126853 h 1105785"/>
              <a:gd name="connsiteX406" fmla="*/ 497562 w 2760036"/>
              <a:gd name="connsiteY406" fmla="*/ 163253 h 1105785"/>
              <a:gd name="connsiteX407" fmla="*/ 485423 w 2760036"/>
              <a:gd name="connsiteY407" fmla="*/ 161235 h 1105785"/>
              <a:gd name="connsiteX408" fmla="*/ 481388 w 2760036"/>
              <a:gd name="connsiteY408" fmla="*/ 147079 h 1105785"/>
              <a:gd name="connsiteX409" fmla="*/ 481388 w 2760036"/>
              <a:gd name="connsiteY409" fmla="*/ 126853 h 1105785"/>
              <a:gd name="connsiteX410" fmla="*/ 440936 w 2760036"/>
              <a:gd name="connsiteY410" fmla="*/ 122801 h 1105785"/>
              <a:gd name="connsiteX411" fmla="*/ 444971 w 2760036"/>
              <a:gd name="connsiteY411" fmla="*/ 98540 h 1105785"/>
              <a:gd name="connsiteX412" fmla="*/ 469249 w 2760036"/>
              <a:gd name="connsiteY412" fmla="*/ 49984 h 1105785"/>
              <a:gd name="connsiteX413" fmla="*/ 453076 w 2760036"/>
              <a:gd name="connsiteY413" fmla="*/ 37862 h 1105785"/>
              <a:gd name="connsiteX414" fmla="*/ 420710 w 2760036"/>
              <a:gd name="connsiteY414" fmla="*/ 33810 h 1105785"/>
              <a:gd name="connsiteX415" fmla="*/ 388345 w 2760036"/>
              <a:gd name="connsiteY415" fmla="*/ 43914 h 1105785"/>
              <a:gd name="connsiteX416" fmla="*/ 372172 w 2760036"/>
              <a:gd name="connsiteY416" fmla="*/ 49984 h 1105785"/>
              <a:gd name="connsiteX417" fmla="*/ 343841 w 2760036"/>
              <a:gd name="connsiteY417" fmla="*/ 70210 h 1105785"/>
              <a:gd name="connsiteX418" fmla="*/ 299355 w 2760036"/>
              <a:gd name="connsiteY418" fmla="*/ 102575 h 1105785"/>
              <a:gd name="connsiteX419" fmla="*/ 258903 w 2760036"/>
              <a:gd name="connsiteY419" fmla="*/ 118766 h 1105785"/>
              <a:gd name="connsiteX420" fmla="*/ 218451 w 2760036"/>
              <a:gd name="connsiteY420" fmla="*/ 138992 h 1105785"/>
              <a:gd name="connsiteX421" fmla="*/ 186086 w 2760036"/>
              <a:gd name="connsiteY421" fmla="*/ 167305 h 1105785"/>
              <a:gd name="connsiteX422" fmla="*/ 171930 w 2760036"/>
              <a:gd name="connsiteY422" fmla="*/ 155166 h 1105785"/>
              <a:gd name="connsiteX423" fmla="*/ 157773 w 2760036"/>
              <a:gd name="connsiteY423" fmla="*/ 147079 h 1105785"/>
              <a:gd name="connsiteX424" fmla="*/ 153721 w 2760036"/>
              <a:gd name="connsiteY424" fmla="*/ 132923 h 1105785"/>
              <a:gd name="connsiteX425" fmla="*/ 153721 w 2760036"/>
              <a:gd name="connsiteY425" fmla="*/ 118766 h 1105785"/>
              <a:gd name="connsiteX426" fmla="*/ 149686 w 2760036"/>
              <a:gd name="connsiteY426" fmla="*/ 106627 h 1105785"/>
              <a:gd name="connsiteX427" fmla="*/ 141582 w 2760036"/>
              <a:gd name="connsiteY427" fmla="*/ 94488 h 1105785"/>
              <a:gd name="connsiteX428" fmla="*/ 133495 w 2760036"/>
              <a:gd name="connsiteY428" fmla="*/ 82349 h 1105785"/>
              <a:gd name="connsiteX429" fmla="*/ 145634 w 2760036"/>
              <a:gd name="connsiteY429" fmla="*/ 78314 h 1105785"/>
              <a:gd name="connsiteX430" fmla="*/ 161808 w 2760036"/>
              <a:gd name="connsiteY430" fmla="*/ 70210 h 1105785"/>
              <a:gd name="connsiteX431" fmla="*/ 175982 w 2760036"/>
              <a:gd name="connsiteY431" fmla="*/ 66175 h 1105785"/>
              <a:gd name="connsiteX432" fmla="*/ 194173 w 2760036"/>
              <a:gd name="connsiteY432" fmla="*/ 62123 h 1105785"/>
              <a:gd name="connsiteX433" fmla="*/ 218451 w 2760036"/>
              <a:gd name="connsiteY433" fmla="*/ 58088 h 1105785"/>
              <a:gd name="connsiteX434" fmla="*/ 230590 w 2760036"/>
              <a:gd name="connsiteY434" fmla="*/ 45949 h 1105785"/>
              <a:gd name="connsiteX435" fmla="*/ 254851 w 2760036"/>
              <a:gd name="connsiteY435" fmla="*/ 45949 h 1105785"/>
              <a:gd name="connsiteX436" fmla="*/ 295303 w 2760036"/>
              <a:gd name="connsiteY436" fmla="*/ 21671 h 1105785"/>
              <a:gd name="connsiteX437" fmla="*/ 311494 w 2760036"/>
              <a:gd name="connsiteY437" fmla="*/ 5497 h 1105785"/>
              <a:gd name="connsiteX438" fmla="*/ 155385 w 2760036"/>
              <a:gd name="connsiteY438" fmla="*/ 0 h 1105785"/>
              <a:gd name="connsiteX439" fmla="*/ 257175 w 2760036"/>
              <a:gd name="connsiteY439" fmla="*/ 0 h 1105785"/>
              <a:gd name="connsiteX440" fmla="*/ 246764 w 2760036"/>
              <a:gd name="connsiteY440" fmla="*/ 15602 h 1105785"/>
              <a:gd name="connsiteX441" fmla="*/ 222486 w 2760036"/>
              <a:gd name="connsiteY441" fmla="*/ 25723 h 1105785"/>
              <a:gd name="connsiteX442" fmla="*/ 206312 w 2760036"/>
              <a:gd name="connsiteY442" fmla="*/ 23688 h 1105785"/>
              <a:gd name="connsiteX443" fmla="*/ 190138 w 2760036"/>
              <a:gd name="connsiteY443" fmla="*/ 21671 h 1105785"/>
              <a:gd name="connsiteX444" fmla="*/ 177999 w 2760036"/>
              <a:gd name="connsiteY444" fmla="*/ 21671 h 1105785"/>
              <a:gd name="connsiteX445" fmla="*/ 157773 w 2760036"/>
              <a:gd name="connsiteY445" fmla="*/ 9532 h 1105785"/>
              <a:gd name="connsiteX446" fmla="*/ 9195 w 2760036"/>
              <a:gd name="connsiteY446" fmla="*/ 0 h 1105785"/>
              <a:gd name="connsiteX447" fmla="*/ 66539 w 2760036"/>
              <a:gd name="connsiteY447" fmla="*/ 0 h 1105785"/>
              <a:gd name="connsiteX448" fmla="*/ 64730 w 2760036"/>
              <a:gd name="connsiteY448" fmla="*/ 1445 h 1105785"/>
              <a:gd name="connsiteX449" fmla="*/ 48557 w 2760036"/>
              <a:gd name="connsiteY449" fmla="*/ 25723 h 1105785"/>
              <a:gd name="connsiteX450" fmla="*/ 36418 w 2760036"/>
              <a:gd name="connsiteY450" fmla="*/ 41897 h 1105785"/>
              <a:gd name="connsiteX451" fmla="*/ 12139 w 2760036"/>
              <a:gd name="connsiteY451" fmla="*/ 45949 h 1105785"/>
              <a:gd name="connsiteX452" fmla="*/ 0 w 2760036"/>
              <a:gd name="connsiteY452" fmla="*/ 45949 h 1105785"/>
              <a:gd name="connsiteX453" fmla="*/ 4053 w 2760036"/>
              <a:gd name="connsiteY453" fmla="*/ 25723 h 110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Lst>
            <a:rect l="l" t="t" r="r" b="b"/>
            <a:pathLst>
              <a:path w="2760036" h="1105785">
                <a:moveTo>
                  <a:pt x="311948" y="0"/>
                </a:moveTo>
                <a:lnTo>
                  <a:pt x="1924950" y="0"/>
                </a:lnTo>
                <a:lnTo>
                  <a:pt x="1919200" y="41897"/>
                </a:lnTo>
                <a:lnTo>
                  <a:pt x="1935373" y="41897"/>
                </a:lnTo>
                <a:cubicBezTo>
                  <a:pt x="1943460" y="41897"/>
                  <a:pt x="1950202" y="44604"/>
                  <a:pt x="1955599" y="49984"/>
                </a:cubicBezTo>
                <a:cubicBezTo>
                  <a:pt x="1960996" y="55381"/>
                  <a:pt x="1965703" y="64140"/>
                  <a:pt x="1969738" y="76279"/>
                </a:cubicBezTo>
                <a:cubicBezTo>
                  <a:pt x="1973755" y="88418"/>
                  <a:pt x="1977117" y="97178"/>
                  <a:pt x="1979807" y="102575"/>
                </a:cubicBezTo>
                <a:cubicBezTo>
                  <a:pt x="1985204" y="102575"/>
                  <a:pt x="1989928" y="101230"/>
                  <a:pt x="1993963" y="98540"/>
                </a:cubicBezTo>
                <a:cubicBezTo>
                  <a:pt x="1998015" y="95833"/>
                  <a:pt x="2002705" y="94488"/>
                  <a:pt x="2008066" y="94488"/>
                </a:cubicBezTo>
                <a:lnTo>
                  <a:pt x="2036379" y="94488"/>
                </a:lnTo>
                <a:lnTo>
                  <a:pt x="2056552" y="94488"/>
                </a:lnTo>
                <a:lnTo>
                  <a:pt x="2076778" y="82349"/>
                </a:lnTo>
                <a:lnTo>
                  <a:pt x="2060587" y="33810"/>
                </a:lnTo>
                <a:cubicBezTo>
                  <a:pt x="2079432" y="36500"/>
                  <a:pt x="2096915" y="39207"/>
                  <a:pt x="2113054" y="41897"/>
                </a:cubicBezTo>
                <a:cubicBezTo>
                  <a:pt x="2148073" y="47294"/>
                  <a:pt x="2168264" y="54036"/>
                  <a:pt x="2173661" y="62123"/>
                </a:cubicBezTo>
                <a:lnTo>
                  <a:pt x="2189781" y="21671"/>
                </a:lnTo>
                <a:lnTo>
                  <a:pt x="2201920" y="66175"/>
                </a:lnTo>
                <a:cubicBezTo>
                  <a:pt x="2207353" y="44604"/>
                  <a:pt x="2215528" y="24379"/>
                  <a:pt x="2226446" y="5497"/>
                </a:cubicBezTo>
                <a:lnTo>
                  <a:pt x="2229558" y="0"/>
                </a:lnTo>
                <a:lnTo>
                  <a:pt x="2350545" y="0"/>
                </a:lnTo>
                <a:lnTo>
                  <a:pt x="2345077" y="54036"/>
                </a:lnTo>
                <a:cubicBezTo>
                  <a:pt x="2347820" y="51346"/>
                  <a:pt x="2351925" y="49984"/>
                  <a:pt x="2357375" y="49984"/>
                </a:cubicBezTo>
                <a:cubicBezTo>
                  <a:pt x="2362825" y="49984"/>
                  <a:pt x="2372363" y="52691"/>
                  <a:pt x="2385971" y="58088"/>
                </a:cubicBezTo>
                <a:cubicBezTo>
                  <a:pt x="2407807" y="66175"/>
                  <a:pt x="2420070" y="70882"/>
                  <a:pt x="2422795" y="72245"/>
                </a:cubicBezTo>
                <a:cubicBezTo>
                  <a:pt x="2425503" y="73590"/>
                  <a:pt x="2429608" y="67520"/>
                  <a:pt x="2435094" y="54036"/>
                </a:cubicBezTo>
                <a:lnTo>
                  <a:pt x="2447339" y="25723"/>
                </a:lnTo>
                <a:lnTo>
                  <a:pt x="2451321" y="58088"/>
                </a:lnTo>
                <a:lnTo>
                  <a:pt x="2559670" y="90436"/>
                </a:lnTo>
                <a:lnTo>
                  <a:pt x="2583683" y="17637"/>
                </a:lnTo>
                <a:cubicBezTo>
                  <a:pt x="2586372" y="23016"/>
                  <a:pt x="2590407" y="28413"/>
                  <a:pt x="2595751" y="33810"/>
                </a:cubicBezTo>
                <a:lnTo>
                  <a:pt x="2627798" y="66175"/>
                </a:lnTo>
                <a:cubicBezTo>
                  <a:pt x="2638539" y="76952"/>
                  <a:pt x="2646608" y="83694"/>
                  <a:pt x="2652005" y="86401"/>
                </a:cubicBezTo>
                <a:cubicBezTo>
                  <a:pt x="2657402" y="89091"/>
                  <a:pt x="2656057" y="101230"/>
                  <a:pt x="2647970" y="122801"/>
                </a:cubicBezTo>
                <a:cubicBezTo>
                  <a:pt x="2639866" y="144372"/>
                  <a:pt x="2635831" y="156511"/>
                  <a:pt x="2635831" y="159218"/>
                </a:cubicBezTo>
                <a:lnTo>
                  <a:pt x="2635831" y="167305"/>
                </a:lnTo>
                <a:lnTo>
                  <a:pt x="2695943" y="155166"/>
                </a:lnTo>
                <a:lnTo>
                  <a:pt x="2756037" y="122801"/>
                </a:lnTo>
                <a:lnTo>
                  <a:pt x="2760036" y="130888"/>
                </a:lnTo>
                <a:lnTo>
                  <a:pt x="2720026" y="155166"/>
                </a:lnTo>
                <a:lnTo>
                  <a:pt x="2732024" y="163253"/>
                </a:lnTo>
                <a:lnTo>
                  <a:pt x="2727989" y="171340"/>
                </a:lnTo>
                <a:lnTo>
                  <a:pt x="2703959" y="159218"/>
                </a:lnTo>
                <a:lnTo>
                  <a:pt x="2667931" y="175392"/>
                </a:lnTo>
                <a:lnTo>
                  <a:pt x="2688157" y="195618"/>
                </a:lnTo>
                <a:cubicBezTo>
                  <a:pt x="2701641" y="209102"/>
                  <a:pt x="2708383" y="219896"/>
                  <a:pt x="2708383" y="227983"/>
                </a:cubicBezTo>
                <a:cubicBezTo>
                  <a:pt x="2705693" y="236070"/>
                  <a:pt x="2705021" y="245501"/>
                  <a:pt x="2706366" y="256296"/>
                </a:cubicBezTo>
                <a:cubicBezTo>
                  <a:pt x="2707710" y="267090"/>
                  <a:pt x="2701641" y="267090"/>
                  <a:pt x="2688157" y="256296"/>
                </a:cubicBezTo>
                <a:cubicBezTo>
                  <a:pt x="2680070" y="250898"/>
                  <a:pt x="2672673" y="244829"/>
                  <a:pt x="2665984" y="238087"/>
                </a:cubicBezTo>
                <a:cubicBezTo>
                  <a:pt x="2659278" y="231345"/>
                  <a:pt x="2653244" y="225275"/>
                  <a:pt x="2647900" y="219896"/>
                </a:cubicBezTo>
                <a:cubicBezTo>
                  <a:pt x="2639901" y="211791"/>
                  <a:pt x="2634557" y="203705"/>
                  <a:pt x="2631903" y="195618"/>
                </a:cubicBezTo>
                <a:lnTo>
                  <a:pt x="2623887" y="211791"/>
                </a:lnTo>
                <a:cubicBezTo>
                  <a:pt x="2626577" y="219896"/>
                  <a:pt x="2629249" y="229328"/>
                  <a:pt x="2631903" y="240122"/>
                </a:cubicBezTo>
                <a:cubicBezTo>
                  <a:pt x="2634557" y="250898"/>
                  <a:pt x="2636557" y="262365"/>
                  <a:pt x="2637919" y="274504"/>
                </a:cubicBezTo>
                <a:cubicBezTo>
                  <a:pt x="2639264" y="286626"/>
                  <a:pt x="2637265" y="299437"/>
                  <a:pt x="2631903" y="312921"/>
                </a:cubicBezTo>
                <a:cubicBezTo>
                  <a:pt x="2610545" y="307542"/>
                  <a:pt x="2593185" y="299437"/>
                  <a:pt x="2579825" y="288661"/>
                </a:cubicBezTo>
                <a:cubicBezTo>
                  <a:pt x="2566518" y="280574"/>
                  <a:pt x="2556520" y="269107"/>
                  <a:pt x="2549831" y="254278"/>
                </a:cubicBezTo>
                <a:cubicBezTo>
                  <a:pt x="2543160" y="239432"/>
                  <a:pt x="2545142" y="221241"/>
                  <a:pt x="2555812" y="199670"/>
                </a:cubicBezTo>
                <a:cubicBezTo>
                  <a:pt x="2553158" y="202360"/>
                  <a:pt x="2547832" y="205049"/>
                  <a:pt x="2539816" y="207757"/>
                </a:cubicBezTo>
                <a:cubicBezTo>
                  <a:pt x="2526456" y="213154"/>
                  <a:pt x="2507769" y="211791"/>
                  <a:pt x="2483756" y="203705"/>
                </a:cubicBezTo>
                <a:cubicBezTo>
                  <a:pt x="2456275" y="190221"/>
                  <a:pt x="2432917" y="179444"/>
                  <a:pt x="2413682" y="171340"/>
                </a:cubicBezTo>
                <a:cubicBezTo>
                  <a:pt x="2394447" y="163253"/>
                  <a:pt x="2380716" y="160563"/>
                  <a:pt x="2372452" y="163253"/>
                </a:cubicBezTo>
                <a:cubicBezTo>
                  <a:pt x="2366966" y="165960"/>
                  <a:pt x="2361481" y="167305"/>
                  <a:pt x="2355977" y="167305"/>
                </a:cubicBezTo>
                <a:cubicBezTo>
                  <a:pt x="2350492" y="167305"/>
                  <a:pt x="2344988" y="167305"/>
                  <a:pt x="2339520" y="167305"/>
                </a:cubicBezTo>
                <a:lnTo>
                  <a:pt x="2323028" y="167305"/>
                </a:lnTo>
                <a:lnTo>
                  <a:pt x="2331115" y="191565"/>
                </a:lnTo>
                <a:lnTo>
                  <a:pt x="2359357" y="199670"/>
                </a:lnTo>
                <a:lnTo>
                  <a:pt x="2363409" y="211791"/>
                </a:lnTo>
                <a:lnTo>
                  <a:pt x="2310942" y="191565"/>
                </a:lnTo>
                <a:lnTo>
                  <a:pt x="2310942" y="183479"/>
                </a:lnTo>
                <a:cubicBezTo>
                  <a:pt x="2305563" y="178082"/>
                  <a:pt x="2298821" y="174047"/>
                  <a:pt x="2290716" y="171340"/>
                </a:cubicBezTo>
                <a:cubicBezTo>
                  <a:pt x="2282683" y="171340"/>
                  <a:pt x="2279320" y="170667"/>
                  <a:pt x="2280648" y="169322"/>
                </a:cubicBezTo>
                <a:cubicBezTo>
                  <a:pt x="2281975" y="167977"/>
                  <a:pt x="2282629" y="166633"/>
                  <a:pt x="2282629" y="165270"/>
                </a:cubicBezTo>
                <a:cubicBezTo>
                  <a:pt x="2282629" y="163925"/>
                  <a:pt x="2280612" y="162580"/>
                  <a:pt x="2276595" y="161235"/>
                </a:cubicBezTo>
                <a:cubicBezTo>
                  <a:pt x="2272578" y="159891"/>
                  <a:pt x="2261147" y="157856"/>
                  <a:pt x="2242301" y="155166"/>
                </a:cubicBezTo>
                <a:cubicBezTo>
                  <a:pt x="2212679" y="155166"/>
                  <a:pt x="2187109" y="152476"/>
                  <a:pt x="2165574" y="147079"/>
                </a:cubicBezTo>
                <a:cubicBezTo>
                  <a:pt x="2154780" y="144372"/>
                  <a:pt x="2148038" y="141682"/>
                  <a:pt x="2145348" y="138992"/>
                </a:cubicBezTo>
                <a:cubicBezTo>
                  <a:pt x="2148038" y="147079"/>
                  <a:pt x="2150745" y="156511"/>
                  <a:pt x="2153435" y="167305"/>
                </a:cubicBezTo>
                <a:cubicBezTo>
                  <a:pt x="2158832" y="188876"/>
                  <a:pt x="2161522" y="207757"/>
                  <a:pt x="2161522" y="223931"/>
                </a:cubicBezTo>
                <a:cubicBezTo>
                  <a:pt x="2145383" y="221241"/>
                  <a:pt x="2131935" y="215844"/>
                  <a:pt x="2121140" y="207757"/>
                </a:cubicBezTo>
                <a:cubicBezTo>
                  <a:pt x="2110399" y="202360"/>
                  <a:pt x="2100985" y="195618"/>
                  <a:pt x="2092916" y="187531"/>
                </a:cubicBezTo>
                <a:cubicBezTo>
                  <a:pt x="2084847" y="179444"/>
                  <a:pt x="2082140" y="168650"/>
                  <a:pt x="2084794" y="155166"/>
                </a:cubicBezTo>
                <a:lnTo>
                  <a:pt x="2076778" y="155166"/>
                </a:lnTo>
                <a:cubicBezTo>
                  <a:pt x="2074070" y="155166"/>
                  <a:pt x="2064639" y="157856"/>
                  <a:pt x="2048447" y="163253"/>
                </a:cubicBezTo>
                <a:cubicBezTo>
                  <a:pt x="2040361" y="168650"/>
                  <a:pt x="2030929" y="171340"/>
                  <a:pt x="2020135" y="171340"/>
                </a:cubicBezTo>
                <a:lnTo>
                  <a:pt x="2007996" y="171340"/>
                </a:lnTo>
                <a:cubicBezTo>
                  <a:pt x="2010703" y="174047"/>
                  <a:pt x="2013393" y="178082"/>
                  <a:pt x="2016100" y="183479"/>
                </a:cubicBezTo>
                <a:cubicBezTo>
                  <a:pt x="2018790" y="188876"/>
                  <a:pt x="2020135" y="193600"/>
                  <a:pt x="2020135" y="197635"/>
                </a:cubicBezTo>
                <a:cubicBezTo>
                  <a:pt x="2020135" y="201687"/>
                  <a:pt x="2021479" y="206412"/>
                  <a:pt x="2024187" y="211791"/>
                </a:cubicBezTo>
                <a:cubicBezTo>
                  <a:pt x="2029584" y="219896"/>
                  <a:pt x="2037671" y="230000"/>
                  <a:pt x="2048447" y="242139"/>
                </a:cubicBezTo>
                <a:cubicBezTo>
                  <a:pt x="2059242" y="254278"/>
                  <a:pt x="2064639" y="268435"/>
                  <a:pt x="2064639" y="284608"/>
                </a:cubicBezTo>
                <a:lnTo>
                  <a:pt x="2064639" y="337199"/>
                </a:lnTo>
                <a:lnTo>
                  <a:pt x="2032345" y="300800"/>
                </a:lnTo>
                <a:cubicBezTo>
                  <a:pt x="2026983" y="303489"/>
                  <a:pt x="2020258" y="304834"/>
                  <a:pt x="2012172" y="304834"/>
                </a:cubicBezTo>
                <a:cubicBezTo>
                  <a:pt x="2006828" y="304834"/>
                  <a:pt x="2000776" y="305507"/>
                  <a:pt x="1994034" y="306852"/>
                </a:cubicBezTo>
                <a:cubicBezTo>
                  <a:pt x="1987292" y="308214"/>
                  <a:pt x="1979895" y="306179"/>
                  <a:pt x="1971844" y="300800"/>
                </a:cubicBezTo>
                <a:cubicBezTo>
                  <a:pt x="1971844" y="306179"/>
                  <a:pt x="1970499" y="312921"/>
                  <a:pt x="1967809" y="321026"/>
                </a:cubicBezTo>
                <a:cubicBezTo>
                  <a:pt x="1962412" y="337199"/>
                  <a:pt x="1958377" y="346631"/>
                  <a:pt x="1955723" y="349338"/>
                </a:cubicBezTo>
                <a:cubicBezTo>
                  <a:pt x="1950344" y="357425"/>
                  <a:pt x="1945619" y="364840"/>
                  <a:pt x="1941567" y="371582"/>
                </a:cubicBezTo>
                <a:cubicBezTo>
                  <a:pt x="1937532" y="378324"/>
                  <a:pt x="1935497" y="384393"/>
                  <a:pt x="1935497" y="389790"/>
                </a:cubicBezTo>
                <a:cubicBezTo>
                  <a:pt x="1935497" y="395187"/>
                  <a:pt x="1930135" y="400567"/>
                  <a:pt x="1919394" y="405964"/>
                </a:cubicBezTo>
                <a:cubicBezTo>
                  <a:pt x="1914033" y="408671"/>
                  <a:pt x="1908671" y="410016"/>
                  <a:pt x="1903274" y="410016"/>
                </a:cubicBezTo>
                <a:cubicBezTo>
                  <a:pt x="1900566" y="418103"/>
                  <a:pt x="1899221" y="427535"/>
                  <a:pt x="1899221" y="438329"/>
                </a:cubicBezTo>
                <a:cubicBezTo>
                  <a:pt x="1899221" y="459900"/>
                  <a:pt x="1900566" y="476091"/>
                  <a:pt x="1903274" y="486868"/>
                </a:cubicBezTo>
                <a:cubicBezTo>
                  <a:pt x="1905963" y="503059"/>
                  <a:pt x="1908653" y="511818"/>
                  <a:pt x="1911325" y="513163"/>
                </a:cubicBezTo>
                <a:cubicBezTo>
                  <a:pt x="1913997" y="514508"/>
                  <a:pt x="1912670" y="524630"/>
                  <a:pt x="1907308" y="543511"/>
                </a:cubicBezTo>
                <a:cubicBezTo>
                  <a:pt x="1904619" y="548890"/>
                  <a:pt x="1903274" y="554960"/>
                  <a:pt x="1903274" y="561702"/>
                </a:cubicBezTo>
                <a:cubicBezTo>
                  <a:pt x="1903274" y="568444"/>
                  <a:pt x="1901929" y="575858"/>
                  <a:pt x="1899221" y="583963"/>
                </a:cubicBezTo>
                <a:cubicBezTo>
                  <a:pt x="1899221" y="597447"/>
                  <a:pt x="1899894" y="610241"/>
                  <a:pt x="1901239" y="622380"/>
                </a:cubicBezTo>
                <a:cubicBezTo>
                  <a:pt x="1902601" y="634519"/>
                  <a:pt x="1904619" y="647330"/>
                  <a:pt x="1907308" y="660814"/>
                </a:cubicBezTo>
                <a:cubicBezTo>
                  <a:pt x="1918067" y="706663"/>
                  <a:pt x="1940912" y="739028"/>
                  <a:pt x="1975896" y="757892"/>
                </a:cubicBezTo>
                <a:cubicBezTo>
                  <a:pt x="1981240" y="760599"/>
                  <a:pt x="1987964" y="761944"/>
                  <a:pt x="1996051" y="761944"/>
                </a:cubicBezTo>
                <a:cubicBezTo>
                  <a:pt x="2001448" y="772738"/>
                  <a:pt x="2010862" y="780825"/>
                  <a:pt x="2024311" y="786222"/>
                </a:cubicBezTo>
                <a:cubicBezTo>
                  <a:pt x="2035052" y="791602"/>
                  <a:pt x="2047828" y="796999"/>
                  <a:pt x="2062639" y="802396"/>
                </a:cubicBezTo>
                <a:cubicBezTo>
                  <a:pt x="2077450" y="807793"/>
                  <a:pt x="2090262" y="813190"/>
                  <a:pt x="2101038" y="818570"/>
                </a:cubicBezTo>
                <a:cubicBezTo>
                  <a:pt x="2109125" y="821277"/>
                  <a:pt x="2117902" y="823967"/>
                  <a:pt x="2127334" y="826674"/>
                </a:cubicBezTo>
                <a:cubicBezTo>
                  <a:pt x="2136766" y="829364"/>
                  <a:pt x="2152285" y="830709"/>
                  <a:pt x="2173855" y="830709"/>
                </a:cubicBezTo>
                <a:cubicBezTo>
                  <a:pt x="2195426" y="830709"/>
                  <a:pt x="2223739" y="834761"/>
                  <a:pt x="2258811" y="842848"/>
                </a:cubicBezTo>
                <a:cubicBezTo>
                  <a:pt x="2293866" y="850935"/>
                  <a:pt x="2314092" y="854987"/>
                  <a:pt x="2319489" y="854987"/>
                </a:cubicBezTo>
                <a:cubicBezTo>
                  <a:pt x="2324869" y="854987"/>
                  <a:pt x="2335663" y="857004"/>
                  <a:pt x="2351837" y="861057"/>
                </a:cubicBezTo>
                <a:cubicBezTo>
                  <a:pt x="2368028" y="865091"/>
                  <a:pt x="2378804" y="867126"/>
                  <a:pt x="2384202" y="867126"/>
                </a:cubicBezTo>
                <a:cubicBezTo>
                  <a:pt x="2397686" y="867126"/>
                  <a:pt x="2409825" y="877903"/>
                  <a:pt x="2420619" y="899473"/>
                </a:cubicBezTo>
                <a:cubicBezTo>
                  <a:pt x="2420619" y="902181"/>
                  <a:pt x="2415894" y="902853"/>
                  <a:pt x="2406445" y="901508"/>
                </a:cubicBezTo>
                <a:cubicBezTo>
                  <a:pt x="2397013" y="900146"/>
                  <a:pt x="2385546" y="898129"/>
                  <a:pt x="2372062" y="895439"/>
                </a:cubicBezTo>
                <a:cubicBezTo>
                  <a:pt x="2358578" y="892731"/>
                  <a:pt x="2345095" y="889369"/>
                  <a:pt x="2331611" y="885317"/>
                </a:cubicBezTo>
                <a:cubicBezTo>
                  <a:pt x="2318127" y="881282"/>
                  <a:pt x="2310040" y="879248"/>
                  <a:pt x="2307350" y="879248"/>
                </a:cubicBezTo>
                <a:cubicBezTo>
                  <a:pt x="2299263" y="879248"/>
                  <a:pt x="2289141" y="877903"/>
                  <a:pt x="2277002" y="875213"/>
                </a:cubicBezTo>
                <a:cubicBezTo>
                  <a:pt x="2264863" y="872506"/>
                  <a:pt x="2241275" y="869816"/>
                  <a:pt x="2206220" y="867126"/>
                </a:cubicBezTo>
                <a:cubicBezTo>
                  <a:pt x="2190029" y="864419"/>
                  <a:pt x="2177908" y="862401"/>
                  <a:pt x="2169803" y="861057"/>
                </a:cubicBezTo>
                <a:cubicBezTo>
                  <a:pt x="2161716" y="859694"/>
                  <a:pt x="2154302" y="858349"/>
                  <a:pt x="2147560" y="857004"/>
                </a:cubicBezTo>
                <a:cubicBezTo>
                  <a:pt x="2140818" y="855659"/>
                  <a:pt x="2133403" y="854987"/>
                  <a:pt x="2125317" y="854987"/>
                </a:cubicBezTo>
                <a:cubicBezTo>
                  <a:pt x="2117230" y="854987"/>
                  <a:pt x="2105091" y="853642"/>
                  <a:pt x="2088899" y="850935"/>
                </a:cubicBezTo>
                <a:cubicBezTo>
                  <a:pt x="2056587" y="845538"/>
                  <a:pt x="2037069" y="844865"/>
                  <a:pt x="2030345" y="848917"/>
                </a:cubicBezTo>
                <a:cubicBezTo>
                  <a:pt x="2023621" y="852952"/>
                  <a:pt x="2016224" y="854987"/>
                  <a:pt x="2008119" y="854987"/>
                </a:cubicBezTo>
                <a:cubicBezTo>
                  <a:pt x="2000086" y="854987"/>
                  <a:pt x="1996724" y="859694"/>
                  <a:pt x="1998086" y="869143"/>
                </a:cubicBezTo>
                <a:cubicBezTo>
                  <a:pt x="1999431" y="878575"/>
                  <a:pt x="2000103" y="885989"/>
                  <a:pt x="2000103" y="891387"/>
                </a:cubicBezTo>
                <a:cubicBezTo>
                  <a:pt x="2002793" y="896784"/>
                  <a:pt x="2011535" y="905543"/>
                  <a:pt x="2026328" y="917682"/>
                </a:cubicBezTo>
                <a:cubicBezTo>
                  <a:pt x="2041121" y="929821"/>
                  <a:pt x="2059277" y="942633"/>
                  <a:pt x="2080812" y="956117"/>
                </a:cubicBezTo>
                <a:cubicBezTo>
                  <a:pt x="2102383" y="969601"/>
                  <a:pt x="2119247" y="977687"/>
                  <a:pt x="2131386" y="980377"/>
                </a:cubicBezTo>
                <a:cubicBezTo>
                  <a:pt x="2143508" y="983085"/>
                  <a:pt x="2164424" y="988482"/>
                  <a:pt x="2194081" y="996569"/>
                </a:cubicBezTo>
                <a:cubicBezTo>
                  <a:pt x="2248017" y="1012742"/>
                  <a:pt x="2280382" y="1026226"/>
                  <a:pt x="2291159" y="1037020"/>
                </a:cubicBezTo>
                <a:cubicBezTo>
                  <a:pt x="2301953" y="1047797"/>
                  <a:pt x="2306005" y="1055902"/>
                  <a:pt x="2303298" y="1061281"/>
                </a:cubicBezTo>
                <a:cubicBezTo>
                  <a:pt x="2297901" y="1066678"/>
                  <a:pt x="2291159" y="1067351"/>
                  <a:pt x="2283072" y="1063316"/>
                </a:cubicBezTo>
                <a:cubicBezTo>
                  <a:pt x="2274985" y="1059264"/>
                  <a:pt x="2265553" y="1054539"/>
                  <a:pt x="2254759" y="1049160"/>
                </a:cubicBezTo>
                <a:cubicBezTo>
                  <a:pt x="2249362" y="1046452"/>
                  <a:pt x="2239930" y="1042418"/>
                  <a:pt x="2226446" y="1037020"/>
                </a:cubicBezTo>
                <a:cubicBezTo>
                  <a:pt x="2212962" y="1031623"/>
                  <a:pt x="2198134" y="1025554"/>
                  <a:pt x="2181942" y="1018812"/>
                </a:cubicBezTo>
                <a:cubicBezTo>
                  <a:pt x="2165768" y="1012070"/>
                  <a:pt x="2150940" y="1006673"/>
                  <a:pt x="2137456" y="1002638"/>
                </a:cubicBezTo>
                <a:cubicBezTo>
                  <a:pt x="2123972" y="998586"/>
                  <a:pt x="2114522" y="995224"/>
                  <a:pt x="2109125" y="992516"/>
                </a:cubicBezTo>
                <a:cubicBezTo>
                  <a:pt x="2095641" y="987119"/>
                  <a:pt x="2082175" y="983757"/>
                  <a:pt x="2068709" y="982412"/>
                </a:cubicBezTo>
                <a:cubicBezTo>
                  <a:pt x="2055242" y="981050"/>
                  <a:pt x="2029672" y="979032"/>
                  <a:pt x="1992017" y="976343"/>
                </a:cubicBezTo>
                <a:cubicBezTo>
                  <a:pt x="1973171" y="973635"/>
                  <a:pt x="1959050" y="970273"/>
                  <a:pt x="1949636" y="966221"/>
                </a:cubicBezTo>
                <a:cubicBezTo>
                  <a:pt x="1940204" y="962186"/>
                  <a:pt x="1931480" y="956789"/>
                  <a:pt x="1923429" y="950047"/>
                </a:cubicBezTo>
                <a:cubicBezTo>
                  <a:pt x="1915377" y="943305"/>
                  <a:pt x="1907326" y="936563"/>
                  <a:pt x="1899257" y="929821"/>
                </a:cubicBezTo>
                <a:cubicBezTo>
                  <a:pt x="1891188" y="923079"/>
                  <a:pt x="1879084" y="917010"/>
                  <a:pt x="1862946" y="911613"/>
                </a:cubicBezTo>
                <a:cubicBezTo>
                  <a:pt x="1827962" y="900836"/>
                  <a:pt x="1807789" y="892059"/>
                  <a:pt x="1802392" y="885317"/>
                </a:cubicBezTo>
                <a:cubicBezTo>
                  <a:pt x="1796995" y="878575"/>
                  <a:pt x="1787581" y="864419"/>
                  <a:pt x="1774132" y="842848"/>
                </a:cubicBezTo>
                <a:cubicBezTo>
                  <a:pt x="1760701" y="826674"/>
                  <a:pt x="1748597" y="818570"/>
                  <a:pt x="1737856" y="818570"/>
                </a:cubicBezTo>
                <a:cubicBezTo>
                  <a:pt x="1732459" y="818570"/>
                  <a:pt x="1729769" y="821277"/>
                  <a:pt x="1729769" y="826674"/>
                </a:cubicBezTo>
                <a:cubicBezTo>
                  <a:pt x="1724425" y="853642"/>
                  <a:pt x="1720391" y="877903"/>
                  <a:pt x="1717701" y="899473"/>
                </a:cubicBezTo>
                <a:cubicBezTo>
                  <a:pt x="1712304" y="921062"/>
                  <a:pt x="1708924" y="940598"/>
                  <a:pt x="1707579" y="958134"/>
                </a:cubicBezTo>
                <a:cubicBezTo>
                  <a:pt x="1706234" y="975670"/>
                  <a:pt x="1705562" y="987119"/>
                  <a:pt x="1705562" y="992516"/>
                </a:cubicBezTo>
                <a:cubicBezTo>
                  <a:pt x="1702872" y="1003311"/>
                  <a:pt x="1702182" y="1008708"/>
                  <a:pt x="1703545" y="1008708"/>
                </a:cubicBezTo>
                <a:cubicBezTo>
                  <a:pt x="1704890" y="1008708"/>
                  <a:pt x="1705562" y="1015450"/>
                  <a:pt x="1705562" y="1028934"/>
                </a:cubicBezTo>
                <a:cubicBezTo>
                  <a:pt x="1708252" y="1042418"/>
                  <a:pt x="1711632" y="1049832"/>
                  <a:pt x="1715666" y="1051177"/>
                </a:cubicBezTo>
                <a:cubicBezTo>
                  <a:pt x="1719718" y="1052522"/>
                  <a:pt x="1728460" y="1055902"/>
                  <a:pt x="1741909" y="1061281"/>
                </a:cubicBezTo>
                <a:cubicBezTo>
                  <a:pt x="1758047" y="1072075"/>
                  <a:pt x="1768788" y="1080162"/>
                  <a:pt x="1774132" y="1085559"/>
                </a:cubicBezTo>
                <a:cubicBezTo>
                  <a:pt x="1779529" y="1090956"/>
                  <a:pt x="1782237" y="1094991"/>
                  <a:pt x="1782237" y="1097698"/>
                </a:cubicBezTo>
                <a:cubicBezTo>
                  <a:pt x="1768788" y="1103095"/>
                  <a:pt x="1756702" y="1105785"/>
                  <a:pt x="1745943" y="1105785"/>
                </a:cubicBezTo>
                <a:cubicBezTo>
                  <a:pt x="1732459" y="1105785"/>
                  <a:pt x="1719011" y="1105113"/>
                  <a:pt x="1705562" y="1103768"/>
                </a:cubicBezTo>
                <a:cubicBezTo>
                  <a:pt x="1692113" y="1102405"/>
                  <a:pt x="1675975" y="1094991"/>
                  <a:pt x="1657147" y="1081507"/>
                </a:cubicBezTo>
                <a:cubicBezTo>
                  <a:pt x="1619509" y="1062644"/>
                  <a:pt x="1603388" y="1046452"/>
                  <a:pt x="1608768" y="1032968"/>
                </a:cubicBezTo>
                <a:cubicBezTo>
                  <a:pt x="1614129" y="1019484"/>
                  <a:pt x="1615474" y="1004655"/>
                  <a:pt x="1612767" y="988482"/>
                </a:cubicBezTo>
                <a:cubicBezTo>
                  <a:pt x="1610077" y="972290"/>
                  <a:pt x="1607387" y="961514"/>
                  <a:pt x="1604715" y="956117"/>
                </a:cubicBezTo>
                <a:cubicBezTo>
                  <a:pt x="1602043" y="950720"/>
                  <a:pt x="1598009" y="937236"/>
                  <a:pt x="1592612" y="915665"/>
                </a:cubicBezTo>
                <a:cubicBezTo>
                  <a:pt x="1587215" y="894094"/>
                  <a:pt x="1580490" y="881955"/>
                  <a:pt x="1572421" y="879248"/>
                </a:cubicBezTo>
                <a:cubicBezTo>
                  <a:pt x="1564352" y="876558"/>
                  <a:pt x="1556283" y="869816"/>
                  <a:pt x="1548249" y="859022"/>
                </a:cubicBezTo>
                <a:cubicBezTo>
                  <a:pt x="1542852" y="850935"/>
                  <a:pt x="1530748" y="850935"/>
                  <a:pt x="1511920" y="859022"/>
                </a:cubicBezTo>
                <a:cubicBezTo>
                  <a:pt x="1493110" y="867126"/>
                  <a:pt x="1472937" y="877903"/>
                  <a:pt x="1451402" y="891387"/>
                </a:cubicBezTo>
                <a:cubicBezTo>
                  <a:pt x="1427230" y="904871"/>
                  <a:pt x="1411091" y="917682"/>
                  <a:pt x="1403022" y="929821"/>
                </a:cubicBezTo>
                <a:cubicBezTo>
                  <a:pt x="1394953" y="941960"/>
                  <a:pt x="1386884" y="952064"/>
                  <a:pt x="1378780" y="960151"/>
                </a:cubicBezTo>
                <a:cubicBezTo>
                  <a:pt x="1370746" y="965548"/>
                  <a:pt x="1364021" y="974308"/>
                  <a:pt x="1358624" y="986447"/>
                </a:cubicBezTo>
                <a:cubicBezTo>
                  <a:pt x="1353227" y="998586"/>
                  <a:pt x="1343813" y="1011397"/>
                  <a:pt x="1330365" y="1024881"/>
                </a:cubicBezTo>
                <a:cubicBezTo>
                  <a:pt x="1322313" y="1041055"/>
                  <a:pt x="1317624" y="1053194"/>
                  <a:pt x="1316279" y="1061281"/>
                </a:cubicBezTo>
                <a:cubicBezTo>
                  <a:pt x="1314934" y="1069386"/>
                  <a:pt x="1307537" y="1076127"/>
                  <a:pt x="1294089" y="1081507"/>
                </a:cubicBezTo>
                <a:cubicBezTo>
                  <a:pt x="1280640" y="1086904"/>
                  <a:pt x="1275933" y="1084214"/>
                  <a:pt x="1279968" y="1073420"/>
                </a:cubicBezTo>
                <a:cubicBezTo>
                  <a:pt x="1283985" y="1062644"/>
                  <a:pt x="1286002" y="1050504"/>
                  <a:pt x="1286002" y="1037020"/>
                </a:cubicBezTo>
                <a:cubicBezTo>
                  <a:pt x="1286002" y="1020829"/>
                  <a:pt x="1287347" y="1010053"/>
                  <a:pt x="1290037" y="1004655"/>
                </a:cubicBezTo>
                <a:cubicBezTo>
                  <a:pt x="1292744" y="999258"/>
                  <a:pt x="1296761" y="991171"/>
                  <a:pt x="1302123" y="980377"/>
                </a:cubicBezTo>
                <a:cubicBezTo>
                  <a:pt x="1310209" y="958806"/>
                  <a:pt x="1319623" y="941288"/>
                  <a:pt x="1330365" y="927804"/>
                </a:cubicBezTo>
                <a:cubicBezTo>
                  <a:pt x="1341106" y="919699"/>
                  <a:pt x="1348503" y="914320"/>
                  <a:pt x="1352555" y="911613"/>
                </a:cubicBezTo>
                <a:cubicBezTo>
                  <a:pt x="1356607" y="908923"/>
                  <a:pt x="1362641" y="902181"/>
                  <a:pt x="1370693" y="891387"/>
                </a:cubicBezTo>
                <a:cubicBezTo>
                  <a:pt x="1381487" y="883300"/>
                  <a:pt x="1382849" y="876558"/>
                  <a:pt x="1374780" y="871161"/>
                </a:cubicBezTo>
                <a:cubicBezTo>
                  <a:pt x="1366711" y="865764"/>
                  <a:pt x="1355952" y="860384"/>
                  <a:pt x="1342504" y="854987"/>
                </a:cubicBezTo>
                <a:cubicBezTo>
                  <a:pt x="1323676" y="849590"/>
                  <a:pt x="1308865" y="848245"/>
                  <a:pt x="1298106" y="850935"/>
                </a:cubicBezTo>
                <a:cubicBezTo>
                  <a:pt x="1287329" y="853642"/>
                  <a:pt x="1279278" y="854987"/>
                  <a:pt x="1273934" y="854987"/>
                </a:cubicBezTo>
                <a:cubicBezTo>
                  <a:pt x="1268537" y="857677"/>
                  <a:pt x="1258433" y="861057"/>
                  <a:pt x="1243657" y="865091"/>
                </a:cubicBezTo>
                <a:cubicBezTo>
                  <a:pt x="1228863" y="869143"/>
                  <a:pt x="1217414" y="873868"/>
                  <a:pt x="1209328" y="879248"/>
                </a:cubicBezTo>
                <a:cubicBezTo>
                  <a:pt x="1201276" y="881955"/>
                  <a:pt x="1190517" y="881955"/>
                  <a:pt x="1177069" y="879248"/>
                </a:cubicBezTo>
                <a:cubicBezTo>
                  <a:pt x="1163602" y="876558"/>
                  <a:pt x="1146102" y="875213"/>
                  <a:pt x="1124566" y="875213"/>
                </a:cubicBezTo>
                <a:cubicBezTo>
                  <a:pt x="1100306" y="875213"/>
                  <a:pt x="1086149" y="875885"/>
                  <a:pt x="1082097" y="877230"/>
                </a:cubicBezTo>
                <a:cubicBezTo>
                  <a:pt x="1078045" y="878575"/>
                  <a:pt x="1061199" y="881955"/>
                  <a:pt x="1031523" y="887352"/>
                </a:cubicBezTo>
                <a:cubicBezTo>
                  <a:pt x="1001866" y="892731"/>
                  <a:pt x="980295" y="894766"/>
                  <a:pt x="966811" y="893404"/>
                </a:cubicBezTo>
                <a:cubicBezTo>
                  <a:pt x="953327" y="892059"/>
                  <a:pt x="943878" y="894094"/>
                  <a:pt x="938498" y="899473"/>
                </a:cubicBezTo>
                <a:cubicBezTo>
                  <a:pt x="933101" y="904871"/>
                  <a:pt x="921634" y="910268"/>
                  <a:pt x="904116" y="915665"/>
                </a:cubicBezTo>
                <a:cubicBezTo>
                  <a:pt x="886580" y="921062"/>
                  <a:pt x="872423" y="923752"/>
                  <a:pt x="861629" y="923752"/>
                </a:cubicBezTo>
                <a:cubicBezTo>
                  <a:pt x="850852" y="923752"/>
                  <a:pt x="842748" y="923079"/>
                  <a:pt x="837368" y="921734"/>
                </a:cubicBezTo>
                <a:cubicBezTo>
                  <a:pt x="831971" y="920372"/>
                  <a:pt x="822522" y="919699"/>
                  <a:pt x="809038" y="919699"/>
                </a:cubicBezTo>
                <a:cubicBezTo>
                  <a:pt x="795554" y="919699"/>
                  <a:pt x="796917" y="915665"/>
                  <a:pt x="813090" y="907578"/>
                </a:cubicBezTo>
                <a:cubicBezTo>
                  <a:pt x="829264" y="899473"/>
                  <a:pt x="852197" y="892731"/>
                  <a:pt x="881855" y="887352"/>
                </a:cubicBezTo>
                <a:cubicBezTo>
                  <a:pt x="911530" y="881955"/>
                  <a:pt x="935791" y="875213"/>
                  <a:pt x="954672" y="867126"/>
                </a:cubicBezTo>
                <a:cubicBezTo>
                  <a:pt x="973553" y="859022"/>
                  <a:pt x="999176" y="852280"/>
                  <a:pt x="1031523" y="846900"/>
                </a:cubicBezTo>
                <a:cubicBezTo>
                  <a:pt x="1063888" y="841503"/>
                  <a:pt x="1084114" y="838123"/>
                  <a:pt x="1092201" y="836778"/>
                </a:cubicBezTo>
                <a:cubicBezTo>
                  <a:pt x="1100306" y="835433"/>
                  <a:pt x="1117824" y="832054"/>
                  <a:pt x="1144792" y="826674"/>
                </a:cubicBezTo>
                <a:cubicBezTo>
                  <a:pt x="1174467" y="823967"/>
                  <a:pt x="1200073" y="820605"/>
                  <a:pt x="1221661" y="816552"/>
                </a:cubicBezTo>
                <a:cubicBezTo>
                  <a:pt x="1243232" y="812500"/>
                  <a:pt x="1272890" y="806448"/>
                  <a:pt x="1310652" y="798344"/>
                </a:cubicBezTo>
                <a:cubicBezTo>
                  <a:pt x="1329533" y="790257"/>
                  <a:pt x="1345707" y="786222"/>
                  <a:pt x="1359191" y="786222"/>
                </a:cubicBezTo>
                <a:lnTo>
                  <a:pt x="1363243" y="786222"/>
                </a:lnTo>
                <a:cubicBezTo>
                  <a:pt x="1374019" y="780825"/>
                  <a:pt x="1384814" y="774083"/>
                  <a:pt x="1395590" y="765996"/>
                </a:cubicBezTo>
                <a:cubicBezTo>
                  <a:pt x="1403695" y="760599"/>
                  <a:pt x="1412454" y="755202"/>
                  <a:pt x="1421886" y="749805"/>
                </a:cubicBezTo>
                <a:cubicBezTo>
                  <a:pt x="1431335" y="744408"/>
                  <a:pt x="1438750" y="739028"/>
                  <a:pt x="1444147" y="733631"/>
                </a:cubicBezTo>
                <a:cubicBezTo>
                  <a:pt x="1449526" y="728234"/>
                  <a:pt x="1458975" y="714078"/>
                  <a:pt x="1472459" y="691144"/>
                </a:cubicBezTo>
                <a:cubicBezTo>
                  <a:pt x="1485943" y="668229"/>
                  <a:pt x="1500772" y="656762"/>
                  <a:pt x="1516946" y="656762"/>
                </a:cubicBezTo>
                <a:lnTo>
                  <a:pt x="1533137" y="620363"/>
                </a:lnTo>
                <a:cubicBezTo>
                  <a:pt x="1530430" y="620363"/>
                  <a:pt x="1529085" y="619018"/>
                  <a:pt x="1529085" y="616310"/>
                </a:cubicBezTo>
                <a:cubicBezTo>
                  <a:pt x="1529085" y="613621"/>
                  <a:pt x="1528413" y="611603"/>
                  <a:pt x="1527068" y="610241"/>
                </a:cubicBezTo>
                <a:cubicBezTo>
                  <a:pt x="1525723" y="608896"/>
                  <a:pt x="1525050" y="605534"/>
                  <a:pt x="1525050" y="600137"/>
                </a:cubicBezTo>
                <a:cubicBezTo>
                  <a:pt x="1525050" y="594739"/>
                  <a:pt x="1524378" y="589342"/>
                  <a:pt x="1523015" y="583963"/>
                </a:cubicBezTo>
                <a:cubicBezTo>
                  <a:pt x="1521671" y="578566"/>
                  <a:pt x="1522343" y="573169"/>
                  <a:pt x="1525050" y="567772"/>
                </a:cubicBezTo>
                <a:cubicBezTo>
                  <a:pt x="1527740" y="562374"/>
                  <a:pt x="1530430" y="556305"/>
                  <a:pt x="1533137" y="549563"/>
                </a:cubicBezTo>
                <a:cubicBezTo>
                  <a:pt x="1535827" y="542821"/>
                  <a:pt x="1538534" y="536769"/>
                  <a:pt x="1541224" y="531372"/>
                </a:cubicBezTo>
                <a:cubicBezTo>
                  <a:pt x="1543914" y="523285"/>
                  <a:pt x="1546621" y="516543"/>
                  <a:pt x="1549311" y="511146"/>
                </a:cubicBezTo>
                <a:cubicBezTo>
                  <a:pt x="1552018" y="500352"/>
                  <a:pt x="1554708" y="489575"/>
                  <a:pt x="1557398" y="478781"/>
                </a:cubicBezTo>
                <a:cubicBezTo>
                  <a:pt x="1560105" y="470694"/>
                  <a:pt x="1561450" y="461245"/>
                  <a:pt x="1561450" y="450468"/>
                </a:cubicBezTo>
                <a:cubicBezTo>
                  <a:pt x="1561450" y="439674"/>
                  <a:pt x="1562795" y="431587"/>
                  <a:pt x="1565502" y="426190"/>
                </a:cubicBezTo>
                <a:cubicBezTo>
                  <a:pt x="1565502" y="420793"/>
                  <a:pt x="1566175" y="414051"/>
                  <a:pt x="1567520" y="405964"/>
                </a:cubicBezTo>
                <a:cubicBezTo>
                  <a:pt x="1568864" y="397877"/>
                  <a:pt x="1569537" y="391135"/>
                  <a:pt x="1569537" y="385738"/>
                </a:cubicBezTo>
                <a:cubicBezTo>
                  <a:pt x="1569537" y="377651"/>
                  <a:pt x="1570882" y="370909"/>
                  <a:pt x="1573589" y="365512"/>
                </a:cubicBezTo>
                <a:cubicBezTo>
                  <a:pt x="1568192" y="368220"/>
                  <a:pt x="1561450" y="370909"/>
                  <a:pt x="1553363" y="373599"/>
                </a:cubicBezTo>
                <a:lnTo>
                  <a:pt x="1529085" y="381703"/>
                </a:lnTo>
                <a:cubicBezTo>
                  <a:pt x="1526395" y="384393"/>
                  <a:pt x="1525050" y="380341"/>
                  <a:pt x="1525050" y="369564"/>
                </a:cubicBezTo>
                <a:lnTo>
                  <a:pt x="1525050" y="337199"/>
                </a:lnTo>
                <a:cubicBezTo>
                  <a:pt x="1516946" y="334510"/>
                  <a:pt x="1510204" y="331802"/>
                  <a:pt x="1504824" y="329113"/>
                </a:cubicBezTo>
                <a:cubicBezTo>
                  <a:pt x="1502117" y="329113"/>
                  <a:pt x="1498082" y="326405"/>
                  <a:pt x="1492685" y="321026"/>
                </a:cubicBezTo>
                <a:cubicBezTo>
                  <a:pt x="1489978" y="318318"/>
                  <a:pt x="1487288" y="316973"/>
                  <a:pt x="1484599" y="316973"/>
                </a:cubicBezTo>
                <a:cubicBezTo>
                  <a:pt x="1481891" y="316973"/>
                  <a:pt x="1479874" y="317646"/>
                  <a:pt x="1478529" y="318991"/>
                </a:cubicBezTo>
                <a:cubicBezTo>
                  <a:pt x="1477184" y="320336"/>
                  <a:pt x="1475149" y="321026"/>
                  <a:pt x="1472459" y="321026"/>
                </a:cubicBezTo>
                <a:lnTo>
                  <a:pt x="1468407" y="321026"/>
                </a:lnTo>
                <a:cubicBezTo>
                  <a:pt x="1465717" y="321026"/>
                  <a:pt x="1461665" y="322371"/>
                  <a:pt x="1456268" y="325060"/>
                </a:cubicBezTo>
                <a:cubicBezTo>
                  <a:pt x="1445491" y="330457"/>
                  <a:pt x="1436042" y="335854"/>
                  <a:pt x="1427955" y="341252"/>
                </a:cubicBezTo>
                <a:cubicBezTo>
                  <a:pt x="1409074" y="360115"/>
                  <a:pt x="1399642" y="373599"/>
                  <a:pt x="1399642" y="381703"/>
                </a:cubicBezTo>
                <a:cubicBezTo>
                  <a:pt x="1399642" y="387083"/>
                  <a:pt x="1399642" y="393152"/>
                  <a:pt x="1399642" y="399894"/>
                </a:cubicBezTo>
                <a:cubicBezTo>
                  <a:pt x="1399642" y="406636"/>
                  <a:pt x="1398298" y="412706"/>
                  <a:pt x="1395590" y="418103"/>
                </a:cubicBezTo>
                <a:cubicBezTo>
                  <a:pt x="1395590" y="428897"/>
                  <a:pt x="1396953" y="436984"/>
                  <a:pt x="1399642" y="442381"/>
                </a:cubicBezTo>
                <a:cubicBezTo>
                  <a:pt x="1399642" y="447761"/>
                  <a:pt x="1400987" y="451813"/>
                  <a:pt x="1403695" y="454503"/>
                </a:cubicBezTo>
                <a:cubicBezTo>
                  <a:pt x="1403695" y="457210"/>
                  <a:pt x="1402332" y="458555"/>
                  <a:pt x="1399642" y="458555"/>
                </a:cubicBezTo>
                <a:cubicBezTo>
                  <a:pt x="1391556" y="458555"/>
                  <a:pt x="1382106" y="454503"/>
                  <a:pt x="1371330" y="446416"/>
                </a:cubicBezTo>
                <a:cubicBezTo>
                  <a:pt x="1360535" y="435639"/>
                  <a:pt x="1355138" y="428897"/>
                  <a:pt x="1355138" y="426190"/>
                </a:cubicBezTo>
                <a:lnTo>
                  <a:pt x="1359191" y="422155"/>
                </a:lnTo>
                <a:lnTo>
                  <a:pt x="1355138" y="422155"/>
                </a:lnTo>
                <a:cubicBezTo>
                  <a:pt x="1355138" y="422155"/>
                  <a:pt x="1355138" y="423500"/>
                  <a:pt x="1355138" y="426190"/>
                </a:cubicBezTo>
                <a:cubicBezTo>
                  <a:pt x="1349759" y="434277"/>
                  <a:pt x="1340310" y="443054"/>
                  <a:pt x="1326826" y="452485"/>
                </a:cubicBezTo>
                <a:cubicBezTo>
                  <a:pt x="1313342" y="461917"/>
                  <a:pt x="1302565" y="466642"/>
                  <a:pt x="1294461" y="466642"/>
                </a:cubicBezTo>
                <a:cubicBezTo>
                  <a:pt x="1286374" y="469349"/>
                  <a:pt x="1274235" y="467987"/>
                  <a:pt x="1258061" y="462607"/>
                </a:cubicBezTo>
                <a:cubicBezTo>
                  <a:pt x="1249974" y="459900"/>
                  <a:pt x="1241887" y="458555"/>
                  <a:pt x="1233783" y="458555"/>
                </a:cubicBezTo>
                <a:lnTo>
                  <a:pt x="1233783" y="478781"/>
                </a:lnTo>
                <a:cubicBezTo>
                  <a:pt x="1233783" y="492265"/>
                  <a:pt x="1231093" y="501697"/>
                  <a:pt x="1225696" y="507094"/>
                </a:cubicBezTo>
                <a:cubicBezTo>
                  <a:pt x="1220299" y="509801"/>
                  <a:pt x="1216937" y="510474"/>
                  <a:pt x="1215592" y="509111"/>
                </a:cubicBezTo>
                <a:cubicBezTo>
                  <a:pt x="1214247" y="507766"/>
                  <a:pt x="1206815" y="513836"/>
                  <a:pt x="1193331" y="527320"/>
                </a:cubicBezTo>
                <a:cubicBezTo>
                  <a:pt x="1166363" y="554288"/>
                  <a:pt x="1148844" y="562374"/>
                  <a:pt x="1140758" y="551598"/>
                </a:cubicBezTo>
                <a:cubicBezTo>
                  <a:pt x="1129963" y="543511"/>
                  <a:pt x="1124566" y="532717"/>
                  <a:pt x="1124566" y="519233"/>
                </a:cubicBezTo>
                <a:cubicBezTo>
                  <a:pt x="1124566" y="516543"/>
                  <a:pt x="1129291" y="512491"/>
                  <a:pt x="1138723" y="507094"/>
                </a:cubicBezTo>
                <a:cubicBezTo>
                  <a:pt x="1148172" y="501697"/>
                  <a:pt x="1158276" y="494955"/>
                  <a:pt x="1169070" y="486868"/>
                </a:cubicBezTo>
                <a:lnTo>
                  <a:pt x="1193207" y="462607"/>
                </a:lnTo>
                <a:cubicBezTo>
                  <a:pt x="1198604" y="457210"/>
                  <a:pt x="1203983" y="453158"/>
                  <a:pt x="1209328" y="450468"/>
                </a:cubicBezTo>
                <a:lnTo>
                  <a:pt x="1197259" y="430242"/>
                </a:lnTo>
                <a:cubicBezTo>
                  <a:pt x="1205311" y="427535"/>
                  <a:pt x="1212035" y="426190"/>
                  <a:pt x="1217414" y="426190"/>
                </a:cubicBezTo>
                <a:cubicBezTo>
                  <a:pt x="1228173" y="426190"/>
                  <a:pt x="1234862" y="427535"/>
                  <a:pt x="1237516" y="430242"/>
                </a:cubicBezTo>
                <a:cubicBezTo>
                  <a:pt x="1237516" y="435639"/>
                  <a:pt x="1238189" y="439001"/>
                  <a:pt x="1239534" y="440346"/>
                </a:cubicBezTo>
                <a:cubicBezTo>
                  <a:pt x="1240896" y="441691"/>
                  <a:pt x="1241569" y="443726"/>
                  <a:pt x="1241569" y="446416"/>
                </a:cubicBezTo>
                <a:lnTo>
                  <a:pt x="1241569" y="450468"/>
                </a:lnTo>
                <a:cubicBezTo>
                  <a:pt x="1249620" y="453158"/>
                  <a:pt x="1259016" y="454503"/>
                  <a:pt x="1269758" y="454503"/>
                </a:cubicBezTo>
                <a:cubicBezTo>
                  <a:pt x="1277809" y="454503"/>
                  <a:pt x="1285861" y="453830"/>
                  <a:pt x="1293930" y="452485"/>
                </a:cubicBezTo>
                <a:cubicBezTo>
                  <a:pt x="1301999" y="451141"/>
                  <a:pt x="1310050" y="445071"/>
                  <a:pt x="1318102" y="434277"/>
                </a:cubicBezTo>
                <a:cubicBezTo>
                  <a:pt x="1331550" y="420793"/>
                  <a:pt x="1343636" y="411361"/>
                  <a:pt x="1354395" y="405964"/>
                </a:cubicBezTo>
                <a:lnTo>
                  <a:pt x="1370445" y="397877"/>
                </a:lnTo>
                <a:cubicBezTo>
                  <a:pt x="1357049" y="397877"/>
                  <a:pt x="1344963" y="395187"/>
                  <a:pt x="1334222" y="389790"/>
                </a:cubicBezTo>
                <a:cubicBezTo>
                  <a:pt x="1312740" y="378996"/>
                  <a:pt x="1303344" y="368220"/>
                  <a:pt x="1306033" y="357425"/>
                </a:cubicBezTo>
                <a:cubicBezTo>
                  <a:pt x="1303344" y="368220"/>
                  <a:pt x="1296619" y="376306"/>
                  <a:pt x="1285878" y="381703"/>
                </a:cubicBezTo>
                <a:cubicBezTo>
                  <a:pt x="1267086" y="395187"/>
                  <a:pt x="1240242" y="396532"/>
                  <a:pt x="1205346" y="385738"/>
                </a:cubicBezTo>
                <a:cubicBezTo>
                  <a:pt x="1205346" y="364167"/>
                  <a:pt x="1210708" y="346631"/>
                  <a:pt x="1221396" y="333147"/>
                </a:cubicBezTo>
                <a:cubicBezTo>
                  <a:pt x="1226793" y="319663"/>
                  <a:pt x="1236207" y="309559"/>
                  <a:pt x="1249620" y="302817"/>
                </a:cubicBezTo>
                <a:cubicBezTo>
                  <a:pt x="1263051" y="296075"/>
                  <a:pt x="1280499" y="295403"/>
                  <a:pt x="1301981" y="300800"/>
                </a:cubicBezTo>
                <a:lnTo>
                  <a:pt x="1285878" y="288661"/>
                </a:lnTo>
                <a:lnTo>
                  <a:pt x="1330188" y="308887"/>
                </a:lnTo>
                <a:cubicBezTo>
                  <a:pt x="1330188" y="295403"/>
                  <a:pt x="1332877" y="283263"/>
                  <a:pt x="1338275" y="272469"/>
                </a:cubicBezTo>
                <a:cubicBezTo>
                  <a:pt x="1349016" y="253606"/>
                  <a:pt x="1371825" y="249554"/>
                  <a:pt x="1406721" y="260348"/>
                </a:cubicBezTo>
                <a:cubicBezTo>
                  <a:pt x="1409410" y="263038"/>
                  <a:pt x="1410773" y="267090"/>
                  <a:pt x="1410773" y="272469"/>
                </a:cubicBezTo>
                <a:cubicBezTo>
                  <a:pt x="1410773" y="283263"/>
                  <a:pt x="1409410" y="291350"/>
                  <a:pt x="1406721" y="296747"/>
                </a:cubicBezTo>
                <a:lnTo>
                  <a:pt x="1451030" y="288661"/>
                </a:lnTo>
                <a:cubicBezTo>
                  <a:pt x="1440289" y="280574"/>
                  <a:pt x="1432238" y="271124"/>
                  <a:pt x="1426894" y="260348"/>
                </a:cubicBezTo>
                <a:cubicBezTo>
                  <a:pt x="1416135" y="236070"/>
                  <a:pt x="1426894" y="206412"/>
                  <a:pt x="1459117" y="171340"/>
                </a:cubicBezTo>
                <a:lnTo>
                  <a:pt x="1483271" y="203705"/>
                </a:lnTo>
                <a:cubicBezTo>
                  <a:pt x="1496702" y="227983"/>
                  <a:pt x="1500737" y="248209"/>
                  <a:pt x="1495340" y="264382"/>
                </a:cubicBezTo>
                <a:lnTo>
                  <a:pt x="1511460" y="260348"/>
                </a:lnTo>
                <a:lnTo>
                  <a:pt x="1495340" y="195618"/>
                </a:lnTo>
                <a:cubicBezTo>
                  <a:pt x="1498029" y="195618"/>
                  <a:pt x="1500737" y="194273"/>
                  <a:pt x="1503427" y="191565"/>
                </a:cubicBezTo>
                <a:cubicBezTo>
                  <a:pt x="1508771" y="186186"/>
                  <a:pt x="1511460" y="180789"/>
                  <a:pt x="1511460" y="175392"/>
                </a:cubicBezTo>
                <a:lnTo>
                  <a:pt x="1507408" y="159218"/>
                </a:lnTo>
                <a:lnTo>
                  <a:pt x="1519547" y="147079"/>
                </a:lnTo>
                <a:cubicBezTo>
                  <a:pt x="1516840" y="141682"/>
                  <a:pt x="1512805" y="137630"/>
                  <a:pt x="1507408" y="134940"/>
                </a:cubicBezTo>
                <a:cubicBezTo>
                  <a:pt x="1496667" y="129543"/>
                  <a:pt x="1491287" y="125508"/>
                  <a:pt x="1491287" y="122801"/>
                </a:cubicBezTo>
                <a:cubicBezTo>
                  <a:pt x="1488633" y="114714"/>
                  <a:pt x="1483289" y="109317"/>
                  <a:pt x="1475238" y="106627"/>
                </a:cubicBezTo>
                <a:cubicBezTo>
                  <a:pt x="1469840" y="103920"/>
                  <a:pt x="1467823" y="102575"/>
                  <a:pt x="1469168" y="102575"/>
                </a:cubicBezTo>
                <a:cubicBezTo>
                  <a:pt x="1470513" y="102575"/>
                  <a:pt x="1467168" y="99885"/>
                  <a:pt x="1459117" y="94488"/>
                </a:cubicBezTo>
                <a:cubicBezTo>
                  <a:pt x="1434927" y="89091"/>
                  <a:pt x="1422841" y="83694"/>
                  <a:pt x="1422841" y="78314"/>
                </a:cubicBezTo>
                <a:cubicBezTo>
                  <a:pt x="1422841" y="75607"/>
                  <a:pt x="1422169" y="72245"/>
                  <a:pt x="1420824" y="68193"/>
                </a:cubicBezTo>
                <a:cubicBezTo>
                  <a:pt x="1419461" y="64140"/>
                  <a:pt x="1418789" y="59433"/>
                  <a:pt x="1418789" y="54036"/>
                </a:cubicBezTo>
                <a:cubicBezTo>
                  <a:pt x="1416135" y="48639"/>
                  <a:pt x="1414808" y="43242"/>
                  <a:pt x="1414808" y="37862"/>
                </a:cubicBezTo>
                <a:lnTo>
                  <a:pt x="1398687" y="17637"/>
                </a:lnTo>
                <a:lnTo>
                  <a:pt x="1382584" y="25723"/>
                </a:lnTo>
                <a:cubicBezTo>
                  <a:pt x="1382584" y="33810"/>
                  <a:pt x="1381221" y="41897"/>
                  <a:pt x="1378532" y="49984"/>
                </a:cubicBezTo>
                <a:cubicBezTo>
                  <a:pt x="1373188" y="63468"/>
                  <a:pt x="1369153" y="70210"/>
                  <a:pt x="1366463" y="70210"/>
                </a:cubicBezTo>
                <a:cubicBezTo>
                  <a:pt x="1361102" y="72917"/>
                  <a:pt x="1355740" y="75607"/>
                  <a:pt x="1350378" y="78314"/>
                </a:cubicBezTo>
                <a:cubicBezTo>
                  <a:pt x="1344999" y="81004"/>
                  <a:pt x="1332913" y="83694"/>
                  <a:pt x="1314120" y="86401"/>
                </a:cubicBezTo>
                <a:cubicBezTo>
                  <a:pt x="1295328" y="89091"/>
                  <a:pt x="1283932" y="92471"/>
                  <a:pt x="1279897" y="96505"/>
                </a:cubicBezTo>
                <a:cubicBezTo>
                  <a:pt x="1275880" y="100558"/>
                  <a:pt x="1272518" y="99885"/>
                  <a:pt x="1269811" y="94488"/>
                </a:cubicBezTo>
                <a:cubicBezTo>
                  <a:pt x="1267121" y="94488"/>
                  <a:pt x="1264431" y="93816"/>
                  <a:pt x="1261759" y="92471"/>
                </a:cubicBezTo>
                <a:cubicBezTo>
                  <a:pt x="1259087" y="91108"/>
                  <a:pt x="1255053" y="90436"/>
                  <a:pt x="1249656" y="90436"/>
                </a:cubicBezTo>
                <a:lnTo>
                  <a:pt x="1237587" y="90436"/>
                </a:lnTo>
                <a:lnTo>
                  <a:pt x="1241622" y="74262"/>
                </a:lnTo>
                <a:lnTo>
                  <a:pt x="1229553" y="54036"/>
                </a:lnTo>
                <a:lnTo>
                  <a:pt x="1181209" y="74262"/>
                </a:lnTo>
                <a:lnTo>
                  <a:pt x="1189296" y="90436"/>
                </a:lnTo>
                <a:cubicBezTo>
                  <a:pt x="1194693" y="101230"/>
                  <a:pt x="1190641" y="109317"/>
                  <a:pt x="1177157" y="114714"/>
                </a:cubicBezTo>
                <a:cubicBezTo>
                  <a:pt x="1160983" y="120111"/>
                  <a:pt x="1152207" y="123473"/>
                  <a:pt x="1150862" y="124818"/>
                </a:cubicBezTo>
                <a:cubicBezTo>
                  <a:pt x="1149517" y="126181"/>
                  <a:pt x="1143447" y="125508"/>
                  <a:pt x="1132653" y="122801"/>
                </a:cubicBezTo>
                <a:cubicBezTo>
                  <a:pt x="1111082" y="120111"/>
                  <a:pt x="1098943" y="118766"/>
                  <a:pt x="1096253" y="118766"/>
                </a:cubicBezTo>
                <a:cubicBezTo>
                  <a:pt x="1090856" y="118766"/>
                  <a:pt x="1082769" y="120111"/>
                  <a:pt x="1071975" y="122801"/>
                </a:cubicBezTo>
                <a:cubicBezTo>
                  <a:pt x="1061199" y="125508"/>
                  <a:pt x="1047715" y="129543"/>
                  <a:pt x="1031523" y="134940"/>
                </a:cubicBezTo>
                <a:cubicBezTo>
                  <a:pt x="1018039" y="140337"/>
                  <a:pt x="1003211" y="143699"/>
                  <a:pt x="987037" y="145044"/>
                </a:cubicBezTo>
                <a:cubicBezTo>
                  <a:pt x="970845" y="146407"/>
                  <a:pt x="961414" y="148424"/>
                  <a:pt x="958724" y="151114"/>
                </a:cubicBezTo>
                <a:cubicBezTo>
                  <a:pt x="953327" y="151114"/>
                  <a:pt x="940515" y="153821"/>
                  <a:pt x="920289" y="159218"/>
                </a:cubicBezTo>
                <a:cubicBezTo>
                  <a:pt x="900064" y="164598"/>
                  <a:pt x="887252" y="165960"/>
                  <a:pt x="881855" y="163253"/>
                </a:cubicBezTo>
                <a:cubicBezTo>
                  <a:pt x="873768" y="157856"/>
                  <a:pt x="862974" y="151786"/>
                  <a:pt x="849490" y="145044"/>
                </a:cubicBezTo>
                <a:cubicBezTo>
                  <a:pt x="836006" y="138302"/>
                  <a:pt x="822522" y="132250"/>
                  <a:pt x="809038" y="126853"/>
                </a:cubicBezTo>
                <a:cubicBezTo>
                  <a:pt x="806348" y="126853"/>
                  <a:pt x="800951" y="122801"/>
                  <a:pt x="792864" y="114714"/>
                </a:cubicBezTo>
                <a:cubicBezTo>
                  <a:pt x="790175" y="112024"/>
                  <a:pt x="788812" y="109317"/>
                  <a:pt x="788812" y="106627"/>
                </a:cubicBezTo>
                <a:lnTo>
                  <a:pt x="800951" y="102575"/>
                </a:lnTo>
                <a:cubicBezTo>
                  <a:pt x="809038" y="107972"/>
                  <a:pt x="818487" y="113369"/>
                  <a:pt x="829264" y="118766"/>
                </a:cubicBezTo>
                <a:cubicBezTo>
                  <a:pt x="850852" y="129543"/>
                  <a:pt x="865681" y="134940"/>
                  <a:pt x="873768" y="134940"/>
                </a:cubicBezTo>
                <a:cubicBezTo>
                  <a:pt x="884562" y="137630"/>
                  <a:pt x="890632" y="141009"/>
                  <a:pt x="891977" y="145044"/>
                </a:cubicBezTo>
                <a:cubicBezTo>
                  <a:pt x="893322" y="149096"/>
                  <a:pt x="900736" y="148424"/>
                  <a:pt x="914220" y="143027"/>
                </a:cubicBezTo>
                <a:cubicBezTo>
                  <a:pt x="919617" y="140337"/>
                  <a:pt x="926359" y="137630"/>
                  <a:pt x="934446" y="134940"/>
                </a:cubicBezTo>
                <a:cubicBezTo>
                  <a:pt x="942533" y="132250"/>
                  <a:pt x="950620" y="129543"/>
                  <a:pt x="958724" y="126853"/>
                </a:cubicBezTo>
                <a:lnTo>
                  <a:pt x="982985" y="118766"/>
                </a:lnTo>
                <a:lnTo>
                  <a:pt x="978950" y="94488"/>
                </a:lnTo>
                <a:lnTo>
                  <a:pt x="987037" y="90436"/>
                </a:lnTo>
                <a:lnTo>
                  <a:pt x="991071" y="122801"/>
                </a:lnTo>
                <a:lnTo>
                  <a:pt x="1027489" y="110662"/>
                </a:lnTo>
                <a:cubicBezTo>
                  <a:pt x="1022092" y="102575"/>
                  <a:pt x="1018039" y="93143"/>
                  <a:pt x="1015350" y="82349"/>
                </a:cubicBezTo>
                <a:cubicBezTo>
                  <a:pt x="1009953" y="76952"/>
                  <a:pt x="1006590" y="70882"/>
                  <a:pt x="1005246" y="64140"/>
                </a:cubicBezTo>
                <a:cubicBezTo>
                  <a:pt x="1003883" y="57398"/>
                  <a:pt x="1001866" y="52691"/>
                  <a:pt x="999176" y="49984"/>
                </a:cubicBezTo>
                <a:cubicBezTo>
                  <a:pt x="985692" y="41897"/>
                  <a:pt x="977587" y="36500"/>
                  <a:pt x="974898" y="33810"/>
                </a:cubicBezTo>
                <a:cubicBezTo>
                  <a:pt x="969501" y="31121"/>
                  <a:pt x="966811" y="27068"/>
                  <a:pt x="966811" y="21671"/>
                </a:cubicBezTo>
                <a:lnTo>
                  <a:pt x="958724" y="29758"/>
                </a:lnTo>
                <a:cubicBezTo>
                  <a:pt x="950620" y="37862"/>
                  <a:pt x="946585" y="45949"/>
                  <a:pt x="946585" y="54036"/>
                </a:cubicBezTo>
                <a:cubicBezTo>
                  <a:pt x="943878" y="64830"/>
                  <a:pt x="944568" y="73590"/>
                  <a:pt x="948602" y="80332"/>
                </a:cubicBezTo>
                <a:cubicBezTo>
                  <a:pt x="952654" y="87074"/>
                  <a:pt x="951982" y="90436"/>
                  <a:pt x="946585" y="90436"/>
                </a:cubicBezTo>
                <a:cubicBezTo>
                  <a:pt x="941188" y="90436"/>
                  <a:pt x="937136" y="92471"/>
                  <a:pt x="934446" y="96505"/>
                </a:cubicBezTo>
                <a:cubicBezTo>
                  <a:pt x="931756" y="100558"/>
                  <a:pt x="927704" y="94488"/>
                  <a:pt x="922307" y="78314"/>
                </a:cubicBezTo>
                <a:cubicBezTo>
                  <a:pt x="919617" y="72917"/>
                  <a:pt x="917600" y="66175"/>
                  <a:pt x="916237" y="58088"/>
                </a:cubicBezTo>
                <a:cubicBezTo>
                  <a:pt x="914892" y="49984"/>
                  <a:pt x="912875" y="43242"/>
                  <a:pt x="910168" y="37862"/>
                </a:cubicBezTo>
                <a:cubicBezTo>
                  <a:pt x="907478" y="29758"/>
                  <a:pt x="904788" y="24379"/>
                  <a:pt x="902081" y="21671"/>
                </a:cubicBezTo>
                <a:lnTo>
                  <a:pt x="902081" y="33810"/>
                </a:lnTo>
                <a:cubicBezTo>
                  <a:pt x="902081" y="39207"/>
                  <a:pt x="900736" y="42569"/>
                  <a:pt x="898046" y="43914"/>
                </a:cubicBezTo>
                <a:cubicBezTo>
                  <a:pt x="895339" y="45277"/>
                  <a:pt x="892649" y="48639"/>
                  <a:pt x="889942" y="54036"/>
                </a:cubicBezTo>
                <a:cubicBezTo>
                  <a:pt x="879165" y="64830"/>
                  <a:pt x="872423" y="72917"/>
                  <a:pt x="869716" y="78314"/>
                </a:cubicBezTo>
                <a:cubicBezTo>
                  <a:pt x="867026" y="83694"/>
                  <a:pt x="864336" y="87746"/>
                  <a:pt x="861629" y="90436"/>
                </a:cubicBezTo>
                <a:lnTo>
                  <a:pt x="845455" y="66175"/>
                </a:lnTo>
                <a:cubicBezTo>
                  <a:pt x="837368" y="55381"/>
                  <a:pt x="833316" y="41897"/>
                  <a:pt x="833316" y="25723"/>
                </a:cubicBezTo>
                <a:lnTo>
                  <a:pt x="829264" y="25723"/>
                </a:lnTo>
                <a:lnTo>
                  <a:pt x="792864" y="25723"/>
                </a:lnTo>
                <a:cubicBezTo>
                  <a:pt x="773983" y="31121"/>
                  <a:pt x="763879" y="33810"/>
                  <a:pt x="762534" y="33810"/>
                </a:cubicBezTo>
                <a:cubicBezTo>
                  <a:pt x="761172" y="33810"/>
                  <a:pt x="757809" y="35155"/>
                  <a:pt x="752412" y="37862"/>
                </a:cubicBezTo>
                <a:cubicBezTo>
                  <a:pt x="752412" y="40552"/>
                  <a:pt x="748360" y="45949"/>
                  <a:pt x="740273" y="54036"/>
                </a:cubicBezTo>
                <a:cubicBezTo>
                  <a:pt x="734876" y="56726"/>
                  <a:pt x="730842" y="59433"/>
                  <a:pt x="728134" y="62123"/>
                </a:cubicBezTo>
                <a:lnTo>
                  <a:pt x="716013" y="66175"/>
                </a:lnTo>
                <a:lnTo>
                  <a:pt x="716013" y="90436"/>
                </a:lnTo>
                <a:cubicBezTo>
                  <a:pt x="716013" y="101230"/>
                  <a:pt x="710616" y="112024"/>
                  <a:pt x="699821" y="122801"/>
                </a:cubicBezTo>
                <a:cubicBezTo>
                  <a:pt x="691735" y="130888"/>
                  <a:pt x="686337" y="138302"/>
                  <a:pt x="683648" y="145044"/>
                </a:cubicBezTo>
                <a:cubicBezTo>
                  <a:pt x="680940" y="151786"/>
                  <a:pt x="674198" y="156511"/>
                  <a:pt x="663422" y="159218"/>
                </a:cubicBezTo>
                <a:cubicBezTo>
                  <a:pt x="649938" y="164598"/>
                  <a:pt x="641851" y="165270"/>
                  <a:pt x="639144" y="161235"/>
                </a:cubicBezTo>
                <a:cubicBezTo>
                  <a:pt x="636454" y="157183"/>
                  <a:pt x="632402" y="152476"/>
                  <a:pt x="627004" y="147079"/>
                </a:cubicBezTo>
                <a:lnTo>
                  <a:pt x="590605" y="122801"/>
                </a:lnTo>
                <a:lnTo>
                  <a:pt x="598692" y="114714"/>
                </a:lnTo>
                <a:cubicBezTo>
                  <a:pt x="606778" y="106627"/>
                  <a:pt x="612176" y="99885"/>
                  <a:pt x="614883" y="94488"/>
                </a:cubicBezTo>
                <a:cubicBezTo>
                  <a:pt x="620262" y="94488"/>
                  <a:pt x="631057" y="89091"/>
                  <a:pt x="647230" y="78314"/>
                </a:cubicBezTo>
                <a:lnTo>
                  <a:pt x="671509" y="62123"/>
                </a:lnTo>
                <a:cubicBezTo>
                  <a:pt x="660714" y="64830"/>
                  <a:pt x="649938" y="66175"/>
                  <a:pt x="639144" y="66175"/>
                </a:cubicBezTo>
                <a:lnTo>
                  <a:pt x="602744" y="66175"/>
                </a:lnTo>
                <a:cubicBezTo>
                  <a:pt x="600036" y="68865"/>
                  <a:pt x="596002" y="70210"/>
                  <a:pt x="590605" y="70210"/>
                </a:cubicBezTo>
                <a:lnTo>
                  <a:pt x="582518" y="70210"/>
                </a:lnTo>
                <a:cubicBezTo>
                  <a:pt x="582518" y="72917"/>
                  <a:pt x="581173" y="76952"/>
                  <a:pt x="578466" y="82349"/>
                </a:cubicBezTo>
                <a:cubicBezTo>
                  <a:pt x="573069" y="90436"/>
                  <a:pt x="566327" y="97178"/>
                  <a:pt x="558240" y="102575"/>
                </a:cubicBezTo>
                <a:cubicBezTo>
                  <a:pt x="550153" y="107972"/>
                  <a:pt x="544756" y="114714"/>
                  <a:pt x="542066" y="122801"/>
                </a:cubicBezTo>
                <a:cubicBezTo>
                  <a:pt x="542066" y="128198"/>
                  <a:pt x="539359" y="127526"/>
                  <a:pt x="533979" y="120784"/>
                </a:cubicBezTo>
                <a:cubicBezTo>
                  <a:pt x="528582" y="114042"/>
                  <a:pt x="523185" y="116059"/>
                  <a:pt x="517788" y="126853"/>
                </a:cubicBezTo>
                <a:cubicBezTo>
                  <a:pt x="507011" y="151114"/>
                  <a:pt x="500269" y="163253"/>
                  <a:pt x="497562" y="163253"/>
                </a:cubicBezTo>
                <a:cubicBezTo>
                  <a:pt x="492165" y="165960"/>
                  <a:pt x="488130" y="165270"/>
                  <a:pt x="485423" y="161235"/>
                </a:cubicBezTo>
                <a:cubicBezTo>
                  <a:pt x="482733" y="157183"/>
                  <a:pt x="481388" y="152476"/>
                  <a:pt x="481388" y="147079"/>
                </a:cubicBezTo>
                <a:lnTo>
                  <a:pt x="481388" y="126853"/>
                </a:lnTo>
                <a:lnTo>
                  <a:pt x="440936" y="122801"/>
                </a:lnTo>
                <a:cubicBezTo>
                  <a:pt x="440936" y="117404"/>
                  <a:pt x="442281" y="109317"/>
                  <a:pt x="444971" y="98540"/>
                </a:cubicBezTo>
                <a:cubicBezTo>
                  <a:pt x="450368" y="76952"/>
                  <a:pt x="458455" y="60778"/>
                  <a:pt x="469249" y="49984"/>
                </a:cubicBezTo>
                <a:cubicBezTo>
                  <a:pt x="463852" y="44604"/>
                  <a:pt x="458455" y="40552"/>
                  <a:pt x="453076" y="37862"/>
                </a:cubicBezTo>
                <a:cubicBezTo>
                  <a:pt x="439592" y="32465"/>
                  <a:pt x="428797" y="31121"/>
                  <a:pt x="420710" y="33810"/>
                </a:cubicBezTo>
                <a:cubicBezTo>
                  <a:pt x="407227" y="39207"/>
                  <a:pt x="396432" y="42569"/>
                  <a:pt x="388345" y="43914"/>
                </a:cubicBezTo>
                <a:cubicBezTo>
                  <a:pt x="380259" y="45277"/>
                  <a:pt x="374862" y="47294"/>
                  <a:pt x="372172" y="49984"/>
                </a:cubicBezTo>
                <a:cubicBezTo>
                  <a:pt x="366775" y="52691"/>
                  <a:pt x="357325" y="59433"/>
                  <a:pt x="343841" y="70210"/>
                </a:cubicBezTo>
                <a:cubicBezTo>
                  <a:pt x="330357" y="81004"/>
                  <a:pt x="315528" y="91798"/>
                  <a:pt x="299355" y="102575"/>
                </a:cubicBezTo>
                <a:cubicBezTo>
                  <a:pt x="285871" y="113369"/>
                  <a:pt x="272387" y="118766"/>
                  <a:pt x="258903" y="118766"/>
                </a:cubicBezTo>
                <a:cubicBezTo>
                  <a:pt x="245419" y="118766"/>
                  <a:pt x="231935" y="125508"/>
                  <a:pt x="218451" y="138992"/>
                </a:cubicBezTo>
                <a:cubicBezTo>
                  <a:pt x="196880" y="160563"/>
                  <a:pt x="186086" y="169995"/>
                  <a:pt x="186086" y="167305"/>
                </a:cubicBezTo>
                <a:cubicBezTo>
                  <a:pt x="183396" y="161908"/>
                  <a:pt x="178672" y="157856"/>
                  <a:pt x="171930" y="155166"/>
                </a:cubicBezTo>
                <a:cubicBezTo>
                  <a:pt x="165188" y="152476"/>
                  <a:pt x="160463" y="149769"/>
                  <a:pt x="157773" y="147079"/>
                </a:cubicBezTo>
                <a:cubicBezTo>
                  <a:pt x="157773" y="141682"/>
                  <a:pt x="156428" y="136957"/>
                  <a:pt x="153721" y="132923"/>
                </a:cubicBezTo>
                <a:cubicBezTo>
                  <a:pt x="151031" y="128870"/>
                  <a:pt x="151031" y="124146"/>
                  <a:pt x="153721" y="118766"/>
                </a:cubicBezTo>
                <a:cubicBezTo>
                  <a:pt x="153721" y="113369"/>
                  <a:pt x="152376" y="109317"/>
                  <a:pt x="149686" y="106627"/>
                </a:cubicBezTo>
                <a:cubicBezTo>
                  <a:pt x="146979" y="103920"/>
                  <a:pt x="144289" y="99885"/>
                  <a:pt x="141582" y="94488"/>
                </a:cubicBezTo>
                <a:cubicBezTo>
                  <a:pt x="138892" y="89091"/>
                  <a:pt x="136202" y="85056"/>
                  <a:pt x="133495" y="82349"/>
                </a:cubicBezTo>
                <a:cubicBezTo>
                  <a:pt x="136202" y="82349"/>
                  <a:pt x="140237" y="81004"/>
                  <a:pt x="145634" y="78314"/>
                </a:cubicBezTo>
                <a:cubicBezTo>
                  <a:pt x="151031" y="78314"/>
                  <a:pt x="156428" y="75607"/>
                  <a:pt x="161808" y="70210"/>
                </a:cubicBezTo>
                <a:cubicBezTo>
                  <a:pt x="164515" y="67520"/>
                  <a:pt x="169240" y="66175"/>
                  <a:pt x="175982" y="66175"/>
                </a:cubicBezTo>
                <a:cubicBezTo>
                  <a:pt x="182724" y="66175"/>
                  <a:pt x="188776" y="64830"/>
                  <a:pt x="194173" y="62123"/>
                </a:cubicBezTo>
                <a:cubicBezTo>
                  <a:pt x="202260" y="62123"/>
                  <a:pt x="210364" y="60778"/>
                  <a:pt x="218451" y="58088"/>
                </a:cubicBezTo>
                <a:cubicBezTo>
                  <a:pt x="221141" y="52691"/>
                  <a:pt x="225193" y="48639"/>
                  <a:pt x="230590" y="45949"/>
                </a:cubicBezTo>
                <a:cubicBezTo>
                  <a:pt x="238677" y="40552"/>
                  <a:pt x="246764" y="40552"/>
                  <a:pt x="254851" y="45949"/>
                </a:cubicBezTo>
                <a:lnTo>
                  <a:pt x="295303" y="21671"/>
                </a:lnTo>
                <a:cubicBezTo>
                  <a:pt x="303389" y="16274"/>
                  <a:pt x="308787" y="10895"/>
                  <a:pt x="311494" y="5497"/>
                </a:cubicBezTo>
                <a:close/>
                <a:moveTo>
                  <a:pt x="155385" y="0"/>
                </a:moveTo>
                <a:lnTo>
                  <a:pt x="257175" y="0"/>
                </a:lnTo>
                <a:lnTo>
                  <a:pt x="246764" y="15602"/>
                </a:lnTo>
                <a:cubicBezTo>
                  <a:pt x="244074" y="22344"/>
                  <a:pt x="235970" y="25723"/>
                  <a:pt x="222486" y="25723"/>
                </a:cubicBezTo>
                <a:cubicBezTo>
                  <a:pt x="217106" y="25723"/>
                  <a:pt x="211709" y="25051"/>
                  <a:pt x="206312" y="23688"/>
                </a:cubicBezTo>
                <a:cubicBezTo>
                  <a:pt x="200915" y="22344"/>
                  <a:pt x="195518" y="21671"/>
                  <a:pt x="190138" y="21671"/>
                </a:cubicBezTo>
                <a:lnTo>
                  <a:pt x="177999" y="21671"/>
                </a:lnTo>
                <a:lnTo>
                  <a:pt x="157773" y="9532"/>
                </a:lnTo>
                <a:close/>
                <a:moveTo>
                  <a:pt x="9195" y="0"/>
                </a:moveTo>
                <a:lnTo>
                  <a:pt x="66539" y="0"/>
                </a:lnTo>
                <a:lnTo>
                  <a:pt x="64730" y="1445"/>
                </a:lnTo>
                <a:cubicBezTo>
                  <a:pt x="56644" y="9532"/>
                  <a:pt x="51246" y="17637"/>
                  <a:pt x="48557" y="25723"/>
                </a:cubicBezTo>
                <a:cubicBezTo>
                  <a:pt x="45849" y="33810"/>
                  <a:pt x="41815" y="39207"/>
                  <a:pt x="36418" y="41897"/>
                </a:cubicBezTo>
                <a:cubicBezTo>
                  <a:pt x="31021" y="44604"/>
                  <a:pt x="22934" y="45949"/>
                  <a:pt x="12139" y="45949"/>
                </a:cubicBezTo>
                <a:lnTo>
                  <a:pt x="0" y="45949"/>
                </a:lnTo>
                <a:cubicBezTo>
                  <a:pt x="0" y="40552"/>
                  <a:pt x="1363" y="33810"/>
                  <a:pt x="4053" y="25723"/>
                </a:cubicBezTo>
                <a:close/>
              </a:path>
            </a:pathLst>
          </a:custGeom>
          <a:solidFill>
            <a:schemeClr val="accent6">
              <a:lumMod val="5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5" name="Freeform 14"/>
          <p:cNvSpPr/>
          <p:nvPr/>
        </p:nvSpPr>
        <p:spPr>
          <a:xfrm>
            <a:off x="3879452" y="4071970"/>
            <a:ext cx="3121791" cy="553188"/>
          </a:xfrm>
          <a:custGeom>
            <a:avLst/>
            <a:gdLst>
              <a:gd name="connsiteX0" fmla="*/ 2290882 w 3121791"/>
              <a:gd name="connsiteY0" fmla="*/ 469697 h 553188"/>
              <a:gd name="connsiteX1" fmla="*/ 2323619 w 3121791"/>
              <a:gd name="connsiteY1" fmla="*/ 502044 h 553188"/>
              <a:gd name="connsiteX2" fmla="*/ 2342022 w 3121791"/>
              <a:gd name="connsiteY2" fmla="*/ 546548 h 553188"/>
              <a:gd name="connsiteX3" fmla="*/ 2341350 w 3121791"/>
              <a:gd name="connsiteY3" fmla="*/ 553188 h 553188"/>
              <a:gd name="connsiteX4" fmla="*/ 2220364 w 3121791"/>
              <a:gd name="connsiteY4" fmla="*/ 553188 h 553188"/>
              <a:gd name="connsiteX5" fmla="*/ 2245883 w 3121791"/>
              <a:gd name="connsiteY5" fmla="*/ 508114 h 553188"/>
              <a:gd name="connsiteX6" fmla="*/ 2290882 w 3121791"/>
              <a:gd name="connsiteY6" fmla="*/ 469697 h 553188"/>
              <a:gd name="connsiteX7" fmla="*/ 1595113 w 3121791"/>
              <a:gd name="connsiteY7" fmla="*/ 190568 h 553188"/>
              <a:gd name="connsiteX8" fmla="*/ 1591061 w 3121791"/>
              <a:gd name="connsiteY8" fmla="*/ 218881 h 553188"/>
              <a:gd name="connsiteX9" fmla="*/ 1587027 w 3121791"/>
              <a:gd name="connsiteY9" fmla="*/ 245176 h 553188"/>
              <a:gd name="connsiteX10" fmla="*/ 1587027 w 3121791"/>
              <a:gd name="connsiteY10" fmla="*/ 271472 h 553188"/>
              <a:gd name="connsiteX11" fmla="*/ 1584992 w 3121791"/>
              <a:gd name="connsiteY11" fmla="*/ 299785 h 553188"/>
              <a:gd name="connsiteX12" fmla="*/ 1566854 w 3121791"/>
              <a:gd name="connsiteY12" fmla="*/ 332150 h 553188"/>
              <a:gd name="connsiteX13" fmla="*/ 1534560 w 3121791"/>
              <a:gd name="connsiteY13" fmla="*/ 340237 h 553188"/>
              <a:gd name="connsiteX14" fmla="*/ 1518386 w 3121791"/>
              <a:gd name="connsiteY14" fmla="*/ 320011 h 553188"/>
              <a:gd name="connsiteX15" fmla="*/ 1550680 w 3121791"/>
              <a:gd name="connsiteY15" fmla="*/ 388793 h 553188"/>
              <a:gd name="connsiteX16" fmla="*/ 1562819 w 3121791"/>
              <a:gd name="connsiteY16" fmla="*/ 384741 h 553188"/>
              <a:gd name="connsiteX17" fmla="*/ 1562819 w 3121791"/>
              <a:gd name="connsiteY17" fmla="*/ 409019 h 553188"/>
              <a:gd name="connsiteX18" fmla="*/ 1578922 w 3121791"/>
              <a:gd name="connsiteY18" fmla="*/ 413054 h 553188"/>
              <a:gd name="connsiteX19" fmla="*/ 1603200 w 3121791"/>
              <a:gd name="connsiteY19" fmla="*/ 421140 h 553188"/>
              <a:gd name="connsiteX20" fmla="*/ 1609199 w 3121791"/>
              <a:gd name="connsiteY20" fmla="*/ 425193 h 553188"/>
              <a:gd name="connsiteX21" fmla="*/ 1615269 w 3121791"/>
              <a:gd name="connsiteY21" fmla="*/ 429245 h 553188"/>
              <a:gd name="connsiteX22" fmla="*/ 1623355 w 3121791"/>
              <a:gd name="connsiteY22" fmla="*/ 437332 h 553188"/>
              <a:gd name="connsiteX23" fmla="*/ 1627408 w 3121791"/>
              <a:gd name="connsiteY23" fmla="*/ 378671 h 553188"/>
              <a:gd name="connsiteX24" fmla="*/ 1627408 w 3121791"/>
              <a:gd name="connsiteY24" fmla="*/ 324063 h 553188"/>
              <a:gd name="connsiteX25" fmla="*/ 1623355 w 3121791"/>
              <a:gd name="connsiteY25" fmla="*/ 267437 h 553188"/>
              <a:gd name="connsiteX26" fmla="*/ 1599148 w 3121791"/>
              <a:gd name="connsiteY26" fmla="*/ 235072 h 553188"/>
              <a:gd name="connsiteX27" fmla="*/ 1595113 w 3121791"/>
              <a:gd name="connsiteY27" fmla="*/ 190568 h 553188"/>
              <a:gd name="connsiteX28" fmla="*/ 1457832 w 3121791"/>
              <a:gd name="connsiteY28" fmla="*/ 12587 h 553188"/>
              <a:gd name="connsiteX29" fmla="*/ 1465919 w 3121791"/>
              <a:gd name="connsiteY29" fmla="*/ 40900 h 553188"/>
              <a:gd name="connsiteX30" fmla="*/ 1425467 w 3121791"/>
              <a:gd name="connsiteY30" fmla="*/ 36848 h 553188"/>
              <a:gd name="connsiteX31" fmla="*/ 1417380 w 3121791"/>
              <a:gd name="connsiteY31" fmla="*/ 40900 h 553188"/>
              <a:gd name="connsiteX32" fmla="*/ 1405241 w 3121791"/>
              <a:gd name="connsiteY32" fmla="*/ 53039 h 553188"/>
              <a:gd name="connsiteX33" fmla="*/ 1401189 w 3121791"/>
              <a:gd name="connsiteY33" fmla="*/ 71230 h 553188"/>
              <a:gd name="connsiteX34" fmla="*/ 1393102 w 3121791"/>
              <a:gd name="connsiteY34" fmla="*/ 97525 h 553188"/>
              <a:gd name="connsiteX35" fmla="*/ 1389050 w 3121791"/>
              <a:gd name="connsiteY35" fmla="*/ 117751 h 553188"/>
              <a:gd name="connsiteX36" fmla="*/ 1397154 w 3121791"/>
              <a:gd name="connsiteY36" fmla="*/ 125856 h 553188"/>
              <a:gd name="connsiteX37" fmla="*/ 1423450 w 3121791"/>
              <a:gd name="connsiteY37" fmla="*/ 137977 h 553188"/>
              <a:gd name="connsiteX38" fmla="*/ 1461866 w 3121791"/>
              <a:gd name="connsiteY38" fmla="*/ 129890 h 553188"/>
              <a:gd name="connsiteX39" fmla="*/ 1484127 w 3121791"/>
              <a:gd name="connsiteY39" fmla="*/ 121804 h 553188"/>
              <a:gd name="connsiteX40" fmla="*/ 1502318 w 3121791"/>
              <a:gd name="connsiteY40" fmla="*/ 109664 h 553188"/>
              <a:gd name="connsiteX41" fmla="*/ 1512440 w 3121791"/>
              <a:gd name="connsiteY41" fmla="*/ 99560 h 553188"/>
              <a:gd name="connsiteX42" fmla="*/ 1522544 w 3121791"/>
              <a:gd name="connsiteY42" fmla="*/ 85404 h 553188"/>
              <a:gd name="connsiteX43" fmla="*/ 1530631 w 3121791"/>
              <a:gd name="connsiteY43" fmla="*/ 65178 h 553188"/>
              <a:gd name="connsiteX44" fmla="*/ 1506371 w 3121791"/>
              <a:gd name="connsiteY44" fmla="*/ 20674 h 553188"/>
              <a:gd name="connsiteX45" fmla="*/ 1457832 w 3121791"/>
              <a:gd name="connsiteY45" fmla="*/ 12587 h 553188"/>
              <a:gd name="connsiteX46" fmla="*/ 3076422 w 3121791"/>
              <a:gd name="connsiteY46" fmla="*/ 295 h 553188"/>
              <a:gd name="connsiteX47" fmla="*/ 3119558 w 3121791"/>
              <a:gd name="connsiteY47" fmla="*/ 295 h 553188"/>
              <a:gd name="connsiteX48" fmla="*/ 3121791 w 3121791"/>
              <a:gd name="connsiteY48" fmla="*/ 12587 h 553188"/>
              <a:gd name="connsiteX49" fmla="*/ 3077287 w 3121791"/>
              <a:gd name="connsiteY49" fmla="*/ 448 h 553188"/>
              <a:gd name="connsiteX50" fmla="*/ 2918922 w 3121791"/>
              <a:gd name="connsiteY50" fmla="*/ 295 h 553188"/>
              <a:gd name="connsiteX51" fmla="*/ 3018872 w 3121791"/>
              <a:gd name="connsiteY51" fmla="*/ 295 h 553188"/>
              <a:gd name="connsiteX52" fmla="*/ 3018644 w 3121791"/>
              <a:gd name="connsiteY52" fmla="*/ 448 h 553188"/>
              <a:gd name="connsiteX53" fmla="*/ 3012575 w 3121791"/>
              <a:gd name="connsiteY53" fmla="*/ 28761 h 553188"/>
              <a:gd name="connsiteX54" fmla="*/ 3006505 w 3121791"/>
              <a:gd name="connsiteY54" fmla="*/ 57073 h 553188"/>
              <a:gd name="connsiteX55" fmla="*/ 3004470 w 3121791"/>
              <a:gd name="connsiteY55" fmla="*/ 73265 h 553188"/>
              <a:gd name="connsiteX56" fmla="*/ 3004470 w 3121791"/>
              <a:gd name="connsiteY56" fmla="*/ 85404 h 553188"/>
              <a:gd name="connsiteX57" fmla="*/ 2968071 w 3121791"/>
              <a:gd name="connsiteY57" fmla="*/ 44952 h 553188"/>
              <a:gd name="connsiteX58" fmla="*/ 2937741 w 3121791"/>
              <a:gd name="connsiteY58" fmla="*/ 14604 h 553188"/>
              <a:gd name="connsiteX59" fmla="*/ 2919532 w 3121791"/>
              <a:gd name="connsiteY59" fmla="*/ 448 h 553188"/>
              <a:gd name="connsiteX60" fmla="*/ 312827 w 3121791"/>
              <a:gd name="connsiteY60" fmla="*/ 295 h 553188"/>
              <a:gd name="connsiteX61" fmla="*/ 2899650 w 3121791"/>
              <a:gd name="connsiteY61" fmla="*/ 295 h 553188"/>
              <a:gd name="connsiteX62" fmla="*/ 2903341 w 3121791"/>
              <a:gd name="connsiteY62" fmla="*/ 85404 h 553188"/>
              <a:gd name="connsiteX63" fmla="*/ 2879080 w 3121791"/>
              <a:gd name="connsiteY63" fmla="*/ 61126 h 553188"/>
              <a:gd name="connsiteX64" fmla="*/ 2826489 w 3121791"/>
              <a:gd name="connsiteY64" fmla="*/ 53039 h 553188"/>
              <a:gd name="connsiteX65" fmla="*/ 2790090 w 3121791"/>
              <a:gd name="connsiteY65" fmla="*/ 69213 h 553188"/>
              <a:gd name="connsiteX66" fmla="*/ 2781985 w 3121791"/>
              <a:gd name="connsiteY66" fmla="*/ 69213 h 553188"/>
              <a:gd name="connsiteX67" fmla="*/ 2777950 w 3121791"/>
              <a:gd name="connsiteY67" fmla="*/ 48987 h 553188"/>
              <a:gd name="connsiteX68" fmla="*/ 2737499 w 3121791"/>
              <a:gd name="connsiteY68" fmla="*/ 40900 h 553188"/>
              <a:gd name="connsiteX69" fmla="*/ 2709186 w 3121791"/>
              <a:gd name="connsiteY69" fmla="*/ 53039 h 553188"/>
              <a:gd name="connsiteX70" fmla="*/ 2688960 w 3121791"/>
              <a:gd name="connsiteY70" fmla="*/ 61126 h 553188"/>
              <a:gd name="connsiteX71" fmla="*/ 2672768 w 3121791"/>
              <a:gd name="connsiteY71" fmla="*/ 65178 h 553188"/>
              <a:gd name="connsiteX72" fmla="*/ 2660629 w 3121791"/>
              <a:gd name="connsiteY72" fmla="*/ 89439 h 553188"/>
              <a:gd name="connsiteX73" fmla="*/ 2636369 w 3121791"/>
              <a:gd name="connsiteY73" fmla="*/ 93491 h 553188"/>
              <a:gd name="connsiteX74" fmla="*/ 2648508 w 3121791"/>
              <a:gd name="connsiteY74" fmla="*/ 121804 h 553188"/>
              <a:gd name="connsiteX75" fmla="*/ 2664682 w 3121791"/>
              <a:gd name="connsiteY75" fmla="*/ 154169 h 553188"/>
              <a:gd name="connsiteX76" fmla="*/ 2666699 w 3121791"/>
              <a:gd name="connsiteY76" fmla="*/ 158203 h 553188"/>
              <a:gd name="connsiteX77" fmla="*/ 2668734 w 3121791"/>
              <a:gd name="connsiteY77" fmla="*/ 162255 h 553188"/>
              <a:gd name="connsiteX78" fmla="*/ 2668734 w 3121791"/>
              <a:gd name="connsiteY78" fmla="*/ 170342 h 553188"/>
              <a:gd name="connsiteX79" fmla="*/ 2692994 w 3121791"/>
              <a:gd name="connsiteY79" fmla="*/ 170342 h 553188"/>
              <a:gd name="connsiteX80" fmla="*/ 2709186 w 3121791"/>
              <a:gd name="connsiteY80" fmla="*/ 210794 h 553188"/>
              <a:gd name="connsiteX81" fmla="*/ 2733446 w 3121791"/>
              <a:gd name="connsiteY81" fmla="*/ 210794 h 553188"/>
              <a:gd name="connsiteX82" fmla="*/ 2757725 w 3121791"/>
              <a:gd name="connsiteY82" fmla="*/ 247211 h 553188"/>
              <a:gd name="connsiteX83" fmla="*/ 2786037 w 3121791"/>
              <a:gd name="connsiteY83" fmla="*/ 247211 h 553188"/>
              <a:gd name="connsiteX84" fmla="*/ 2781985 w 3121791"/>
              <a:gd name="connsiteY84" fmla="*/ 222933 h 553188"/>
              <a:gd name="connsiteX85" fmla="*/ 2822437 w 3121791"/>
              <a:gd name="connsiteY85" fmla="*/ 214846 h 553188"/>
              <a:gd name="connsiteX86" fmla="*/ 2858854 w 3121791"/>
              <a:gd name="connsiteY86" fmla="*/ 226986 h 553188"/>
              <a:gd name="connsiteX87" fmla="*/ 2883115 w 3121791"/>
              <a:gd name="connsiteY87" fmla="*/ 235072 h 553188"/>
              <a:gd name="connsiteX88" fmla="*/ 2903341 w 3121791"/>
              <a:gd name="connsiteY88" fmla="*/ 239107 h 553188"/>
              <a:gd name="connsiteX89" fmla="*/ 2875028 w 3121791"/>
              <a:gd name="connsiteY89" fmla="*/ 255298 h 553188"/>
              <a:gd name="connsiteX90" fmla="*/ 2891219 w 3121791"/>
              <a:gd name="connsiteY90" fmla="*/ 279559 h 553188"/>
              <a:gd name="connsiteX91" fmla="*/ 2895254 w 3121791"/>
              <a:gd name="connsiteY91" fmla="*/ 340237 h 553188"/>
              <a:gd name="connsiteX92" fmla="*/ 2835142 w 3121791"/>
              <a:gd name="connsiteY92" fmla="*/ 328115 h 553188"/>
              <a:gd name="connsiteX93" fmla="*/ 2797097 w 3121791"/>
              <a:gd name="connsiteY93" fmla="*/ 309907 h 553188"/>
              <a:gd name="connsiteX94" fmla="*/ 2779083 w 3121791"/>
              <a:gd name="connsiteY94" fmla="*/ 279559 h 553188"/>
              <a:gd name="connsiteX95" fmla="*/ 2759052 w 3121791"/>
              <a:gd name="connsiteY95" fmla="*/ 279559 h 553188"/>
              <a:gd name="connsiteX96" fmla="*/ 2743055 w 3121791"/>
              <a:gd name="connsiteY96" fmla="*/ 299785 h 553188"/>
              <a:gd name="connsiteX97" fmla="*/ 2714990 w 3121791"/>
              <a:gd name="connsiteY97" fmla="*/ 287663 h 553188"/>
              <a:gd name="connsiteX98" fmla="*/ 2698940 w 3121791"/>
              <a:gd name="connsiteY98" fmla="*/ 251246 h 553188"/>
              <a:gd name="connsiteX99" fmla="*/ 2678962 w 3121791"/>
              <a:gd name="connsiteY99" fmla="*/ 259333 h 553188"/>
              <a:gd name="connsiteX100" fmla="*/ 2626884 w 3121791"/>
              <a:gd name="connsiteY100" fmla="*/ 263385 h 553188"/>
              <a:gd name="connsiteX101" fmla="*/ 2626884 w 3121791"/>
              <a:gd name="connsiteY101" fmla="*/ 243159 h 553188"/>
              <a:gd name="connsiteX102" fmla="*/ 2638899 w 3121791"/>
              <a:gd name="connsiteY102" fmla="*/ 210794 h 553188"/>
              <a:gd name="connsiteX103" fmla="*/ 2634847 w 3121791"/>
              <a:gd name="connsiteY103" fmla="*/ 202707 h 553188"/>
              <a:gd name="connsiteX104" fmla="*/ 2594838 w 3121791"/>
              <a:gd name="connsiteY104" fmla="*/ 186534 h 553188"/>
              <a:gd name="connsiteX105" fmla="*/ 2522728 w 3121791"/>
              <a:gd name="connsiteY105" fmla="*/ 162255 h 553188"/>
              <a:gd name="connsiteX106" fmla="*/ 2498698 w 3121791"/>
              <a:gd name="connsiteY106" fmla="*/ 154169 h 553188"/>
              <a:gd name="connsiteX107" fmla="*/ 2482648 w 3121791"/>
              <a:gd name="connsiteY107" fmla="*/ 150116 h 553188"/>
              <a:gd name="connsiteX108" fmla="*/ 2458370 w 3121791"/>
              <a:gd name="connsiteY108" fmla="*/ 170342 h 553188"/>
              <a:gd name="connsiteX109" fmla="*/ 2458370 w 3121791"/>
              <a:gd name="connsiteY109" fmla="*/ 162255 h 553188"/>
              <a:gd name="connsiteX110" fmla="*/ 2454335 w 3121791"/>
              <a:gd name="connsiteY110" fmla="*/ 150116 h 553188"/>
              <a:gd name="connsiteX111" fmla="*/ 2444214 w 3121791"/>
              <a:gd name="connsiteY111" fmla="*/ 152134 h 553188"/>
              <a:gd name="connsiteX112" fmla="*/ 2430057 w 3121791"/>
              <a:gd name="connsiteY112" fmla="*/ 154169 h 553188"/>
              <a:gd name="connsiteX113" fmla="*/ 2409831 w 3121791"/>
              <a:gd name="connsiteY113" fmla="*/ 154169 h 553188"/>
              <a:gd name="connsiteX114" fmla="*/ 2421970 w 3121791"/>
              <a:gd name="connsiteY114" fmla="*/ 125856 h 553188"/>
              <a:gd name="connsiteX115" fmla="*/ 2415901 w 3121791"/>
              <a:gd name="connsiteY115" fmla="*/ 109664 h 553188"/>
              <a:gd name="connsiteX116" fmla="*/ 2377466 w 3121791"/>
              <a:gd name="connsiteY116" fmla="*/ 97525 h 553188"/>
              <a:gd name="connsiteX117" fmla="*/ 2256111 w 3121791"/>
              <a:gd name="connsiteY117" fmla="*/ 73265 h 553188"/>
              <a:gd name="connsiteX118" fmla="*/ 2195433 w 3121791"/>
              <a:gd name="connsiteY118" fmla="*/ 53039 h 553188"/>
              <a:gd name="connsiteX119" fmla="*/ 2150946 w 3121791"/>
              <a:gd name="connsiteY119" fmla="*/ 44952 h 553188"/>
              <a:gd name="connsiteX120" fmla="*/ 2098355 w 3121791"/>
              <a:gd name="connsiteY120" fmla="*/ 44952 h 553188"/>
              <a:gd name="connsiteX121" fmla="*/ 2070043 w 3121791"/>
              <a:gd name="connsiteY121" fmla="*/ 69213 h 553188"/>
              <a:gd name="connsiteX122" fmla="*/ 2053851 w 3121791"/>
              <a:gd name="connsiteY122" fmla="*/ 93491 h 553188"/>
              <a:gd name="connsiteX123" fmla="*/ 2074077 w 3121791"/>
              <a:gd name="connsiteY123" fmla="*/ 101578 h 553188"/>
              <a:gd name="connsiteX124" fmla="*/ 2094303 w 3121791"/>
              <a:gd name="connsiteY124" fmla="*/ 125856 h 553188"/>
              <a:gd name="connsiteX125" fmla="*/ 2106442 w 3121791"/>
              <a:gd name="connsiteY125" fmla="*/ 125856 h 553188"/>
              <a:gd name="connsiteX126" fmla="*/ 2122634 w 3121791"/>
              <a:gd name="connsiteY126" fmla="*/ 113717 h 553188"/>
              <a:gd name="connsiteX127" fmla="*/ 2134755 w 3121791"/>
              <a:gd name="connsiteY127" fmla="*/ 101578 h 553188"/>
              <a:gd name="connsiteX128" fmla="*/ 2142859 w 3121791"/>
              <a:gd name="connsiteY128" fmla="*/ 97525 h 553188"/>
              <a:gd name="connsiteX129" fmla="*/ 2154981 w 3121791"/>
              <a:gd name="connsiteY129" fmla="*/ 93491 h 553188"/>
              <a:gd name="connsiteX130" fmla="*/ 2171172 w 3121791"/>
              <a:gd name="connsiteY130" fmla="*/ 91456 h 553188"/>
              <a:gd name="connsiteX131" fmla="*/ 2187346 w 3121791"/>
              <a:gd name="connsiteY131" fmla="*/ 89439 h 553188"/>
              <a:gd name="connsiteX132" fmla="*/ 2205555 w 3121791"/>
              <a:gd name="connsiteY132" fmla="*/ 91456 h 553188"/>
              <a:gd name="connsiteX133" fmla="*/ 2223763 w 3121791"/>
              <a:gd name="connsiteY133" fmla="*/ 93491 h 553188"/>
              <a:gd name="connsiteX134" fmla="*/ 2239937 w 3121791"/>
              <a:gd name="connsiteY134" fmla="*/ 93491 h 553188"/>
              <a:gd name="connsiteX135" fmla="*/ 2227798 w 3121791"/>
              <a:gd name="connsiteY135" fmla="*/ 113717 h 553188"/>
              <a:gd name="connsiteX136" fmla="*/ 2239937 w 3121791"/>
              <a:gd name="connsiteY136" fmla="*/ 133943 h 553188"/>
              <a:gd name="connsiteX137" fmla="*/ 2266232 w 3121791"/>
              <a:gd name="connsiteY137" fmla="*/ 137977 h 553188"/>
              <a:gd name="connsiteX138" fmla="*/ 2284441 w 3121791"/>
              <a:gd name="connsiteY138" fmla="*/ 142030 h 553188"/>
              <a:gd name="connsiteX139" fmla="*/ 2296562 w 3121791"/>
              <a:gd name="connsiteY139" fmla="*/ 150116 h 553188"/>
              <a:gd name="connsiteX140" fmla="*/ 2365345 w 3121791"/>
              <a:gd name="connsiteY140" fmla="*/ 174395 h 553188"/>
              <a:gd name="connsiteX141" fmla="*/ 2413884 w 3121791"/>
              <a:gd name="connsiteY141" fmla="*/ 220916 h 553188"/>
              <a:gd name="connsiteX142" fmla="*/ 2434109 w 3121791"/>
              <a:gd name="connsiteY142" fmla="*/ 307889 h 553188"/>
              <a:gd name="connsiteX143" fmla="*/ 2421652 w 3121791"/>
              <a:gd name="connsiteY143" fmla="*/ 320011 h 553188"/>
              <a:gd name="connsiteX144" fmla="*/ 2317868 w 3121791"/>
              <a:gd name="connsiteY144" fmla="*/ 231020 h 553188"/>
              <a:gd name="connsiteX145" fmla="*/ 2317868 w 3121791"/>
              <a:gd name="connsiteY145" fmla="*/ 259333 h 553188"/>
              <a:gd name="connsiteX146" fmla="*/ 2309781 w 3121791"/>
              <a:gd name="connsiteY146" fmla="*/ 307889 h 553188"/>
              <a:gd name="connsiteX147" fmla="*/ 2281521 w 3121791"/>
              <a:gd name="connsiteY147" fmla="*/ 275524 h 553188"/>
              <a:gd name="connsiteX148" fmla="*/ 2257296 w 3121791"/>
              <a:gd name="connsiteY148" fmla="*/ 253263 h 553188"/>
              <a:gd name="connsiteX149" fmla="*/ 2233053 w 3121791"/>
              <a:gd name="connsiteY149" fmla="*/ 243159 h 553188"/>
              <a:gd name="connsiteX150" fmla="*/ 2200741 w 3121791"/>
              <a:gd name="connsiteY150" fmla="*/ 210794 h 553188"/>
              <a:gd name="connsiteX151" fmla="*/ 2184639 w 3121791"/>
              <a:gd name="connsiteY151" fmla="*/ 218881 h 553188"/>
              <a:gd name="connsiteX152" fmla="*/ 2180586 w 3121791"/>
              <a:gd name="connsiteY152" fmla="*/ 271472 h 553188"/>
              <a:gd name="connsiteX153" fmla="*/ 2140205 w 3121791"/>
              <a:gd name="connsiteY153" fmla="*/ 235072 h 553188"/>
              <a:gd name="connsiteX154" fmla="*/ 2148292 w 3121791"/>
              <a:gd name="connsiteY154" fmla="*/ 259333 h 553188"/>
              <a:gd name="connsiteX155" fmla="*/ 2107893 w 3121791"/>
              <a:gd name="connsiteY155" fmla="*/ 251246 h 553188"/>
              <a:gd name="connsiteX156" fmla="*/ 2103859 w 3121791"/>
              <a:gd name="connsiteY156" fmla="*/ 255298 h 553188"/>
              <a:gd name="connsiteX157" fmla="*/ 2103859 w 3121791"/>
              <a:gd name="connsiteY157" fmla="*/ 265402 h 553188"/>
              <a:gd name="connsiteX158" fmla="*/ 2111945 w 3121791"/>
              <a:gd name="connsiteY158" fmla="*/ 283611 h 553188"/>
              <a:gd name="connsiteX159" fmla="*/ 2132171 w 3121791"/>
              <a:gd name="connsiteY159" fmla="*/ 315976 h 553188"/>
              <a:gd name="connsiteX160" fmla="*/ 2103859 w 3121791"/>
              <a:gd name="connsiteY160" fmla="*/ 315976 h 553188"/>
              <a:gd name="connsiteX161" fmla="*/ 2107893 w 3121791"/>
              <a:gd name="connsiteY161" fmla="*/ 372602 h 553188"/>
              <a:gd name="connsiteX162" fmla="*/ 2011010 w 3121791"/>
              <a:gd name="connsiteY162" fmla="*/ 283611 h 553188"/>
              <a:gd name="connsiteX163" fmla="*/ 1974664 w 3121791"/>
              <a:gd name="connsiteY163" fmla="*/ 372602 h 553188"/>
              <a:gd name="connsiteX164" fmla="*/ 1954491 w 3121791"/>
              <a:gd name="connsiteY164" fmla="*/ 315976 h 553188"/>
              <a:gd name="connsiteX165" fmla="*/ 1942370 w 3121791"/>
              <a:gd name="connsiteY165" fmla="*/ 279559 h 553188"/>
              <a:gd name="connsiteX166" fmla="*/ 1934265 w 3121791"/>
              <a:gd name="connsiteY166" fmla="*/ 388793 h 553188"/>
              <a:gd name="connsiteX167" fmla="*/ 1924161 w 3121791"/>
              <a:gd name="connsiteY167" fmla="*/ 491940 h 553188"/>
              <a:gd name="connsiteX168" fmla="*/ 1915755 w 3121791"/>
              <a:gd name="connsiteY168" fmla="*/ 553188 h 553188"/>
              <a:gd name="connsiteX169" fmla="*/ 302754 w 3121791"/>
              <a:gd name="connsiteY169" fmla="*/ 553188 h 553188"/>
              <a:gd name="connsiteX170" fmla="*/ 303303 w 3121791"/>
              <a:gd name="connsiteY170" fmla="*/ 546544 h 553188"/>
              <a:gd name="connsiteX171" fmla="*/ 290160 w 3121791"/>
              <a:gd name="connsiteY171" fmla="*/ 542496 h 553188"/>
              <a:gd name="connsiteX172" fmla="*/ 265882 w 3121791"/>
              <a:gd name="connsiteY172" fmla="*/ 542496 h 553188"/>
              <a:gd name="connsiteX173" fmla="*/ 249708 w 3121791"/>
              <a:gd name="connsiteY173" fmla="*/ 550601 h 553188"/>
              <a:gd name="connsiteX174" fmla="*/ 247981 w 3121791"/>
              <a:gd name="connsiteY174" fmla="*/ 553188 h 553188"/>
              <a:gd name="connsiteX175" fmla="*/ 146190 w 3121791"/>
              <a:gd name="connsiteY175" fmla="*/ 553188 h 553188"/>
              <a:gd name="connsiteX176" fmla="*/ 144526 w 3121791"/>
              <a:gd name="connsiteY176" fmla="*/ 546548 h 553188"/>
              <a:gd name="connsiteX177" fmla="*/ 146561 w 3121791"/>
              <a:gd name="connsiteY177" fmla="*/ 530375 h 553188"/>
              <a:gd name="connsiteX178" fmla="*/ 156665 w 3121791"/>
              <a:gd name="connsiteY178" fmla="*/ 514183 h 553188"/>
              <a:gd name="connsiteX179" fmla="*/ 136439 w 3121791"/>
              <a:gd name="connsiteY179" fmla="*/ 522270 h 553188"/>
              <a:gd name="connsiteX180" fmla="*/ 120265 w 3121791"/>
              <a:gd name="connsiteY180" fmla="*/ 530375 h 553188"/>
              <a:gd name="connsiteX181" fmla="*/ 108126 w 3121791"/>
              <a:gd name="connsiteY181" fmla="*/ 534409 h 553188"/>
              <a:gd name="connsiteX182" fmla="*/ 95987 w 3121791"/>
              <a:gd name="connsiteY182" fmla="*/ 538461 h 553188"/>
              <a:gd name="connsiteX183" fmla="*/ 79814 w 3121791"/>
              <a:gd name="connsiteY183" fmla="*/ 542496 h 553188"/>
              <a:gd name="connsiteX184" fmla="*/ 65657 w 3121791"/>
              <a:gd name="connsiteY184" fmla="*/ 546548 h 553188"/>
              <a:gd name="connsiteX185" fmla="*/ 57346 w 3121791"/>
              <a:gd name="connsiteY185" fmla="*/ 553188 h 553188"/>
              <a:gd name="connsiteX186" fmla="*/ 0 w 3121791"/>
              <a:gd name="connsiteY186" fmla="*/ 553188 h 553188"/>
              <a:gd name="connsiteX187" fmla="*/ 2944 w 3121791"/>
              <a:gd name="connsiteY187" fmla="*/ 538461 h 553188"/>
              <a:gd name="connsiteX188" fmla="*/ 6997 w 3121791"/>
              <a:gd name="connsiteY188" fmla="*/ 510149 h 553188"/>
              <a:gd name="connsiteX189" fmla="*/ 15083 w 3121791"/>
              <a:gd name="connsiteY189" fmla="*/ 498010 h 553188"/>
              <a:gd name="connsiteX190" fmla="*/ 23170 w 3121791"/>
              <a:gd name="connsiteY190" fmla="*/ 481818 h 553188"/>
              <a:gd name="connsiteX191" fmla="*/ 47449 w 3121791"/>
              <a:gd name="connsiteY191" fmla="*/ 485871 h 553188"/>
              <a:gd name="connsiteX192" fmla="*/ 59588 w 3121791"/>
              <a:gd name="connsiteY192" fmla="*/ 473731 h 553188"/>
              <a:gd name="connsiteX193" fmla="*/ 104074 w 3121791"/>
              <a:gd name="connsiteY193" fmla="*/ 469697 h 553188"/>
              <a:gd name="connsiteX194" fmla="*/ 83848 w 3121791"/>
              <a:gd name="connsiteY194" fmla="*/ 453505 h 553188"/>
              <a:gd name="connsiteX195" fmla="*/ 79814 w 3121791"/>
              <a:gd name="connsiteY195" fmla="*/ 441366 h 553188"/>
              <a:gd name="connsiteX196" fmla="*/ 75761 w 3121791"/>
              <a:gd name="connsiteY196" fmla="*/ 433280 h 553188"/>
              <a:gd name="connsiteX197" fmla="*/ 67674 w 3121791"/>
              <a:gd name="connsiteY197" fmla="*/ 429245 h 553188"/>
              <a:gd name="connsiteX198" fmla="*/ 43396 w 3121791"/>
              <a:gd name="connsiteY198" fmla="*/ 421140 h 553188"/>
              <a:gd name="connsiteX199" fmla="*/ 31257 w 3121791"/>
              <a:gd name="connsiteY199" fmla="*/ 413054 h 553188"/>
              <a:gd name="connsiteX200" fmla="*/ 43396 w 3121791"/>
              <a:gd name="connsiteY200" fmla="*/ 400914 h 553188"/>
              <a:gd name="connsiteX201" fmla="*/ 91935 w 3121791"/>
              <a:gd name="connsiteY201" fmla="*/ 433280 h 553188"/>
              <a:gd name="connsiteX202" fmla="*/ 108126 w 3121791"/>
              <a:gd name="connsiteY202" fmla="*/ 421140 h 553188"/>
              <a:gd name="connsiteX203" fmla="*/ 120265 w 3121791"/>
              <a:gd name="connsiteY203" fmla="*/ 380689 h 553188"/>
              <a:gd name="connsiteX204" fmla="*/ 110144 w 3121791"/>
              <a:gd name="connsiteY204" fmla="*/ 342272 h 553188"/>
              <a:gd name="connsiteX205" fmla="*/ 124300 w 3121791"/>
              <a:gd name="connsiteY205" fmla="*/ 307889 h 553188"/>
              <a:gd name="connsiteX206" fmla="*/ 136439 w 3121791"/>
              <a:gd name="connsiteY206" fmla="*/ 328115 h 553188"/>
              <a:gd name="connsiteX207" fmla="*/ 172839 w 3121791"/>
              <a:gd name="connsiteY207" fmla="*/ 352376 h 553188"/>
              <a:gd name="connsiteX208" fmla="*/ 180943 w 3121791"/>
              <a:gd name="connsiteY208" fmla="*/ 356428 h 553188"/>
              <a:gd name="connsiteX209" fmla="*/ 184978 w 3121791"/>
              <a:gd name="connsiteY209" fmla="*/ 352376 h 553188"/>
              <a:gd name="connsiteX210" fmla="*/ 172839 w 3121791"/>
              <a:gd name="connsiteY210" fmla="*/ 352376 h 553188"/>
              <a:gd name="connsiteX211" fmla="*/ 172839 w 3121791"/>
              <a:gd name="connsiteY211" fmla="*/ 328115 h 553188"/>
              <a:gd name="connsiteX212" fmla="*/ 172839 w 3121791"/>
              <a:gd name="connsiteY212" fmla="*/ 283611 h 553188"/>
              <a:gd name="connsiteX213" fmla="*/ 172839 w 3121791"/>
              <a:gd name="connsiteY213" fmla="*/ 275524 h 553188"/>
              <a:gd name="connsiteX214" fmla="*/ 180943 w 3121791"/>
              <a:gd name="connsiteY214" fmla="*/ 287663 h 553188"/>
              <a:gd name="connsiteX215" fmla="*/ 197117 w 3121791"/>
              <a:gd name="connsiteY215" fmla="*/ 291698 h 553188"/>
              <a:gd name="connsiteX216" fmla="*/ 199134 w 3121791"/>
              <a:gd name="connsiteY216" fmla="*/ 287663 h 553188"/>
              <a:gd name="connsiteX217" fmla="*/ 201169 w 3121791"/>
              <a:gd name="connsiteY217" fmla="*/ 283611 h 553188"/>
              <a:gd name="connsiteX218" fmla="*/ 205204 w 3121791"/>
              <a:gd name="connsiteY218" fmla="*/ 279559 h 553188"/>
              <a:gd name="connsiteX219" fmla="*/ 237569 w 3121791"/>
              <a:gd name="connsiteY219" fmla="*/ 283611 h 553188"/>
              <a:gd name="connsiteX220" fmla="*/ 233517 w 3121791"/>
              <a:gd name="connsiteY220" fmla="*/ 259333 h 553188"/>
              <a:gd name="connsiteX221" fmla="*/ 265882 w 3121791"/>
              <a:gd name="connsiteY221" fmla="*/ 218881 h 553188"/>
              <a:gd name="connsiteX222" fmla="*/ 282073 w 3121791"/>
              <a:gd name="connsiteY222" fmla="*/ 239107 h 553188"/>
              <a:gd name="connsiteX223" fmla="*/ 286108 w 3121791"/>
              <a:gd name="connsiteY223" fmla="*/ 291698 h 553188"/>
              <a:gd name="connsiteX224" fmla="*/ 334646 w 3121791"/>
              <a:gd name="connsiteY224" fmla="*/ 267437 h 553188"/>
              <a:gd name="connsiteX225" fmla="*/ 346785 w 3121791"/>
              <a:gd name="connsiteY225" fmla="*/ 255298 h 553188"/>
              <a:gd name="connsiteX226" fmla="*/ 354872 w 3121791"/>
              <a:gd name="connsiteY226" fmla="*/ 251246 h 553188"/>
              <a:gd name="connsiteX227" fmla="*/ 350838 w 3121791"/>
              <a:gd name="connsiteY227" fmla="*/ 267437 h 553188"/>
              <a:gd name="connsiteX228" fmla="*/ 387237 w 3121791"/>
              <a:gd name="connsiteY228" fmla="*/ 239107 h 553188"/>
              <a:gd name="connsiteX229" fmla="*/ 419602 w 3121791"/>
              <a:gd name="connsiteY229" fmla="*/ 287663 h 553188"/>
              <a:gd name="connsiteX230" fmla="*/ 407463 w 3121791"/>
              <a:gd name="connsiteY230" fmla="*/ 235072 h 553188"/>
              <a:gd name="connsiteX231" fmla="*/ 460054 w 3121791"/>
              <a:gd name="connsiteY231" fmla="*/ 287663 h 553188"/>
              <a:gd name="connsiteX232" fmla="*/ 468141 w 3121791"/>
              <a:gd name="connsiteY232" fmla="*/ 271472 h 553188"/>
              <a:gd name="connsiteX233" fmla="*/ 488367 w 3121791"/>
              <a:gd name="connsiteY233" fmla="*/ 239107 h 553188"/>
              <a:gd name="connsiteX234" fmla="*/ 492419 w 3121791"/>
              <a:gd name="connsiteY234" fmla="*/ 200690 h 553188"/>
              <a:gd name="connsiteX235" fmla="*/ 492419 w 3121791"/>
              <a:gd name="connsiteY235" fmla="*/ 174395 h 553188"/>
              <a:gd name="connsiteX236" fmla="*/ 512645 w 3121791"/>
              <a:gd name="connsiteY236" fmla="*/ 150116 h 553188"/>
              <a:gd name="connsiteX237" fmla="*/ 516680 w 3121791"/>
              <a:gd name="connsiteY237" fmla="*/ 121804 h 553188"/>
              <a:gd name="connsiteX238" fmla="*/ 510628 w 3121791"/>
              <a:gd name="connsiteY238" fmla="*/ 103595 h 553188"/>
              <a:gd name="connsiteX239" fmla="*/ 492419 w 3121791"/>
              <a:gd name="connsiteY239" fmla="*/ 101578 h 553188"/>
              <a:gd name="connsiteX240" fmla="*/ 460054 w 3121791"/>
              <a:gd name="connsiteY240" fmla="*/ 107647 h 553188"/>
              <a:gd name="connsiteX241" fmla="*/ 439828 w 3121791"/>
              <a:gd name="connsiteY241" fmla="*/ 101578 h 553188"/>
              <a:gd name="connsiteX242" fmla="*/ 437811 w 3121791"/>
              <a:gd name="connsiteY242" fmla="*/ 89439 h 553188"/>
              <a:gd name="connsiteX243" fmla="*/ 427689 w 3121791"/>
              <a:gd name="connsiteY243" fmla="*/ 77299 h 553188"/>
              <a:gd name="connsiteX244" fmla="*/ 411515 w 3121791"/>
              <a:gd name="connsiteY244" fmla="*/ 53039 h 553188"/>
              <a:gd name="connsiteX245" fmla="*/ 411515 w 3121791"/>
              <a:gd name="connsiteY245" fmla="*/ 36848 h 553188"/>
              <a:gd name="connsiteX246" fmla="*/ 206383 w 3121791"/>
              <a:gd name="connsiteY246" fmla="*/ 295 h 553188"/>
              <a:gd name="connsiteX247" fmla="*/ 296059 w 3121791"/>
              <a:gd name="connsiteY247" fmla="*/ 295 h 553188"/>
              <a:gd name="connsiteX248" fmla="*/ 269934 w 3121791"/>
              <a:gd name="connsiteY248" fmla="*/ 16622 h 553188"/>
              <a:gd name="connsiteX249" fmla="*/ 241621 w 3121791"/>
              <a:gd name="connsiteY249" fmla="*/ 30778 h 553188"/>
              <a:gd name="connsiteX250" fmla="*/ 213291 w 3121791"/>
              <a:gd name="connsiteY250" fmla="*/ 32813 h 553188"/>
              <a:gd name="connsiteX251" fmla="*/ 189030 w 3121791"/>
              <a:gd name="connsiteY251" fmla="*/ 26743 h 553188"/>
              <a:gd name="connsiteX252" fmla="*/ 172839 w 3121791"/>
              <a:gd name="connsiteY252" fmla="*/ 24726 h 553188"/>
              <a:gd name="connsiteX253" fmla="*/ 176891 w 3121791"/>
              <a:gd name="connsiteY253" fmla="*/ 16622 h 553188"/>
              <a:gd name="connsiteX254" fmla="*/ 205204 w 3121791"/>
              <a:gd name="connsiteY254" fmla="*/ 8535 h 55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3121791" h="553188">
                <a:moveTo>
                  <a:pt x="2290882" y="469697"/>
                </a:moveTo>
                <a:cubicBezTo>
                  <a:pt x="2301800" y="480473"/>
                  <a:pt x="2312701" y="491268"/>
                  <a:pt x="2323619" y="502044"/>
                </a:cubicBezTo>
                <a:cubicBezTo>
                  <a:pt x="2331794" y="515528"/>
                  <a:pt x="2337935" y="530375"/>
                  <a:pt x="2342022" y="546548"/>
                </a:cubicBezTo>
                <a:lnTo>
                  <a:pt x="2341350" y="553188"/>
                </a:lnTo>
                <a:lnTo>
                  <a:pt x="2220364" y="553188"/>
                </a:lnTo>
                <a:lnTo>
                  <a:pt x="2245883" y="508114"/>
                </a:lnTo>
                <a:cubicBezTo>
                  <a:pt x="2256801" y="490595"/>
                  <a:pt x="2271789" y="477784"/>
                  <a:pt x="2290882" y="469697"/>
                </a:cubicBezTo>
                <a:close/>
                <a:moveTo>
                  <a:pt x="1595113" y="190568"/>
                </a:moveTo>
                <a:cubicBezTo>
                  <a:pt x="1592406" y="198655"/>
                  <a:pt x="1591061" y="208104"/>
                  <a:pt x="1591061" y="218881"/>
                </a:cubicBezTo>
                <a:cubicBezTo>
                  <a:pt x="1588371" y="226986"/>
                  <a:pt x="1587027" y="235745"/>
                  <a:pt x="1587027" y="245176"/>
                </a:cubicBezTo>
                <a:cubicBezTo>
                  <a:pt x="1587027" y="254626"/>
                  <a:pt x="1587027" y="263385"/>
                  <a:pt x="1587027" y="271472"/>
                </a:cubicBezTo>
                <a:cubicBezTo>
                  <a:pt x="1587027" y="290353"/>
                  <a:pt x="1586337" y="299785"/>
                  <a:pt x="1584992" y="299785"/>
                </a:cubicBezTo>
                <a:cubicBezTo>
                  <a:pt x="1583647" y="299785"/>
                  <a:pt x="1577595" y="310579"/>
                  <a:pt x="1566854" y="332150"/>
                </a:cubicBezTo>
                <a:cubicBezTo>
                  <a:pt x="1558767" y="351031"/>
                  <a:pt x="1548008" y="353721"/>
                  <a:pt x="1534560" y="340237"/>
                </a:cubicBezTo>
                <a:cubicBezTo>
                  <a:pt x="1526473" y="334857"/>
                  <a:pt x="1521076" y="328115"/>
                  <a:pt x="1518386" y="320011"/>
                </a:cubicBezTo>
                <a:lnTo>
                  <a:pt x="1550680" y="388793"/>
                </a:lnTo>
                <a:lnTo>
                  <a:pt x="1562819" y="384741"/>
                </a:lnTo>
                <a:lnTo>
                  <a:pt x="1562819" y="409019"/>
                </a:lnTo>
                <a:cubicBezTo>
                  <a:pt x="1568199" y="409019"/>
                  <a:pt x="1573578" y="410364"/>
                  <a:pt x="1578922" y="413054"/>
                </a:cubicBezTo>
                <a:cubicBezTo>
                  <a:pt x="1589716" y="418451"/>
                  <a:pt x="1597803" y="421140"/>
                  <a:pt x="1603200" y="421140"/>
                </a:cubicBezTo>
                <a:cubicBezTo>
                  <a:pt x="1605855" y="423848"/>
                  <a:pt x="1607854" y="425193"/>
                  <a:pt x="1609199" y="425193"/>
                </a:cubicBezTo>
                <a:cubicBezTo>
                  <a:pt x="1610544" y="425193"/>
                  <a:pt x="1612579" y="426538"/>
                  <a:pt x="1615269" y="429245"/>
                </a:cubicBezTo>
                <a:lnTo>
                  <a:pt x="1623355" y="437332"/>
                </a:lnTo>
                <a:cubicBezTo>
                  <a:pt x="1626063" y="418451"/>
                  <a:pt x="1627408" y="398897"/>
                  <a:pt x="1627408" y="378671"/>
                </a:cubicBezTo>
                <a:cubicBezTo>
                  <a:pt x="1627408" y="358445"/>
                  <a:pt x="1627408" y="340237"/>
                  <a:pt x="1627408" y="324063"/>
                </a:cubicBezTo>
                <a:cubicBezTo>
                  <a:pt x="1627408" y="305182"/>
                  <a:pt x="1626063" y="286301"/>
                  <a:pt x="1623355" y="267437"/>
                </a:cubicBezTo>
                <a:cubicBezTo>
                  <a:pt x="1612579" y="272817"/>
                  <a:pt x="1604510" y="262040"/>
                  <a:pt x="1599148" y="235072"/>
                </a:cubicBezTo>
                <a:cubicBezTo>
                  <a:pt x="1596458" y="224278"/>
                  <a:pt x="1595113" y="209449"/>
                  <a:pt x="1595113" y="190568"/>
                </a:cubicBezTo>
                <a:close/>
                <a:moveTo>
                  <a:pt x="1457832" y="12587"/>
                </a:moveTo>
                <a:lnTo>
                  <a:pt x="1465919" y="40900"/>
                </a:lnTo>
                <a:lnTo>
                  <a:pt x="1425467" y="36848"/>
                </a:lnTo>
                <a:cubicBezTo>
                  <a:pt x="1422759" y="36848"/>
                  <a:pt x="1420070" y="38210"/>
                  <a:pt x="1417380" y="40900"/>
                </a:cubicBezTo>
                <a:lnTo>
                  <a:pt x="1405241" y="53039"/>
                </a:lnTo>
                <a:cubicBezTo>
                  <a:pt x="1402534" y="61126"/>
                  <a:pt x="1401189" y="67195"/>
                  <a:pt x="1401189" y="71230"/>
                </a:cubicBezTo>
                <a:cubicBezTo>
                  <a:pt x="1401189" y="75282"/>
                  <a:pt x="1398499" y="84041"/>
                  <a:pt x="1393102" y="97525"/>
                </a:cubicBezTo>
                <a:cubicBezTo>
                  <a:pt x="1387705" y="113717"/>
                  <a:pt x="1386360" y="120459"/>
                  <a:pt x="1389050" y="117751"/>
                </a:cubicBezTo>
                <a:cubicBezTo>
                  <a:pt x="1391757" y="115062"/>
                  <a:pt x="1394447" y="117751"/>
                  <a:pt x="1397154" y="125856"/>
                </a:cubicBezTo>
                <a:cubicBezTo>
                  <a:pt x="1399844" y="136632"/>
                  <a:pt x="1408603" y="140685"/>
                  <a:pt x="1423450" y="137977"/>
                </a:cubicBezTo>
                <a:cubicBezTo>
                  <a:pt x="1438278" y="135288"/>
                  <a:pt x="1451090" y="132598"/>
                  <a:pt x="1461866" y="129890"/>
                </a:cubicBezTo>
                <a:cubicBezTo>
                  <a:pt x="1475350" y="127201"/>
                  <a:pt x="1482765" y="124493"/>
                  <a:pt x="1484127" y="121804"/>
                </a:cubicBezTo>
                <a:cubicBezTo>
                  <a:pt x="1485472" y="119114"/>
                  <a:pt x="1491542" y="115062"/>
                  <a:pt x="1502318" y="109664"/>
                </a:cubicBezTo>
                <a:cubicBezTo>
                  <a:pt x="1505026" y="106975"/>
                  <a:pt x="1508388" y="103595"/>
                  <a:pt x="1512440" y="99560"/>
                </a:cubicBezTo>
                <a:cubicBezTo>
                  <a:pt x="1516475" y="95508"/>
                  <a:pt x="1519855" y="90783"/>
                  <a:pt x="1522544" y="85404"/>
                </a:cubicBezTo>
                <a:cubicBezTo>
                  <a:pt x="1525252" y="80007"/>
                  <a:pt x="1527941" y="73265"/>
                  <a:pt x="1530631" y="65178"/>
                </a:cubicBezTo>
                <a:cubicBezTo>
                  <a:pt x="1541425" y="46297"/>
                  <a:pt x="1533339" y="31468"/>
                  <a:pt x="1506371" y="20674"/>
                </a:cubicBezTo>
                <a:cubicBezTo>
                  <a:pt x="1495576" y="15277"/>
                  <a:pt x="1479403" y="12587"/>
                  <a:pt x="1457832" y="12587"/>
                </a:cubicBezTo>
                <a:close/>
                <a:moveTo>
                  <a:pt x="3076422" y="295"/>
                </a:moveTo>
                <a:lnTo>
                  <a:pt x="3119558" y="295"/>
                </a:lnTo>
                <a:lnTo>
                  <a:pt x="3121791" y="12587"/>
                </a:lnTo>
                <a:cubicBezTo>
                  <a:pt x="3105600" y="7190"/>
                  <a:pt x="3090771" y="3138"/>
                  <a:pt x="3077287" y="448"/>
                </a:cubicBezTo>
                <a:close/>
                <a:moveTo>
                  <a:pt x="2918922" y="295"/>
                </a:moveTo>
                <a:lnTo>
                  <a:pt x="3018872" y="295"/>
                </a:lnTo>
                <a:lnTo>
                  <a:pt x="3018644" y="448"/>
                </a:lnTo>
                <a:cubicBezTo>
                  <a:pt x="3019989" y="-2242"/>
                  <a:pt x="3017954" y="7190"/>
                  <a:pt x="3012575" y="28761"/>
                </a:cubicBezTo>
                <a:cubicBezTo>
                  <a:pt x="3009867" y="42245"/>
                  <a:pt x="3007850" y="51694"/>
                  <a:pt x="3006505" y="57073"/>
                </a:cubicBezTo>
                <a:cubicBezTo>
                  <a:pt x="3005160" y="62471"/>
                  <a:pt x="3004470" y="67868"/>
                  <a:pt x="3004470" y="73265"/>
                </a:cubicBezTo>
                <a:lnTo>
                  <a:pt x="3004470" y="85404"/>
                </a:lnTo>
                <a:cubicBezTo>
                  <a:pt x="2990986" y="69213"/>
                  <a:pt x="2978865" y="55729"/>
                  <a:pt x="2968071" y="44952"/>
                </a:cubicBezTo>
                <a:cubicBezTo>
                  <a:pt x="2957276" y="34158"/>
                  <a:pt x="2947172" y="24036"/>
                  <a:pt x="2937741" y="14604"/>
                </a:cubicBezTo>
                <a:cubicBezTo>
                  <a:pt x="2928291" y="5173"/>
                  <a:pt x="2922222" y="448"/>
                  <a:pt x="2919532" y="448"/>
                </a:cubicBezTo>
                <a:close/>
                <a:moveTo>
                  <a:pt x="312827" y="295"/>
                </a:moveTo>
                <a:lnTo>
                  <a:pt x="2899650" y="295"/>
                </a:lnTo>
                <a:lnTo>
                  <a:pt x="2903341" y="85404"/>
                </a:lnTo>
                <a:cubicBezTo>
                  <a:pt x="2897961" y="77299"/>
                  <a:pt x="2889857" y="69213"/>
                  <a:pt x="2879080" y="61126"/>
                </a:cubicBezTo>
                <a:cubicBezTo>
                  <a:pt x="2860199" y="47642"/>
                  <a:pt x="2842663" y="44952"/>
                  <a:pt x="2826489" y="53039"/>
                </a:cubicBezTo>
                <a:cubicBezTo>
                  <a:pt x="2807608" y="63815"/>
                  <a:pt x="2795469" y="69213"/>
                  <a:pt x="2790090" y="69213"/>
                </a:cubicBezTo>
                <a:lnTo>
                  <a:pt x="2781985" y="69213"/>
                </a:lnTo>
                <a:cubicBezTo>
                  <a:pt x="2781985" y="61126"/>
                  <a:pt x="2780640" y="54384"/>
                  <a:pt x="2777950" y="48987"/>
                </a:cubicBezTo>
                <a:cubicBezTo>
                  <a:pt x="2772553" y="38210"/>
                  <a:pt x="2759069" y="35503"/>
                  <a:pt x="2737499" y="40900"/>
                </a:cubicBezTo>
                <a:cubicBezTo>
                  <a:pt x="2726704" y="46297"/>
                  <a:pt x="2717273" y="50331"/>
                  <a:pt x="2709186" y="53039"/>
                </a:cubicBezTo>
                <a:cubicBezTo>
                  <a:pt x="2701081" y="55729"/>
                  <a:pt x="2694339" y="58436"/>
                  <a:pt x="2688960" y="61126"/>
                </a:cubicBezTo>
                <a:cubicBezTo>
                  <a:pt x="2680855" y="63815"/>
                  <a:pt x="2675476" y="65178"/>
                  <a:pt x="2672768" y="65178"/>
                </a:cubicBezTo>
                <a:lnTo>
                  <a:pt x="2660629" y="89439"/>
                </a:lnTo>
                <a:lnTo>
                  <a:pt x="2636369" y="93491"/>
                </a:lnTo>
                <a:cubicBezTo>
                  <a:pt x="2639059" y="101578"/>
                  <a:pt x="2643111" y="111009"/>
                  <a:pt x="2648508" y="121804"/>
                </a:cubicBezTo>
                <a:cubicBezTo>
                  <a:pt x="2659285" y="143374"/>
                  <a:pt x="2664682" y="154169"/>
                  <a:pt x="2664682" y="154169"/>
                </a:cubicBezTo>
                <a:cubicBezTo>
                  <a:pt x="2664682" y="156858"/>
                  <a:pt x="2665354" y="158203"/>
                  <a:pt x="2666699" y="158203"/>
                </a:cubicBezTo>
                <a:cubicBezTo>
                  <a:pt x="2668061" y="158203"/>
                  <a:pt x="2668734" y="159566"/>
                  <a:pt x="2668734" y="162255"/>
                </a:cubicBezTo>
                <a:lnTo>
                  <a:pt x="2668734" y="170342"/>
                </a:lnTo>
                <a:cubicBezTo>
                  <a:pt x="2676821" y="167653"/>
                  <a:pt x="2684908" y="167653"/>
                  <a:pt x="2692994" y="170342"/>
                </a:cubicBezTo>
                <a:cubicBezTo>
                  <a:pt x="2706478" y="175739"/>
                  <a:pt x="2711876" y="189223"/>
                  <a:pt x="2709186" y="210794"/>
                </a:cubicBezTo>
                <a:cubicBezTo>
                  <a:pt x="2717273" y="208104"/>
                  <a:pt x="2725359" y="208104"/>
                  <a:pt x="2733446" y="210794"/>
                </a:cubicBezTo>
                <a:cubicBezTo>
                  <a:pt x="2749638" y="216191"/>
                  <a:pt x="2757725" y="228330"/>
                  <a:pt x="2757725" y="247211"/>
                </a:cubicBezTo>
                <a:lnTo>
                  <a:pt x="2786037" y="247211"/>
                </a:lnTo>
                <a:cubicBezTo>
                  <a:pt x="2783348" y="239107"/>
                  <a:pt x="2781985" y="231020"/>
                  <a:pt x="2781985" y="222933"/>
                </a:cubicBezTo>
                <a:cubicBezTo>
                  <a:pt x="2781985" y="212139"/>
                  <a:pt x="2795469" y="209449"/>
                  <a:pt x="2822437" y="214846"/>
                </a:cubicBezTo>
                <a:cubicBezTo>
                  <a:pt x="2835921" y="220244"/>
                  <a:pt x="2848060" y="224278"/>
                  <a:pt x="2858854" y="226986"/>
                </a:cubicBezTo>
                <a:cubicBezTo>
                  <a:pt x="2869631" y="229675"/>
                  <a:pt x="2877735" y="232365"/>
                  <a:pt x="2883115" y="235072"/>
                </a:cubicBezTo>
                <a:cubicBezTo>
                  <a:pt x="2891219" y="237762"/>
                  <a:pt x="2897961" y="239107"/>
                  <a:pt x="2903341" y="239107"/>
                </a:cubicBezTo>
                <a:lnTo>
                  <a:pt x="2875028" y="255298"/>
                </a:lnTo>
                <a:cubicBezTo>
                  <a:pt x="2880425" y="260695"/>
                  <a:pt x="2885822" y="268782"/>
                  <a:pt x="2891219" y="279559"/>
                </a:cubicBezTo>
                <a:cubicBezTo>
                  <a:pt x="2899306" y="293043"/>
                  <a:pt x="2900651" y="313269"/>
                  <a:pt x="2895254" y="340237"/>
                </a:cubicBezTo>
                <a:cubicBezTo>
                  <a:pt x="2871241" y="337547"/>
                  <a:pt x="2851210" y="333495"/>
                  <a:pt x="2835142" y="328115"/>
                </a:cubicBezTo>
                <a:cubicBezTo>
                  <a:pt x="2821800" y="322718"/>
                  <a:pt x="2809112" y="316649"/>
                  <a:pt x="2797097" y="309907"/>
                </a:cubicBezTo>
                <a:cubicBezTo>
                  <a:pt x="2785082" y="303165"/>
                  <a:pt x="2779083" y="293043"/>
                  <a:pt x="2779083" y="279559"/>
                </a:cubicBezTo>
                <a:lnTo>
                  <a:pt x="2759052" y="279559"/>
                </a:lnTo>
                <a:lnTo>
                  <a:pt x="2743055" y="299785"/>
                </a:lnTo>
                <a:cubicBezTo>
                  <a:pt x="2732349" y="297095"/>
                  <a:pt x="2723006" y="293043"/>
                  <a:pt x="2714990" y="287663"/>
                </a:cubicBezTo>
                <a:cubicBezTo>
                  <a:pt x="2698975" y="276869"/>
                  <a:pt x="2693631" y="264730"/>
                  <a:pt x="2698940" y="251246"/>
                </a:cubicBezTo>
                <a:cubicBezTo>
                  <a:pt x="2693631" y="253953"/>
                  <a:pt x="2686978" y="256643"/>
                  <a:pt x="2678962" y="259333"/>
                </a:cubicBezTo>
                <a:cubicBezTo>
                  <a:pt x="2670910" y="262040"/>
                  <a:pt x="2653551" y="263385"/>
                  <a:pt x="2626884" y="263385"/>
                </a:cubicBezTo>
                <a:lnTo>
                  <a:pt x="2626884" y="243159"/>
                </a:lnTo>
                <a:cubicBezTo>
                  <a:pt x="2626884" y="229675"/>
                  <a:pt x="2630883" y="218881"/>
                  <a:pt x="2638899" y="210794"/>
                </a:cubicBezTo>
                <a:cubicBezTo>
                  <a:pt x="2638899" y="208104"/>
                  <a:pt x="2637554" y="205397"/>
                  <a:pt x="2634847" y="202707"/>
                </a:cubicBezTo>
                <a:cubicBezTo>
                  <a:pt x="2632193" y="200018"/>
                  <a:pt x="2618850" y="194620"/>
                  <a:pt x="2594838" y="186534"/>
                </a:cubicBezTo>
                <a:cubicBezTo>
                  <a:pt x="2549413" y="173050"/>
                  <a:pt x="2525383" y="164945"/>
                  <a:pt x="2522728" y="162255"/>
                </a:cubicBezTo>
                <a:cubicBezTo>
                  <a:pt x="2517367" y="162255"/>
                  <a:pt x="2509368" y="159566"/>
                  <a:pt x="2498698" y="154169"/>
                </a:cubicBezTo>
                <a:cubicBezTo>
                  <a:pt x="2493354" y="151461"/>
                  <a:pt x="2487992" y="150116"/>
                  <a:pt x="2482648" y="150116"/>
                </a:cubicBezTo>
                <a:lnTo>
                  <a:pt x="2458370" y="170342"/>
                </a:lnTo>
                <a:lnTo>
                  <a:pt x="2458370" y="162255"/>
                </a:lnTo>
                <a:cubicBezTo>
                  <a:pt x="2458370" y="154169"/>
                  <a:pt x="2457025" y="150116"/>
                  <a:pt x="2454335" y="150116"/>
                </a:cubicBezTo>
                <a:cubicBezTo>
                  <a:pt x="2451628" y="150116"/>
                  <a:pt x="2448266" y="150789"/>
                  <a:pt x="2444214" y="152134"/>
                </a:cubicBezTo>
                <a:cubicBezTo>
                  <a:pt x="2440179" y="153496"/>
                  <a:pt x="2435454" y="154169"/>
                  <a:pt x="2430057" y="154169"/>
                </a:cubicBezTo>
                <a:lnTo>
                  <a:pt x="2409831" y="154169"/>
                </a:lnTo>
                <a:cubicBezTo>
                  <a:pt x="2415228" y="143374"/>
                  <a:pt x="2419281" y="133943"/>
                  <a:pt x="2421970" y="125856"/>
                </a:cubicBezTo>
                <a:cubicBezTo>
                  <a:pt x="2421970" y="120459"/>
                  <a:pt x="2419953" y="115062"/>
                  <a:pt x="2415901" y="109664"/>
                </a:cubicBezTo>
                <a:cubicBezTo>
                  <a:pt x="2411866" y="104267"/>
                  <a:pt x="2399055" y="100233"/>
                  <a:pt x="2377466" y="97525"/>
                </a:cubicBezTo>
                <a:cubicBezTo>
                  <a:pt x="2331635" y="92146"/>
                  <a:pt x="2291183" y="84041"/>
                  <a:pt x="2256111" y="73265"/>
                </a:cubicBezTo>
                <a:cubicBezTo>
                  <a:pt x="2234540" y="67868"/>
                  <a:pt x="2214314" y="61126"/>
                  <a:pt x="2195433" y="53039"/>
                </a:cubicBezTo>
                <a:cubicBezTo>
                  <a:pt x="2179259" y="50331"/>
                  <a:pt x="2164430" y="47642"/>
                  <a:pt x="2150946" y="44952"/>
                </a:cubicBezTo>
                <a:cubicBezTo>
                  <a:pt x="2121271" y="39555"/>
                  <a:pt x="2103752" y="39555"/>
                  <a:pt x="2098355" y="44952"/>
                </a:cubicBezTo>
                <a:cubicBezTo>
                  <a:pt x="2084871" y="50331"/>
                  <a:pt x="2075440" y="58436"/>
                  <a:pt x="2070043" y="69213"/>
                </a:cubicBezTo>
                <a:lnTo>
                  <a:pt x="2053851" y="93491"/>
                </a:lnTo>
                <a:cubicBezTo>
                  <a:pt x="2059248" y="96180"/>
                  <a:pt x="2065990" y="98888"/>
                  <a:pt x="2074077" y="101578"/>
                </a:cubicBezTo>
                <a:cubicBezTo>
                  <a:pt x="2087561" y="109664"/>
                  <a:pt x="2094303" y="117751"/>
                  <a:pt x="2094303" y="125856"/>
                </a:cubicBezTo>
                <a:lnTo>
                  <a:pt x="2106442" y="125856"/>
                </a:lnTo>
                <a:cubicBezTo>
                  <a:pt x="2111839" y="125856"/>
                  <a:pt x="2117236" y="121804"/>
                  <a:pt x="2122634" y="113717"/>
                </a:cubicBezTo>
                <a:lnTo>
                  <a:pt x="2134755" y="101578"/>
                </a:lnTo>
                <a:cubicBezTo>
                  <a:pt x="2137462" y="98888"/>
                  <a:pt x="2140152" y="97525"/>
                  <a:pt x="2142859" y="97525"/>
                </a:cubicBezTo>
                <a:cubicBezTo>
                  <a:pt x="2145549" y="97525"/>
                  <a:pt x="2149601" y="96180"/>
                  <a:pt x="2154981" y="93491"/>
                </a:cubicBezTo>
                <a:cubicBezTo>
                  <a:pt x="2160378" y="93491"/>
                  <a:pt x="2165775" y="92818"/>
                  <a:pt x="2171172" y="91456"/>
                </a:cubicBezTo>
                <a:cubicBezTo>
                  <a:pt x="2176569" y="90111"/>
                  <a:pt x="2181949" y="89439"/>
                  <a:pt x="2187346" y="89439"/>
                </a:cubicBezTo>
                <a:cubicBezTo>
                  <a:pt x="2192743" y="89439"/>
                  <a:pt x="2198813" y="90111"/>
                  <a:pt x="2205555" y="91456"/>
                </a:cubicBezTo>
                <a:cubicBezTo>
                  <a:pt x="2212297" y="92818"/>
                  <a:pt x="2218366" y="93491"/>
                  <a:pt x="2223763" y="93491"/>
                </a:cubicBezTo>
                <a:lnTo>
                  <a:pt x="2239937" y="93491"/>
                </a:lnTo>
                <a:cubicBezTo>
                  <a:pt x="2234540" y="101578"/>
                  <a:pt x="2230505" y="108320"/>
                  <a:pt x="2227798" y="113717"/>
                </a:cubicBezTo>
                <a:cubicBezTo>
                  <a:pt x="2219711" y="127201"/>
                  <a:pt x="2223763" y="133943"/>
                  <a:pt x="2239937" y="133943"/>
                </a:cubicBezTo>
                <a:cubicBezTo>
                  <a:pt x="2250731" y="136632"/>
                  <a:pt x="2259490" y="137977"/>
                  <a:pt x="2266232" y="137977"/>
                </a:cubicBezTo>
                <a:cubicBezTo>
                  <a:pt x="2272974" y="137977"/>
                  <a:pt x="2279044" y="139340"/>
                  <a:pt x="2284441" y="142030"/>
                </a:cubicBezTo>
                <a:cubicBezTo>
                  <a:pt x="2289820" y="144719"/>
                  <a:pt x="2293873" y="147427"/>
                  <a:pt x="2296562" y="150116"/>
                </a:cubicBezTo>
                <a:cubicBezTo>
                  <a:pt x="2320841" y="155513"/>
                  <a:pt x="2343756" y="163600"/>
                  <a:pt x="2365345" y="174395"/>
                </a:cubicBezTo>
                <a:cubicBezTo>
                  <a:pt x="2384208" y="185171"/>
                  <a:pt x="2400400" y="200690"/>
                  <a:pt x="2413884" y="220916"/>
                </a:cubicBezTo>
                <a:cubicBezTo>
                  <a:pt x="2427367" y="241142"/>
                  <a:pt x="2434109" y="270127"/>
                  <a:pt x="2434109" y="307889"/>
                </a:cubicBezTo>
                <a:lnTo>
                  <a:pt x="2421652" y="320011"/>
                </a:lnTo>
                <a:lnTo>
                  <a:pt x="2317868" y="231020"/>
                </a:lnTo>
                <a:lnTo>
                  <a:pt x="2317868" y="259333"/>
                </a:lnTo>
                <a:cubicBezTo>
                  <a:pt x="2317868" y="275524"/>
                  <a:pt x="2315178" y="291698"/>
                  <a:pt x="2309781" y="307889"/>
                </a:cubicBezTo>
                <a:cubicBezTo>
                  <a:pt x="2301730" y="297095"/>
                  <a:pt x="2292316" y="286301"/>
                  <a:pt x="2281521" y="275524"/>
                </a:cubicBezTo>
                <a:cubicBezTo>
                  <a:pt x="2273434" y="267437"/>
                  <a:pt x="2265365" y="260005"/>
                  <a:pt x="2257296" y="253263"/>
                </a:cubicBezTo>
                <a:cubicBezTo>
                  <a:pt x="2249227" y="246521"/>
                  <a:pt x="2241140" y="243159"/>
                  <a:pt x="2233053" y="243159"/>
                </a:cubicBezTo>
                <a:lnTo>
                  <a:pt x="2200741" y="210794"/>
                </a:lnTo>
                <a:cubicBezTo>
                  <a:pt x="2195397" y="210794"/>
                  <a:pt x="2190018" y="213502"/>
                  <a:pt x="2184639" y="218881"/>
                </a:cubicBezTo>
                <a:cubicBezTo>
                  <a:pt x="2173844" y="229675"/>
                  <a:pt x="2172499" y="247211"/>
                  <a:pt x="2180586" y="271472"/>
                </a:cubicBezTo>
                <a:lnTo>
                  <a:pt x="2140205" y="235072"/>
                </a:lnTo>
                <a:lnTo>
                  <a:pt x="2148292" y="259333"/>
                </a:lnTo>
                <a:lnTo>
                  <a:pt x="2107893" y="251246"/>
                </a:lnTo>
                <a:cubicBezTo>
                  <a:pt x="2105203" y="251246"/>
                  <a:pt x="2103859" y="252591"/>
                  <a:pt x="2103859" y="255298"/>
                </a:cubicBezTo>
                <a:cubicBezTo>
                  <a:pt x="2103859" y="257988"/>
                  <a:pt x="2103859" y="261368"/>
                  <a:pt x="2103859" y="265402"/>
                </a:cubicBezTo>
                <a:cubicBezTo>
                  <a:pt x="2103859" y="269455"/>
                  <a:pt x="2106548" y="275524"/>
                  <a:pt x="2111945" y="283611"/>
                </a:cubicBezTo>
                <a:lnTo>
                  <a:pt x="2132171" y="315976"/>
                </a:lnTo>
                <a:lnTo>
                  <a:pt x="2103859" y="315976"/>
                </a:lnTo>
                <a:lnTo>
                  <a:pt x="2107893" y="372602"/>
                </a:lnTo>
                <a:lnTo>
                  <a:pt x="2011010" y="283611"/>
                </a:lnTo>
                <a:lnTo>
                  <a:pt x="1974664" y="372602"/>
                </a:lnTo>
                <a:lnTo>
                  <a:pt x="1954491" y="315976"/>
                </a:lnTo>
                <a:lnTo>
                  <a:pt x="1942370" y="279559"/>
                </a:lnTo>
                <a:cubicBezTo>
                  <a:pt x="1939662" y="317321"/>
                  <a:pt x="1936973" y="353721"/>
                  <a:pt x="1934265" y="388793"/>
                </a:cubicBezTo>
                <a:cubicBezTo>
                  <a:pt x="1931575" y="421140"/>
                  <a:pt x="1928213" y="455523"/>
                  <a:pt x="1924161" y="491940"/>
                </a:cubicBezTo>
                <a:lnTo>
                  <a:pt x="1915755" y="553188"/>
                </a:lnTo>
                <a:lnTo>
                  <a:pt x="302754" y="553188"/>
                </a:lnTo>
                <a:lnTo>
                  <a:pt x="303303" y="546544"/>
                </a:lnTo>
                <a:cubicBezTo>
                  <a:pt x="301281" y="543846"/>
                  <a:pt x="296902" y="542496"/>
                  <a:pt x="290160" y="542496"/>
                </a:cubicBezTo>
                <a:cubicBezTo>
                  <a:pt x="276676" y="542496"/>
                  <a:pt x="268589" y="542496"/>
                  <a:pt x="265882" y="542496"/>
                </a:cubicBezTo>
                <a:cubicBezTo>
                  <a:pt x="263192" y="542496"/>
                  <a:pt x="257795" y="545203"/>
                  <a:pt x="249708" y="550601"/>
                </a:cubicBezTo>
                <a:lnTo>
                  <a:pt x="247981" y="553188"/>
                </a:lnTo>
                <a:lnTo>
                  <a:pt x="146190" y="553188"/>
                </a:lnTo>
                <a:lnTo>
                  <a:pt x="144526" y="546548"/>
                </a:lnTo>
                <a:cubicBezTo>
                  <a:pt x="144526" y="541151"/>
                  <a:pt x="145198" y="535754"/>
                  <a:pt x="146561" y="530375"/>
                </a:cubicBezTo>
                <a:cubicBezTo>
                  <a:pt x="147906" y="524978"/>
                  <a:pt x="151268" y="519580"/>
                  <a:pt x="156665" y="514183"/>
                </a:cubicBezTo>
                <a:cubicBezTo>
                  <a:pt x="151268" y="516891"/>
                  <a:pt x="144526" y="519580"/>
                  <a:pt x="136439" y="522270"/>
                </a:cubicBezTo>
                <a:cubicBezTo>
                  <a:pt x="131042" y="524978"/>
                  <a:pt x="125645" y="527667"/>
                  <a:pt x="120265" y="530375"/>
                </a:cubicBezTo>
                <a:cubicBezTo>
                  <a:pt x="114868" y="533064"/>
                  <a:pt x="110816" y="534409"/>
                  <a:pt x="108126" y="534409"/>
                </a:cubicBezTo>
                <a:lnTo>
                  <a:pt x="95987" y="538461"/>
                </a:lnTo>
                <a:cubicBezTo>
                  <a:pt x="90590" y="541151"/>
                  <a:pt x="85193" y="542496"/>
                  <a:pt x="79814" y="542496"/>
                </a:cubicBezTo>
                <a:cubicBezTo>
                  <a:pt x="74416" y="545203"/>
                  <a:pt x="69692" y="546548"/>
                  <a:pt x="65657" y="546548"/>
                </a:cubicBezTo>
                <a:lnTo>
                  <a:pt x="57346" y="553188"/>
                </a:lnTo>
                <a:lnTo>
                  <a:pt x="0" y="553188"/>
                </a:lnTo>
                <a:lnTo>
                  <a:pt x="2944" y="538461"/>
                </a:lnTo>
                <a:cubicBezTo>
                  <a:pt x="255" y="530375"/>
                  <a:pt x="1600" y="520925"/>
                  <a:pt x="6997" y="510149"/>
                </a:cubicBezTo>
                <a:cubicBezTo>
                  <a:pt x="9686" y="504752"/>
                  <a:pt x="12394" y="500699"/>
                  <a:pt x="15083" y="498010"/>
                </a:cubicBezTo>
                <a:cubicBezTo>
                  <a:pt x="15083" y="492612"/>
                  <a:pt x="17773" y="487215"/>
                  <a:pt x="23170" y="481818"/>
                </a:cubicBezTo>
                <a:cubicBezTo>
                  <a:pt x="31257" y="473731"/>
                  <a:pt x="39362" y="475076"/>
                  <a:pt x="47449" y="485871"/>
                </a:cubicBezTo>
                <a:cubicBezTo>
                  <a:pt x="50138" y="480473"/>
                  <a:pt x="54191" y="476439"/>
                  <a:pt x="59588" y="473731"/>
                </a:cubicBezTo>
                <a:cubicBezTo>
                  <a:pt x="73072" y="468334"/>
                  <a:pt x="87900" y="466989"/>
                  <a:pt x="104074" y="469697"/>
                </a:cubicBezTo>
                <a:lnTo>
                  <a:pt x="83848" y="453505"/>
                </a:lnTo>
                <a:cubicBezTo>
                  <a:pt x="81158" y="450816"/>
                  <a:pt x="79814" y="446763"/>
                  <a:pt x="79814" y="441366"/>
                </a:cubicBezTo>
                <a:cubicBezTo>
                  <a:pt x="77106" y="438677"/>
                  <a:pt x="75761" y="435987"/>
                  <a:pt x="75761" y="433280"/>
                </a:cubicBezTo>
                <a:cubicBezTo>
                  <a:pt x="75761" y="430590"/>
                  <a:pt x="73072" y="429245"/>
                  <a:pt x="67674" y="429245"/>
                </a:cubicBezTo>
                <a:cubicBezTo>
                  <a:pt x="62277" y="429245"/>
                  <a:pt x="54191" y="426538"/>
                  <a:pt x="43396" y="421140"/>
                </a:cubicBezTo>
                <a:cubicBezTo>
                  <a:pt x="37999" y="418451"/>
                  <a:pt x="33965" y="415761"/>
                  <a:pt x="31257" y="413054"/>
                </a:cubicBezTo>
                <a:lnTo>
                  <a:pt x="43396" y="400914"/>
                </a:lnTo>
                <a:lnTo>
                  <a:pt x="91935" y="433280"/>
                </a:lnTo>
                <a:cubicBezTo>
                  <a:pt x="97332" y="430590"/>
                  <a:pt x="102729" y="426538"/>
                  <a:pt x="108126" y="421140"/>
                </a:cubicBezTo>
                <a:cubicBezTo>
                  <a:pt x="116213" y="413054"/>
                  <a:pt x="120265" y="399570"/>
                  <a:pt x="120265" y="380689"/>
                </a:cubicBezTo>
                <a:cubicBezTo>
                  <a:pt x="114868" y="367205"/>
                  <a:pt x="111489" y="354393"/>
                  <a:pt x="110144" y="342272"/>
                </a:cubicBezTo>
                <a:cubicBezTo>
                  <a:pt x="108799" y="330133"/>
                  <a:pt x="113524" y="318666"/>
                  <a:pt x="124300" y="307889"/>
                </a:cubicBezTo>
                <a:cubicBezTo>
                  <a:pt x="127007" y="313269"/>
                  <a:pt x="131042" y="320011"/>
                  <a:pt x="136439" y="328115"/>
                </a:cubicBezTo>
                <a:cubicBezTo>
                  <a:pt x="147233" y="344289"/>
                  <a:pt x="159355" y="352376"/>
                  <a:pt x="172839" y="352376"/>
                </a:cubicBezTo>
                <a:cubicBezTo>
                  <a:pt x="172839" y="355083"/>
                  <a:pt x="175546" y="356428"/>
                  <a:pt x="180943" y="356428"/>
                </a:cubicBezTo>
                <a:cubicBezTo>
                  <a:pt x="183633" y="356428"/>
                  <a:pt x="184978" y="355083"/>
                  <a:pt x="184978" y="352376"/>
                </a:cubicBezTo>
                <a:lnTo>
                  <a:pt x="172839" y="352376"/>
                </a:lnTo>
                <a:lnTo>
                  <a:pt x="172839" y="328115"/>
                </a:lnTo>
                <a:lnTo>
                  <a:pt x="172839" y="283611"/>
                </a:lnTo>
                <a:lnTo>
                  <a:pt x="172839" y="275524"/>
                </a:lnTo>
                <a:cubicBezTo>
                  <a:pt x="175546" y="280921"/>
                  <a:pt x="178236" y="284956"/>
                  <a:pt x="180943" y="287663"/>
                </a:cubicBezTo>
                <a:cubicBezTo>
                  <a:pt x="186323" y="295750"/>
                  <a:pt x="191720" y="297095"/>
                  <a:pt x="197117" y="291698"/>
                </a:cubicBezTo>
                <a:cubicBezTo>
                  <a:pt x="197117" y="289008"/>
                  <a:pt x="197789" y="287663"/>
                  <a:pt x="199134" y="287663"/>
                </a:cubicBezTo>
                <a:cubicBezTo>
                  <a:pt x="200497" y="287663"/>
                  <a:pt x="201169" y="286301"/>
                  <a:pt x="201169" y="283611"/>
                </a:cubicBezTo>
                <a:lnTo>
                  <a:pt x="205204" y="279559"/>
                </a:lnTo>
                <a:lnTo>
                  <a:pt x="237569" y="283611"/>
                </a:lnTo>
                <a:cubicBezTo>
                  <a:pt x="234879" y="278214"/>
                  <a:pt x="233517" y="270127"/>
                  <a:pt x="233517" y="259333"/>
                </a:cubicBezTo>
                <a:cubicBezTo>
                  <a:pt x="233517" y="240469"/>
                  <a:pt x="244311" y="226986"/>
                  <a:pt x="265882" y="218881"/>
                </a:cubicBezTo>
                <a:cubicBezTo>
                  <a:pt x="271279" y="224278"/>
                  <a:pt x="276676" y="231020"/>
                  <a:pt x="282073" y="239107"/>
                </a:cubicBezTo>
                <a:cubicBezTo>
                  <a:pt x="292850" y="255298"/>
                  <a:pt x="294194" y="272817"/>
                  <a:pt x="286108" y="291698"/>
                </a:cubicBezTo>
                <a:lnTo>
                  <a:pt x="334646" y="267437"/>
                </a:lnTo>
                <a:cubicBezTo>
                  <a:pt x="334646" y="267437"/>
                  <a:pt x="338699" y="263385"/>
                  <a:pt x="346785" y="255298"/>
                </a:cubicBezTo>
                <a:cubicBezTo>
                  <a:pt x="349493" y="252591"/>
                  <a:pt x="352183" y="251246"/>
                  <a:pt x="354872" y="251246"/>
                </a:cubicBezTo>
                <a:lnTo>
                  <a:pt x="350838" y="267437"/>
                </a:lnTo>
                <a:lnTo>
                  <a:pt x="387237" y="239107"/>
                </a:lnTo>
                <a:lnTo>
                  <a:pt x="419602" y="287663"/>
                </a:lnTo>
                <a:lnTo>
                  <a:pt x="407463" y="235072"/>
                </a:lnTo>
                <a:lnTo>
                  <a:pt x="460054" y="287663"/>
                </a:lnTo>
                <a:lnTo>
                  <a:pt x="468141" y="271472"/>
                </a:lnTo>
                <a:cubicBezTo>
                  <a:pt x="470848" y="266075"/>
                  <a:pt x="477590" y="255298"/>
                  <a:pt x="488367" y="239107"/>
                </a:cubicBezTo>
                <a:cubicBezTo>
                  <a:pt x="493764" y="225623"/>
                  <a:pt x="495109" y="212811"/>
                  <a:pt x="492419" y="200690"/>
                </a:cubicBezTo>
                <a:cubicBezTo>
                  <a:pt x="489712" y="188551"/>
                  <a:pt x="489712" y="179792"/>
                  <a:pt x="492419" y="174395"/>
                </a:cubicBezTo>
                <a:cubicBezTo>
                  <a:pt x="497816" y="168997"/>
                  <a:pt x="504558" y="160911"/>
                  <a:pt x="512645" y="150116"/>
                </a:cubicBezTo>
                <a:cubicBezTo>
                  <a:pt x="520732" y="139340"/>
                  <a:pt x="522077" y="129890"/>
                  <a:pt x="516680" y="121804"/>
                </a:cubicBezTo>
                <a:cubicBezTo>
                  <a:pt x="511300" y="111009"/>
                  <a:pt x="509265" y="104940"/>
                  <a:pt x="510628" y="103595"/>
                </a:cubicBezTo>
                <a:cubicBezTo>
                  <a:pt x="511973" y="102250"/>
                  <a:pt x="505903" y="101578"/>
                  <a:pt x="492419" y="101578"/>
                </a:cubicBezTo>
                <a:cubicBezTo>
                  <a:pt x="478935" y="101578"/>
                  <a:pt x="468141" y="103595"/>
                  <a:pt x="460054" y="107647"/>
                </a:cubicBezTo>
                <a:cubicBezTo>
                  <a:pt x="451967" y="111682"/>
                  <a:pt x="445225" y="109664"/>
                  <a:pt x="439828" y="101578"/>
                </a:cubicBezTo>
                <a:cubicBezTo>
                  <a:pt x="434431" y="96180"/>
                  <a:pt x="433759" y="92146"/>
                  <a:pt x="437811" y="89439"/>
                </a:cubicBezTo>
                <a:cubicBezTo>
                  <a:pt x="441846" y="86749"/>
                  <a:pt x="438483" y="82697"/>
                  <a:pt x="427689" y="77299"/>
                </a:cubicBezTo>
                <a:cubicBezTo>
                  <a:pt x="416913" y="69213"/>
                  <a:pt x="411515" y="61126"/>
                  <a:pt x="411515" y="53039"/>
                </a:cubicBezTo>
                <a:lnTo>
                  <a:pt x="411515" y="36848"/>
                </a:lnTo>
                <a:close/>
                <a:moveTo>
                  <a:pt x="206383" y="295"/>
                </a:moveTo>
                <a:lnTo>
                  <a:pt x="296059" y="295"/>
                </a:lnTo>
                <a:lnTo>
                  <a:pt x="269934" y="16622"/>
                </a:lnTo>
                <a:cubicBezTo>
                  <a:pt x="261847" y="22019"/>
                  <a:pt x="252398" y="26743"/>
                  <a:pt x="241621" y="30778"/>
                </a:cubicBezTo>
                <a:cubicBezTo>
                  <a:pt x="230827" y="34830"/>
                  <a:pt x="221395" y="35503"/>
                  <a:pt x="213291" y="32813"/>
                </a:cubicBezTo>
                <a:cubicBezTo>
                  <a:pt x="199807" y="32813"/>
                  <a:pt x="191720" y="30778"/>
                  <a:pt x="189030" y="26743"/>
                </a:cubicBezTo>
                <a:cubicBezTo>
                  <a:pt x="186323" y="22691"/>
                  <a:pt x="180943" y="22019"/>
                  <a:pt x="172839" y="24726"/>
                </a:cubicBezTo>
                <a:cubicBezTo>
                  <a:pt x="172839" y="22019"/>
                  <a:pt x="174201" y="19329"/>
                  <a:pt x="176891" y="16622"/>
                </a:cubicBezTo>
                <a:cubicBezTo>
                  <a:pt x="182288" y="11242"/>
                  <a:pt x="191720" y="8535"/>
                  <a:pt x="205204" y="8535"/>
                </a:cubicBezTo>
                <a:close/>
              </a:path>
            </a:pathLst>
          </a:custGeom>
          <a:solidFill>
            <a:schemeClr val="accent6">
              <a:lumMod val="75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6" name="Freeform 15"/>
          <p:cNvSpPr/>
          <p:nvPr/>
        </p:nvSpPr>
        <p:spPr>
          <a:xfrm>
            <a:off x="3777232" y="3189765"/>
            <a:ext cx="3616391" cy="882500"/>
          </a:xfrm>
          <a:custGeom>
            <a:avLst/>
            <a:gdLst>
              <a:gd name="connsiteX0" fmla="*/ 1434768 w 3616391"/>
              <a:gd name="connsiteY0" fmla="*/ 465995 h 882500"/>
              <a:gd name="connsiteX1" fmla="*/ 1370055 w 3616391"/>
              <a:gd name="connsiteY1" fmla="*/ 510499 h 882500"/>
              <a:gd name="connsiteX2" fmla="*/ 1327569 w 3616391"/>
              <a:gd name="connsiteY2" fmla="*/ 544881 h 882500"/>
              <a:gd name="connsiteX3" fmla="*/ 1309378 w 3616391"/>
              <a:gd name="connsiteY3" fmla="*/ 563090 h 882500"/>
              <a:gd name="connsiteX4" fmla="*/ 1321499 w 3616391"/>
              <a:gd name="connsiteY4" fmla="*/ 595437 h 882500"/>
              <a:gd name="connsiteX5" fmla="*/ 1337690 w 3616391"/>
              <a:gd name="connsiteY5" fmla="*/ 615663 h 882500"/>
              <a:gd name="connsiteX6" fmla="*/ 1406455 w 3616391"/>
              <a:gd name="connsiteY6" fmla="*/ 587351 h 882500"/>
              <a:gd name="connsiteX7" fmla="*/ 1414542 w 3616391"/>
              <a:gd name="connsiteY7" fmla="*/ 554986 h 882500"/>
              <a:gd name="connsiteX8" fmla="*/ 1430733 w 3616391"/>
              <a:gd name="connsiteY8" fmla="*/ 530725 h 882500"/>
              <a:gd name="connsiteX9" fmla="*/ 1450959 w 3616391"/>
              <a:gd name="connsiteY9" fmla="*/ 510499 h 882500"/>
              <a:gd name="connsiteX10" fmla="*/ 1495446 w 3616391"/>
              <a:gd name="connsiteY10" fmla="*/ 567125 h 882500"/>
              <a:gd name="connsiteX11" fmla="*/ 1519653 w 3616391"/>
              <a:gd name="connsiteY11" fmla="*/ 510499 h 882500"/>
              <a:gd name="connsiteX12" fmla="*/ 1539879 w 3616391"/>
              <a:gd name="connsiteY12" fmla="*/ 571177 h 882500"/>
              <a:gd name="connsiteX13" fmla="*/ 1580278 w 3616391"/>
              <a:gd name="connsiteY13" fmla="*/ 546899 h 882500"/>
              <a:gd name="connsiteX14" fmla="*/ 1572173 w 3616391"/>
              <a:gd name="connsiteY14" fmla="*/ 583316 h 882500"/>
              <a:gd name="connsiteX15" fmla="*/ 1588294 w 3616391"/>
              <a:gd name="connsiteY15" fmla="*/ 587351 h 882500"/>
              <a:gd name="connsiteX16" fmla="*/ 1608520 w 3616391"/>
              <a:gd name="connsiteY16" fmla="*/ 611629 h 882500"/>
              <a:gd name="connsiteX17" fmla="*/ 1612572 w 3616391"/>
              <a:gd name="connsiteY17" fmla="*/ 627803 h 882500"/>
              <a:gd name="connsiteX18" fmla="*/ 1620659 w 3616391"/>
              <a:gd name="connsiteY18" fmla="*/ 643994 h 882500"/>
              <a:gd name="connsiteX19" fmla="*/ 1628746 w 3616391"/>
              <a:gd name="connsiteY19" fmla="*/ 656115 h 882500"/>
              <a:gd name="connsiteX20" fmla="*/ 1612572 w 3616391"/>
              <a:gd name="connsiteY20" fmla="*/ 660168 h 882500"/>
              <a:gd name="connsiteX21" fmla="*/ 1628746 w 3616391"/>
              <a:gd name="connsiteY21" fmla="*/ 676341 h 882500"/>
              <a:gd name="connsiteX22" fmla="*/ 1632798 w 3616391"/>
              <a:gd name="connsiteY22" fmla="*/ 704672 h 882500"/>
              <a:gd name="connsiteX23" fmla="*/ 1622676 w 3616391"/>
              <a:gd name="connsiteY23" fmla="*/ 716793 h 882500"/>
              <a:gd name="connsiteX24" fmla="*/ 1580278 w 3616391"/>
              <a:gd name="connsiteY24" fmla="*/ 745124 h 882500"/>
              <a:gd name="connsiteX25" fmla="*/ 1541843 w 3616391"/>
              <a:gd name="connsiteY25" fmla="*/ 793662 h 882500"/>
              <a:gd name="connsiteX26" fmla="*/ 1547913 w 3616391"/>
              <a:gd name="connsiteY26" fmla="*/ 801749 h 882500"/>
              <a:gd name="connsiteX27" fmla="*/ 1558017 w 3616391"/>
              <a:gd name="connsiteY27" fmla="*/ 795680 h 882500"/>
              <a:gd name="connsiteX28" fmla="*/ 1572173 w 3616391"/>
              <a:gd name="connsiteY28" fmla="*/ 789610 h 882500"/>
              <a:gd name="connsiteX29" fmla="*/ 1588294 w 3616391"/>
              <a:gd name="connsiteY29" fmla="*/ 785575 h 882500"/>
              <a:gd name="connsiteX30" fmla="*/ 1588294 w 3616391"/>
              <a:gd name="connsiteY30" fmla="*/ 821975 h 882500"/>
              <a:gd name="connsiteX31" fmla="*/ 1632798 w 3616391"/>
              <a:gd name="connsiteY31" fmla="*/ 801749 h 882500"/>
              <a:gd name="connsiteX32" fmla="*/ 1657059 w 3616391"/>
              <a:gd name="connsiteY32" fmla="*/ 850288 h 882500"/>
              <a:gd name="connsiteX33" fmla="*/ 1665163 w 3616391"/>
              <a:gd name="connsiteY33" fmla="*/ 862427 h 882500"/>
              <a:gd name="connsiteX34" fmla="*/ 1701563 w 3616391"/>
              <a:gd name="connsiteY34" fmla="*/ 870514 h 882500"/>
              <a:gd name="connsiteX35" fmla="*/ 1685389 w 3616391"/>
              <a:gd name="connsiteY35" fmla="*/ 696567 h 882500"/>
              <a:gd name="connsiteX36" fmla="*/ 1673250 w 3616391"/>
              <a:gd name="connsiteY36" fmla="*/ 563090 h 882500"/>
              <a:gd name="connsiteX37" fmla="*/ 1665163 w 3616391"/>
              <a:gd name="connsiteY37" fmla="*/ 478134 h 882500"/>
              <a:gd name="connsiteX38" fmla="*/ 1657059 w 3616391"/>
              <a:gd name="connsiteY38" fmla="*/ 490273 h 882500"/>
              <a:gd name="connsiteX39" fmla="*/ 1640885 w 3616391"/>
              <a:gd name="connsiteY39" fmla="*/ 498360 h 882500"/>
              <a:gd name="connsiteX40" fmla="*/ 1624711 w 3616391"/>
              <a:gd name="connsiteY40" fmla="*/ 502412 h 882500"/>
              <a:gd name="connsiteX41" fmla="*/ 1582260 w 3616391"/>
              <a:gd name="connsiteY41" fmla="*/ 498360 h 882500"/>
              <a:gd name="connsiteX42" fmla="*/ 1556000 w 3616391"/>
              <a:gd name="connsiteY42" fmla="*/ 490273 h 882500"/>
              <a:gd name="connsiteX43" fmla="*/ 1531757 w 3616391"/>
              <a:gd name="connsiteY43" fmla="*/ 486221 h 882500"/>
              <a:gd name="connsiteX44" fmla="*/ 1491411 w 3616391"/>
              <a:gd name="connsiteY44" fmla="*/ 478134 h 882500"/>
              <a:gd name="connsiteX45" fmla="*/ 1434768 w 3616391"/>
              <a:gd name="connsiteY45" fmla="*/ 465995 h 882500"/>
              <a:gd name="connsiteX46" fmla="*/ 529909 w 3616391"/>
              <a:gd name="connsiteY46" fmla="*/ 0 h 882500"/>
              <a:gd name="connsiteX47" fmla="*/ 1900315 w 3616391"/>
              <a:gd name="connsiteY47" fmla="*/ 0 h 882500"/>
              <a:gd name="connsiteX48" fmla="*/ 1895169 w 3616391"/>
              <a:gd name="connsiteY48" fmla="*/ 9009 h 882500"/>
              <a:gd name="connsiteX49" fmla="*/ 1881013 w 3616391"/>
              <a:gd name="connsiteY49" fmla="*/ 35340 h 882500"/>
              <a:gd name="connsiteX50" fmla="*/ 1870891 w 3616391"/>
              <a:gd name="connsiteY50" fmla="*/ 57619 h 882500"/>
              <a:gd name="connsiteX51" fmla="*/ 1862804 w 3616391"/>
              <a:gd name="connsiteY51" fmla="*/ 83914 h 882500"/>
              <a:gd name="connsiteX52" fmla="*/ 1858752 w 3616391"/>
              <a:gd name="connsiteY52" fmla="*/ 110210 h 882500"/>
              <a:gd name="connsiteX53" fmla="*/ 1854717 w 3616391"/>
              <a:gd name="connsiteY53" fmla="*/ 134488 h 882500"/>
              <a:gd name="connsiteX54" fmla="*/ 1891117 w 3616391"/>
              <a:gd name="connsiteY54" fmla="*/ 140557 h 882500"/>
              <a:gd name="connsiteX55" fmla="*/ 1919430 w 3616391"/>
              <a:gd name="connsiteY55" fmla="*/ 134488 h 882500"/>
              <a:gd name="connsiteX56" fmla="*/ 1947689 w 3616391"/>
              <a:gd name="connsiteY56" fmla="*/ 126383 h 882500"/>
              <a:gd name="connsiteX57" fmla="*/ 1931569 w 3616391"/>
              <a:gd name="connsiteY57" fmla="*/ 69758 h 882500"/>
              <a:gd name="connsiteX58" fmla="*/ 1951741 w 3616391"/>
              <a:gd name="connsiteY58" fmla="*/ 49532 h 882500"/>
              <a:gd name="connsiteX59" fmla="*/ 1923482 w 3616391"/>
              <a:gd name="connsiteY59" fmla="*/ 45426 h 882500"/>
              <a:gd name="connsiteX60" fmla="*/ 1947689 w 3616391"/>
              <a:gd name="connsiteY60" fmla="*/ 25200 h 882500"/>
              <a:gd name="connsiteX61" fmla="*/ 1927108 w 3616391"/>
              <a:gd name="connsiteY61" fmla="*/ 0 h 882500"/>
              <a:gd name="connsiteX62" fmla="*/ 3082228 w 3616391"/>
              <a:gd name="connsiteY62" fmla="*/ 0 h 882500"/>
              <a:gd name="connsiteX63" fmla="*/ 3094569 w 3616391"/>
              <a:gd name="connsiteY63" fmla="*/ 5612 h 882500"/>
              <a:gd name="connsiteX64" fmla="*/ 3118829 w 3616391"/>
              <a:gd name="connsiteY64" fmla="*/ 9593 h 882500"/>
              <a:gd name="connsiteX65" fmla="*/ 3139055 w 3616391"/>
              <a:gd name="connsiteY65" fmla="*/ 21714 h 882500"/>
              <a:gd name="connsiteX66" fmla="*/ 3139055 w 3616391"/>
              <a:gd name="connsiteY66" fmla="*/ 33800 h 882500"/>
              <a:gd name="connsiteX67" fmla="*/ 3151195 w 3616391"/>
              <a:gd name="connsiteY67" fmla="*/ 53956 h 882500"/>
              <a:gd name="connsiteX68" fmla="*/ 3135021 w 3616391"/>
              <a:gd name="connsiteY68" fmla="*/ 82215 h 882500"/>
              <a:gd name="connsiteX69" fmla="*/ 3183560 w 3616391"/>
              <a:gd name="connsiteY69" fmla="*/ 78163 h 882500"/>
              <a:gd name="connsiteX70" fmla="*/ 3195699 w 3616391"/>
              <a:gd name="connsiteY70" fmla="*/ 90355 h 882500"/>
              <a:gd name="connsiteX71" fmla="*/ 3203785 w 3616391"/>
              <a:gd name="connsiteY71" fmla="*/ 110776 h 882500"/>
              <a:gd name="connsiteX72" fmla="*/ 3189629 w 3616391"/>
              <a:gd name="connsiteY72" fmla="*/ 127144 h 882500"/>
              <a:gd name="connsiteX73" fmla="*/ 3175473 w 3616391"/>
              <a:gd name="connsiteY73" fmla="*/ 143459 h 882500"/>
              <a:gd name="connsiteX74" fmla="*/ 3175473 w 3616391"/>
              <a:gd name="connsiteY74" fmla="*/ 155722 h 882500"/>
              <a:gd name="connsiteX75" fmla="*/ 3175473 w 3616391"/>
              <a:gd name="connsiteY75" fmla="*/ 163880 h 882500"/>
              <a:gd name="connsiteX76" fmla="*/ 3207820 w 3616391"/>
              <a:gd name="connsiteY76" fmla="*/ 159828 h 882500"/>
              <a:gd name="connsiteX77" fmla="*/ 3232098 w 3616391"/>
              <a:gd name="connsiteY77" fmla="*/ 153670 h 882500"/>
              <a:gd name="connsiteX78" fmla="*/ 3248272 w 3616391"/>
              <a:gd name="connsiteY78" fmla="*/ 143459 h 882500"/>
              <a:gd name="connsiteX79" fmla="*/ 3264463 w 3616391"/>
              <a:gd name="connsiteY79" fmla="*/ 184283 h 882500"/>
              <a:gd name="connsiteX80" fmla="*/ 3284689 w 3616391"/>
              <a:gd name="connsiteY80" fmla="*/ 196546 h 882500"/>
              <a:gd name="connsiteX81" fmla="*/ 3260411 w 3616391"/>
              <a:gd name="connsiteY81" fmla="*/ 200651 h 882500"/>
              <a:gd name="connsiteX82" fmla="*/ 3232098 w 3616391"/>
              <a:gd name="connsiteY82" fmla="*/ 216966 h 882500"/>
              <a:gd name="connsiteX83" fmla="*/ 3203785 w 3616391"/>
              <a:gd name="connsiteY83" fmla="*/ 245598 h 882500"/>
              <a:gd name="connsiteX84" fmla="*/ 3232098 w 3616391"/>
              <a:gd name="connsiteY84" fmla="*/ 286421 h 882500"/>
              <a:gd name="connsiteX85" fmla="*/ 3248272 w 3616391"/>
              <a:gd name="connsiteY85" fmla="*/ 329315 h 882500"/>
              <a:gd name="connsiteX86" fmla="*/ 3248272 w 3616391"/>
              <a:gd name="connsiteY86" fmla="*/ 376244 h 882500"/>
              <a:gd name="connsiteX87" fmla="*/ 3215925 w 3616391"/>
              <a:gd name="connsiteY87" fmla="*/ 368086 h 882500"/>
              <a:gd name="connsiteX88" fmla="*/ 3147142 w 3616391"/>
              <a:gd name="connsiteY88" fmla="*/ 433453 h 882500"/>
              <a:gd name="connsiteX89" fmla="*/ 3187594 w 3616391"/>
              <a:gd name="connsiteY89" fmla="*/ 461766 h 882500"/>
              <a:gd name="connsiteX90" fmla="*/ 3203785 w 3616391"/>
              <a:gd name="connsiteY90" fmla="*/ 445574 h 882500"/>
              <a:gd name="connsiteX91" fmla="*/ 3211872 w 3616391"/>
              <a:gd name="connsiteY91" fmla="*/ 473905 h 882500"/>
              <a:gd name="connsiteX92" fmla="*/ 3252324 w 3616391"/>
              <a:gd name="connsiteY92" fmla="*/ 465800 h 882500"/>
              <a:gd name="connsiteX93" fmla="*/ 3268498 w 3616391"/>
              <a:gd name="connsiteY93" fmla="*/ 433453 h 882500"/>
              <a:gd name="connsiteX94" fmla="*/ 3284689 w 3616391"/>
              <a:gd name="connsiteY94" fmla="*/ 469853 h 882500"/>
              <a:gd name="connsiteX95" fmla="*/ 3308950 w 3616391"/>
              <a:gd name="connsiteY95" fmla="*/ 457714 h 882500"/>
              <a:gd name="connsiteX96" fmla="*/ 3292776 w 3616391"/>
              <a:gd name="connsiteY96" fmla="*/ 441540 h 882500"/>
              <a:gd name="connsiteX97" fmla="*/ 3288724 w 3616391"/>
              <a:gd name="connsiteY97" fmla="*/ 425260 h 882500"/>
              <a:gd name="connsiteX98" fmla="*/ 3308950 w 3616391"/>
              <a:gd name="connsiteY98" fmla="*/ 408927 h 882500"/>
              <a:gd name="connsiteX99" fmla="*/ 3353454 w 3616391"/>
              <a:gd name="connsiteY99" fmla="*/ 400769 h 882500"/>
              <a:gd name="connsiteX100" fmla="*/ 3365593 w 3616391"/>
              <a:gd name="connsiteY100" fmla="*/ 400769 h 882500"/>
              <a:gd name="connsiteX101" fmla="*/ 3353454 w 3616391"/>
              <a:gd name="connsiteY101" fmla="*/ 433453 h 882500"/>
              <a:gd name="connsiteX102" fmla="*/ 3361541 w 3616391"/>
              <a:gd name="connsiteY102" fmla="*/ 453856 h 882500"/>
              <a:gd name="connsiteX103" fmla="*/ 3371663 w 3616391"/>
              <a:gd name="connsiteY103" fmla="*/ 461960 h 882500"/>
              <a:gd name="connsiteX104" fmla="*/ 3385819 w 3616391"/>
              <a:gd name="connsiteY104" fmla="*/ 449821 h 882500"/>
              <a:gd name="connsiteX105" fmla="*/ 3393906 w 3616391"/>
              <a:gd name="connsiteY105" fmla="*/ 425543 h 882500"/>
              <a:gd name="connsiteX106" fmla="*/ 3401993 w 3616391"/>
              <a:gd name="connsiteY106" fmla="*/ 409369 h 882500"/>
              <a:gd name="connsiteX107" fmla="*/ 3406045 w 3616391"/>
              <a:gd name="connsiteY107" fmla="*/ 397230 h 882500"/>
              <a:gd name="connsiteX108" fmla="*/ 3410079 w 3616391"/>
              <a:gd name="connsiteY108" fmla="*/ 413404 h 882500"/>
              <a:gd name="connsiteX109" fmla="*/ 3430305 w 3616391"/>
              <a:gd name="connsiteY109" fmla="*/ 405317 h 882500"/>
              <a:gd name="connsiteX110" fmla="*/ 3478862 w 3616391"/>
              <a:gd name="connsiteY110" fmla="*/ 405317 h 882500"/>
              <a:gd name="connsiteX111" fmla="*/ 3505157 w 3616391"/>
              <a:gd name="connsiteY111" fmla="*/ 417456 h 882500"/>
              <a:gd name="connsiteX112" fmla="*/ 3531435 w 3616391"/>
              <a:gd name="connsiteY112" fmla="*/ 425543 h 882500"/>
              <a:gd name="connsiteX113" fmla="*/ 3563800 w 3616391"/>
              <a:gd name="connsiteY113" fmla="*/ 425543 h 882500"/>
              <a:gd name="connsiteX114" fmla="*/ 3575939 w 3616391"/>
              <a:gd name="connsiteY114" fmla="*/ 421509 h 882500"/>
              <a:gd name="connsiteX115" fmla="*/ 3575939 w 3616391"/>
              <a:gd name="connsiteY115" fmla="*/ 437682 h 882500"/>
              <a:gd name="connsiteX116" fmla="*/ 3567852 w 3616391"/>
              <a:gd name="connsiteY116" fmla="*/ 465995 h 882500"/>
              <a:gd name="connsiteX117" fmla="*/ 3565835 w 3616391"/>
              <a:gd name="connsiteY117" fmla="*/ 482186 h 882500"/>
              <a:gd name="connsiteX118" fmla="*/ 3535487 w 3616391"/>
              <a:gd name="connsiteY118" fmla="*/ 486221 h 882500"/>
              <a:gd name="connsiteX119" fmla="*/ 3507175 w 3616391"/>
              <a:gd name="connsiteY119" fmla="*/ 486221 h 882500"/>
              <a:gd name="connsiteX120" fmla="*/ 3474810 w 3616391"/>
              <a:gd name="connsiteY120" fmla="*/ 494308 h 882500"/>
              <a:gd name="connsiteX121" fmla="*/ 3408062 w 3616391"/>
              <a:gd name="connsiteY121" fmla="*/ 504430 h 882500"/>
              <a:gd name="connsiteX122" fmla="*/ 3369628 w 3616391"/>
              <a:gd name="connsiteY122" fmla="*/ 510499 h 882500"/>
              <a:gd name="connsiteX123" fmla="*/ 3357506 w 3616391"/>
              <a:gd name="connsiteY123" fmla="*/ 522638 h 882500"/>
              <a:gd name="connsiteX124" fmla="*/ 3349402 w 3616391"/>
              <a:gd name="connsiteY124" fmla="*/ 526673 h 882500"/>
              <a:gd name="connsiteX125" fmla="*/ 3385819 w 3616391"/>
              <a:gd name="connsiteY125" fmla="*/ 563090 h 882500"/>
              <a:gd name="connsiteX126" fmla="*/ 3325141 w 3616391"/>
              <a:gd name="connsiteY126" fmla="*/ 542864 h 882500"/>
              <a:gd name="connsiteX127" fmla="*/ 3337280 w 3616391"/>
              <a:gd name="connsiteY127" fmla="*/ 583316 h 882500"/>
              <a:gd name="connsiteX128" fmla="*/ 3308950 w 3616391"/>
              <a:gd name="connsiteY128" fmla="*/ 591403 h 882500"/>
              <a:gd name="connsiteX129" fmla="*/ 3317054 w 3616391"/>
              <a:gd name="connsiteY129" fmla="*/ 615663 h 882500"/>
              <a:gd name="connsiteX130" fmla="*/ 3313002 w 3616391"/>
              <a:gd name="connsiteY130" fmla="*/ 643994 h 882500"/>
              <a:gd name="connsiteX131" fmla="*/ 3296828 w 3616391"/>
              <a:gd name="connsiteY131" fmla="*/ 680393 h 882500"/>
              <a:gd name="connsiteX132" fmla="*/ 3321089 w 3616391"/>
              <a:gd name="connsiteY132" fmla="*/ 672307 h 882500"/>
              <a:gd name="connsiteX133" fmla="*/ 3381767 w 3616391"/>
              <a:gd name="connsiteY133" fmla="*/ 676341 h 882500"/>
              <a:gd name="connsiteX134" fmla="*/ 3420201 w 3616391"/>
              <a:gd name="connsiteY134" fmla="*/ 688480 h 882500"/>
              <a:gd name="connsiteX135" fmla="*/ 3438410 w 3616391"/>
              <a:gd name="connsiteY135" fmla="*/ 676341 h 882500"/>
              <a:gd name="connsiteX136" fmla="*/ 3490983 w 3616391"/>
              <a:gd name="connsiteY136" fmla="*/ 672307 h 882500"/>
              <a:gd name="connsiteX137" fmla="*/ 3539540 w 3616391"/>
              <a:gd name="connsiteY137" fmla="*/ 690498 h 882500"/>
              <a:gd name="connsiteX138" fmla="*/ 3584026 w 3616391"/>
              <a:gd name="connsiteY138" fmla="*/ 720845 h 882500"/>
              <a:gd name="connsiteX139" fmla="*/ 3594148 w 3616391"/>
              <a:gd name="connsiteY139" fmla="*/ 745124 h 882500"/>
              <a:gd name="connsiteX140" fmla="*/ 3604252 w 3616391"/>
              <a:gd name="connsiteY140" fmla="*/ 765350 h 882500"/>
              <a:gd name="connsiteX141" fmla="*/ 3616391 w 3616391"/>
              <a:gd name="connsiteY141" fmla="*/ 785575 h 882500"/>
              <a:gd name="connsiteX142" fmla="*/ 3555713 w 3616391"/>
              <a:gd name="connsiteY142" fmla="*/ 753210 h 882500"/>
              <a:gd name="connsiteX143" fmla="*/ 3555713 w 3616391"/>
              <a:gd name="connsiteY143" fmla="*/ 785575 h 882500"/>
              <a:gd name="connsiteX144" fmla="*/ 3535487 w 3616391"/>
              <a:gd name="connsiteY144" fmla="*/ 838149 h 882500"/>
              <a:gd name="connsiteX145" fmla="*/ 3495035 w 3616391"/>
              <a:gd name="connsiteY145" fmla="*/ 797697 h 882500"/>
              <a:gd name="connsiteX146" fmla="*/ 3430305 w 3616391"/>
              <a:gd name="connsiteY146" fmla="*/ 753210 h 882500"/>
              <a:gd name="connsiteX147" fmla="*/ 3393906 w 3616391"/>
              <a:gd name="connsiteY147" fmla="*/ 761297 h 882500"/>
              <a:gd name="connsiteX148" fmla="*/ 3357506 w 3616391"/>
              <a:gd name="connsiteY148" fmla="*/ 737019 h 882500"/>
              <a:gd name="connsiteX149" fmla="*/ 3333228 w 3616391"/>
              <a:gd name="connsiteY149" fmla="*/ 728932 h 882500"/>
              <a:gd name="connsiteX150" fmla="*/ 3321089 w 3616391"/>
              <a:gd name="connsiteY150" fmla="*/ 745124 h 882500"/>
              <a:gd name="connsiteX151" fmla="*/ 3337280 w 3616391"/>
              <a:gd name="connsiteY151" fmla="*/ 785575 h 882500"/>
              <a:gd name="connsiteX152" fmla="*/ 3357506 w 3616391"/>
              <a:gd name="connsiteY152" fmla="*/ 797697 h 882500"/>
              <a:gd name="connsiteX153" fmla="*/ 3337280 w 3616391"/>
              <a:gd name="connsiteY153" fmla="*/ 805801 h 882500"/>
              <a:gd name="connsiteX154" fmla="*/ 3317054 w 3616391"/>
              <a:gd name="connsiteY154" fmla="*/ 813888 h 882500"/>
              <a:gd name="connsiteX155" fmla="*/ 3296828 w 3616391"/>
              <a:gd name="connsiteY155" fmla="*/ 817923 h 882500"/>
              <a:gd name="connsiteX156" fmla="*/ 3248272 w 3616391"/>
              <a:gd name="connsiteY156" fmla="*/ 813888 h 882500"/>
              <a:gd name="connsiteX157" fmla="*/ 3224011 w 3616391"/>
              <a:gd name="connsiteY157" fmla="*/ 805801 h 882500"/>
              <a:gd name="connsiteX158" fmla="*/ 3248272 w 3616391"/>
              <a:gd name="connsiteY158" fmla="*/ 866479 h 882500"/>
              <a:gd name="connsiteX159" fmla="*/ 3215925 w 3616391"/>
              <a:gd name="connsiteY159" fmla="*/ 850288 h 882500"/>
              <a:gd name="connsiteX160" fmla="*/ 3221778 w 3616391"/>
              <a:gd name="connsiteY160" fmla="*/ 882500 h 882500"/>
              <a:gd name="connsiteX161" fmla="*/ 3178642 w 3616391"/>
              <a:gd name="connsiteY161" fmla="*/ 882500 h 882500"/>
              <a:gd name="connsiteX162" fmla="*/ 3145125 w 3616391"/>
              <a:gd name="connsiteY162" fmla="*/ 876583 h 882500"/>
              <a:gd name="connsiteX163" fmla="*/ 3126916 w 3616391"/>
              <a:gd name="connsiteY163" fmla="*/ 878601 h 882500"/>
              <a:gd name="connsiteX164" fmla="*/ 3121092 w 3616391"/>
              <a:gd name="connsiteY164" fmla="*/ 882500 h 882500"/>
              <a:gd name="connsiteX165" fmla="*/ 3021142 w 3616391"/>
              <a:gd name="connsiteY165" fmla="*/ 882500 h 882500"/>
              <a:gd name="connsiteX166" fmla="*/ 3005561 w 3616391"/>
              <a:gd name="connsiteY166" fmla="*/ 878601 h 882500"/>
              <a:gd name="connsiteX167" fmla="*/ 3001526 w 3616391"/>
              <a:gd name="connsiteY167" fmla="*/ 874566 h 882500"/>
              <a:gd name="connsiteX168" fmla="*/ 3001870 w 3616391"/>
              <a:gd name="connsiteY168" fmla="*/ 882500 h 882500"/>
              <a:gd name="connsiteX169" fmla="*/ 415047 w 3616391"/>
              <a:gd name="connsiteY169" fmla="*/ 882500 h 882500"/>
              <a:gd name="connsiteX170" fmla="*/ 404519 w 3616391"/>
              <a:gd name="connsiteY170" fmla="*/ 878601 h 882500"/>
              <a:gd name="connsiteX171" fmla="*/ 398279 w 3616391"/>
              <a:gd name="connsiteY171" fmla="*/ 882500 h 882500"/>
              <a:gd name="connsiteX172" fmla="*/ 308603 w 3616391"/>
              <a:gd name="connsiteY172" fmla="*/ 882500 h 882500"/>
              <a:gd name="connsiteX173" fmla="*/ 311476 w 3616391"/>
              <a:gd name="connsiteY173" fmla="*/ 862427 h 882500"/>
              <a:gd name="connsiteX174" fmla="*/ 279111 w 3616391"/>
              <a:gd name="connsiteY174" fmla="*/ 858375 h 882500"/>
              <a:gd name="connsiteX175" fmla="*/ 250798 w 3616391"/>
              <a:gd name="connsiteY175" fmla="*/ 826027 h 882500"/>
              <a:gd name="connsiteX176" fmla="*/ 234607 w 3616391"/>
              <a:gd name="connsiteY176" fmla="*/ 850288 h 882500"/>
              <a:gd name="connsiteX177" fmla="*/ 226520 w 3616391"/>
              <a:gd name="connsiteY177" fmla="*/ 850288 h 882500"/>
              <a:gd name="connsiteX178" fmla="*/ 226520 w 3616391"/>
              <a:gd name="connsiteY178" fmla="*/ 801749 h 882500"/>
              <a:gd name="connsiteX179" fmla="*/ 218433 w 3616391"/>
              <a:gd name="connsiteY179" fmla="*/ 805801 h 882500"/>
              <a:gd name="connsiteX180" fmla="*/ 190120 w 3616391"/>
              <a:gd name="connsiteY180" fmla="*/ 813888 h 882500"/>
              <a:gd name="connsiteX181" fmla="*/ 165842 w 3616391"/>
              <a:gd name="connsiteY181" fmla="*/ 817923 h 882500"/>
              <a:gd name="connsiteX182" fmla="*/ 157755 w 3616391"/>
              <a:gd name="connsiteY182" fmla="*/ 821975 h 882500"/>
              <a:gd name="connsiteX183" fmla="*/ 153703 w 3616391"/>
              <a:gd name="connsiteY183" fmla="*/ 793662 h 882500"/>
              <a:gd name="connsiteX184" fmla="*/ 186068 w 3616391"/>
              <a:gd name="connsiteY184" fmla="*/ 773436 h 882500"/>
              <a:gd name="connsiteX185" fmla="*/ 129443 w 3616391"/>
              <a:gd name="connsiteY185" fmla="*/ 720845 h 882500"/>
              <a:gd name="connsiteX186" fmla="*/ 125390 w 3616391"/>
              <a:gd name="connsiteY186" fmla="*/ 720845 h 882500"/>
              <a:gd name="connsiteX187" fmla="*/ 109217 w 3616391"/>
              <a:gd name="connsiteY187" fmla="*/ 728932 h 882500"/>
              <a:gd name="connsiteX188" fmla="*/ 91008 w 3616391"/>
              <a:gd name="connsiteY188" fmla="*/ 749158 h 882500"/>
              <a:gd name="connsiteX189" fmla="*/ 72799 w 3616391"/>
              <a:gd name="connsiteY189" fmla="*/ 761297 h 882500"/>
              <a:gd name="connsiteX190" fmla="*/ 68765 w 3616391"/>
              <a:gd name="connsiteY190" fmla="*/ 775454 h 882500"/>
              <a:gd name="connsiteX191" fmla="*/ 44487 w 3616391"/>
              <a:gd name="connsiteY191" fmla="*/ 773436 h 882500"/>
              <a:gd name="connsiteX192" fmla="*/ 30330 w 3616391"/>
              <a:gd name="connsiteY192" fmla="*/ 763315 h 882500"/>
              <a:gd name="connsiteX193" fmla="*/ 16174 w 3616391"/>
              <a:gd name="connsiteY193" fmla="*/ 753210 h 882500"/>
              <a:gd name="connsiteX194" fmla="*/ 0 w 3616391"/>
              <a:gd name="connsiteY194" fmla="*/ 745124 h 882500"/>
              <a:gd name="connsiteX195" fmla="*/ 40452 w 3616391"/>
              <a:gd name="connsiteY195" fmla="*/ 749158 h 882500"/>
              <a:gd name="connsiteX196" fmla="*/ 52573 w 3616391"/>
              <a:gd name="connsiteY196" fmla="*/ 737019 h 882500"/>
              <a:gd name="connsiteX197" fmla="*/ 64712 w 3616391"/>
              <a:gd name="connsiteY197" fmla="*/ 726915 h 882500"/>
              <a:gd name="connsiteX198" fmla="*/ 72799 w 3616391"/>
              <a:gd name="connsiteY198" fmla="*/ 716793 h 882500"/>
              <a:gd name="connsiteX199" fmla="*/ 78869 w 3616391"/>
              <a:gd name="connsiteY199" fmla="*/ 706689 h 882500"/>
              <a:gd name="connsiteX200" fmla="*/ 84939 w 3616391"/>
              <a:gd name="connsiteY200" fmla="*/ 692533 h 882500"/>
              <a:gd name="connsiteX201" fmla="*/ 93025 w 3616391"/>
              <a:gd name="connsiteY201" fmla="*/ 680393 h 882500"/>
              <a:gd name="connsiteX202" fmla="*/ 113251 w 3616391"/>
              <a:gd name="connsiteY202" fmla="*/ 680393 h 882500"/>
              <a:gd name="connsiteX203" fmla="*/ 117303 w 3616391"/>
              <a:gd name="connsiteY203" fmla="*/ 672307 h 882500"/>
              <a:gd name="connsiteX204" fmla="*/ 113251 w 3616391"/>
              <a:gd name="connsiteY204" fmla="*/ 652081 h 882500"/>
              <a:gd name="connsiteX205" fmla="*/ 101130 w 3616391"/>
              <a:gd name="connsiteY205" fmla="*/ 623768 h 882500"/>
              <a:gd name="connsiteX206" fmla="*/ 101130 w 3616391"/>
              <a:gd name="connsiteY206" fmla="*/ 595437 h 882500"/>
              <a:gd name="connsiteX207" fmla="*/ 115286 w 3616391"/>
              <a:gd name="connsiteY207" fmla="*/ 571177 h 882500"/>
              <a:gd name="connsiteX208" fmla="*/ 129443 w 3616391"/>
              <a:gd name="connsiteY208" fmla="*/ 546899 h 882500"/>
              <a:gd name="connsiteX209" fmla="*/ 133477 w 3616391"/>
              <a:gd name="connsiteY209" fmla="*/ 524656 h 882500"/>
              <a:gd name="connsiteX210" fmla="*/ 141582 w 3616391"/>
              <a:gd name="connsiteY210" fmla="*/ 526673 h 882500"/>
              <a:gd name="connsiteX211" fmla="*/ 143599 w 3616391"/>
              <a:gd name="connsiteY211" fmla="*/ 542864 h 882500"/>
              <a:gd name="connsiteX212" fmla="*/ 149669 w 3616391"/>
              <a:gd name="connsiteY212" fmla="*/ 563090 h 882500"/>
              <a:gd name="connsiteX213" fmla="*/ 163825 w 3616391"/>
              <a:gd name="connsiteY213" fmla="*/ 593420 h 882500"/>
              <a:gd name="connsiteX214" fmla="*/ 177981 w 3616391"/>
              <a:gd name="connsiteY214" fmla="*/ 615663 h 882500"/>
              <a:gd name="connsiteX215" fmla="*/ 182034 w 3616391"/>
              <a:gd name="connsiteY215" fmla="*/ 643994 h 882500"/>
              <a:gd name="connsiteX216" fmla="*/ 169894 w 3616391"/>
              <a:gd name="connsiteY216" fmla="*/ 660168 h 882500"/>
              <a:gd name="connsiteX217" fmla="*/ 161808 w 3616391"/>
              <a:gd name="connsiteY217" fmla="*/ 680393 h 882500"/>
              <a:gd name="connsiteX218" fmla="*/ 177981 w 3616391"/>
              <a:gd name="connsiteY218" fmla="*/ 700619 h 882500"/>
              <a:gd name="connsiteX219" fmla="*/ 206294 w 3616391"/>
              <a:gd name="connsiteY219" fmla="*/ 680393 h 882500"/>
              <a:gd name="connsiteX220" fmla="*/ 210346 w 3616391"/>
              <a:gd name="connsiteY220" fmla="*/ 666237 h 882500"/>
              <a:gd name="connsiteX221" fmla="*/ 214381 w 3616391"/>
              <a:gd name="connsiteY221" fmla="*/ 652081 h 882500"/>
              <a:gd name="connsiteX222" fmla="*/ 218433 w 3616391"/>
              <a:gd name="connsiteY222" fmla="*/ 635889 h 882500"/>
              <a:gd name="connsiteX223" fmla="*/ 238659 w 3616391"/>
              <a:gd name="connsiteY223" fmla="*/ 648028 h 882500"/>
              <a:gd name="connsiteX224" fmla="*/ 266972 w 3616391"/>
              <a:gd name="connsiteY224" fmla="*/ 680393 h 882500"/>
              <a:gd name="connsiteX225" fmla="*/ 283163 w 3616391"/>
              <a:gd name="connsiteY225" fmla="*/ 656115 h 882500"/>
              <a:gd name="connsiteX226" fmla="*/ 327650 w 3616391"/>
              <a:gd name="connsiteY226" fmla="*/ 643994 h 882500"/>
              <a:gd name="connsiteX227" fmla="*/ 368102 w 3616391"/>
              <a:gd name="connsiteY227" fmla="*/ 583316 h 882500"/>
              <a:gd name="connsiteX228" fmla="*/ 396414 w 3616391"/>
              <a:gd name="connsiteY228" fmla="*/ 571177 h 882500"/>
              <a:gd name="connsiteX229" fmla="*/ 394397 w 3616391"/>
              <a:gd name="connsiteY229" fmla="*/ 587351 h 882500"/>
              <a:gd name="connsiteX230" fmla="*/ 400467 w 3616391"/>
              <a:gd name="connsiteY230" fmla="*/ 603542 h 882500"/>
              <a:gd name="connsiteX231" fmla="*/ 408553 w 3616391"/>
              <a:gd name="connsiteY231" fmla="*/ 613646 h 882500"/>
              <a:gd name="connsiteX232" fmla="*/ 424745 w 3616391"/>
              <a:gd name="connsiteY232" fmla="*/ 611629 h 882500"/>
              <a:gd name="connsiteX233" fmla="*/ 434849 w 3616391"/>
              <a:gd name="connsiteY233" fmla="*/ 601507 h 882500"/>
              <a:gd name="connsiteX234" fmla="*/ 453058 w 3616391"/>
              <a:gd name="connsiteY234" fmla="*/ 607577 h 882500"/>
              <a:gd name="connsiteX235" fmla="*/ 479353 w 3616391"/>
              <a:gd name="connsiteY235" fmla="*/ 609594 h 882500"/>
              <a:gd name="connsiteX236" fmla="*/ 489457 w 3616391"/>
              <a:gd name="connsiteY236" fmla="*/ 595437 h 882500"/>
              <a:gd name="connsiteX237" fmla="*/ 513735 w 3616391"/>
              <a:gd name="connsiteY237" fmla="*/ 591403 h 882500"/>
              <a:gd name="connsiteX238" fmla="*/ 525875 w 3616391"/>
              <a:gd name="connsiteY238" fmla="*/ 595437 h 882500"/>
              <a:gd name="connsiteX239" fmla="*/ 529909 w 3616391"/>
              <a:gd name="connsiteY239" fmla="*/ 623768 h 882500"/>
              <a:gd name="connsiteX240" fmla="*/ 505649 w 3616391"/>
              <a:gd name="connsiteY240" fmla="*/ 631855 h 882500"/>
              <a:gd name="connsiteX241" fmla="*/ 529909 w 3616391"/>
              <a:gd name="connsiteY241" fmla="*/ 643994 h 882500"/>
              <a:gd name="connsiteX242" fmla="*/ 525875 w 3616391"/>
              <a:gd name="connsiteY242" fmla="*/ 656115 h 882500"/>
              <a:gd name="connsiteX243" fmla="*/ 533961 w 3616391"/>
              <a:gd name="connsiteY243" fmla="*/ 648028 h 882500"/>
              <a:gd name="connsiteX244" fmla="*/ 570361 w 3616391"/>
              <a:gd name="connsiteY244" fmla="*/ 664220 h 882500"/>
              <a:gd name="connsiteX245" fmla="*/ 614865 w 3616391"/>
              <a:gd name="connsiteY245" fmla="*/ 680393 h 882500"/>
              <a:gd name="connsiteX246" fmla="*/ 631039 w 3616391"/>
              <a:gd name="connsiteY246" fmla="*/ 676341 h 882500"/>
              <a:gd name="connsiteX247" fmla="*/ 610813 w 3616391"/>
              <a:gd name="connsiteY247" fmla="*/ 660168 h 882500"/>
              <a:gd name="connsiteX248" fmla="*/ 606778 w 3616391"/>
              <a:gd name="connsiteY248" fmla="*/ 607577 h 882500"/>
              <a:gd name="connsiteX249" fmla="*/ 614865 w 3616391"/>
              <a:gd name="connsiteY249" fmla="*/ 575212 h 882500"/>
              <a:gd name="connsiteX250" fmla="*/ 618900 w 3616391"/>
              <a:gd name="connsiteY250" fmla="*/ 554986 h 882500"/>
              <a:gd name="connsiteX251" fmla="*/ 618900 w 3616391"/>
              <a:gd name="connsiteY251" fmla="*/ 542864 h 882500"/>
              <a:gd name="connsiteX252" fmla="*/ 594639 w 3616391"/>
              <a:gd name="connsiteY252" fmla="*/ 579264 h 882500"/>
              <a:gd name="connsiteX253" fmla="*/ 590587 w 3616391"/>
              <a:gd name="connsiteY253" fmla="*/ 554986 h 882500"/>
              <a:gd name="connsiteX254" fmla="*/ 588570 w 3616391"/>
              <a:gd name="connsiteY254" fmla="*/ 536795 h 882500"/>
              <a:gd name="connsiteX255" fmla="*/ 590587 w 3616391"/>
              <a:gd name="connsiteY255" fmla="*/ 518586 h 882500"/>
              <a:gd name="connsiteX256" fmla="*/ 594639 w 3616391"/>
              <a:gd name="connsiteY256" fmla="*/ 490273 h 882500"/>
              <a:gd name="connsiteX257" fmla="*/ 598674 w 3616391"/>
              <a:gd name="connsiteY257" fmla="*/ 482186 h 882500"/>
              <a:gd name="connsiteX258" fmla="*/ 582500 w 3616391"/>
              <a:gd name="connsiteY258" fmla="*/ 457908 h 882500"/>
              <a:gd name="connsiteX259" fmla="*/ 574413 w 3616391"/>
              <a:gd name="connsiteY259" fmla="*/ 478134 h 882500"/>
              <a:gd name="connsiteX260" fmla="*/ 554187 w 3616391"/>
              <a:gd name="connsiteY260" fmla="*/ 510499 h 882500"/>
              <a:gd name="connsiteX261" fmla="*/ 533961 w 3616391"/>
              <a:gd name="connsiteY261" fmla="*/ 524656 h 882500"/>
              <a:gd name="connsiteX262" fmla="*/ 513735 w 3616391"/>
              <a:gd name="connsiteY262" fmla="*/ 538812 h 882500"/>
              <a:gd name="connsiteX263" fmla="*/ 489457 w 3616391"/>
              <a:gd name="connsiteY263" fmla="*/ 554986 h 882500"/>
              <a:gd name="connsiteX264" fmla="*/ 497544 w 3616391"/>
              <a:gd name="connsiteY264" fmla="*/ 538812 h 882500"/>
              <a:gd name="connsiteX265" fmla="*/ 501596 w 3616391"/>
              <a:gd name="connsiteY265" fmla="*/ 520603 h 882500"/>
              <a:gd name="connsiteX266" fmla="*/ 505649 w 3616391"/>
              <a:gd name="connsiteY266" fmla="*/ 498360 h 882500"/>
              <a:gd name="connsiteX267" fmla="*/ 513735 w 3616391"/>
              <a:gd name="connsiteY267" fmla="*/ 474082 h 882500"/>
              <a:gd name="connsiteX268" fmla="*/ 517770 w 3616391"/>
              <a:gd name="connsiteY268" fmla="*/ 465995 h 882500"/>
              <a:gd name="connsiteX269" fmla="*/ 497544 w 3616391"/>
              <a:gd name="connsiteY269" fmla="*/ 465995 h 882500"/>
              <a:gd name="connsiteX270" fmla="*/ 473284 w 3616391"/>
              <a:gd name="connsiteY270" fmla="*/ 494308 h 882500"/>
              <a:gd name="connsiteX271" fmla="*/ 457092 w 3616391"/>
              <a:gd name="connsiteY271" fmla="*/ 474082 h 882500"/>
              <a:gd name="connsiteX272" fmla="*/ 453058 w 3616391"/>
              <a:gd name="connsiteY272" fmla="*/ 453732 h 882500"/>
              <a:gd name="connsiteX273" fmla="*/ 465197 w 3616391"/>
              <a:gd name="connsiteY273" fmla="*/ 425172 h 882500"/>
              <a:gd name="connsiteX274" fmla="*/ 424745 w 3616391"/>
              <a:gd name="connsiteY274" fmla="*/ 441469 h 882500"/>
              <a:gd name="connsiteX275" fmla="*/ 394397 w 3616391"/>
              <a:gd name="connsiteY275" fmla="*/ 455785 h 882500"/>
              <a:gd name="connsiteX276" fmla="*/ 372154 w 3616391"/>
              <a:gd name="connsiteY276" fmla="*/ 465995 h 882500"/>
              <a:gd name="connsiteX277" fmla="*/ 337772 w 3616391"/>
              <a:gd name="connsiteY277" fmla="*/ 484204 h 882500"/>
              <a:gd name="connsiteX278" fmla="*/ 307424 w 3616391"/>
              <a:gd name="connsiteY278" fmla="*/ 490273 h 882500"/>
              <a:gd name="connsiteX279" fmla="*/ 299337 w 3616391"/>
              <a:gd name="connsiteY279" fmla="*/ 490273 h 882500"/>
              <a:gd name="connsiteX280" fmla="*/ 315511 w 3616391"/>
              <a:gd name="connsiteY280" fmla="*/ 470047 h 882500"/>
              <a:gd name="connsiteX281" fmla="*/ 327650 w 3616391"/>
              <a:gd name="connsiteY281" fmla="*/ 455785 h 882500"/>
              <a:gd name="connsiteX282" fmla="*/ 335737 w 3616391"/>
              <a:gd name="connsiteY282" fmla="*/ 441469 h 882500"/>
              <a:gd name="connsiteX283" fmla="*/ 349911 w 3616391"/>
              <a:gd name="connsiteY283" fmla="*/ 417014 h 882500"/>
              <a:gd name="connsiteX284" fmla="*/ 372154 w 3616391"/>
              <a:gd name="connsiteY284" fmla="*/ 400646 h 882500"/>
              <a:gd name="connsiteX285" fmla="*/ 404519 w 3616391"/>
              <a:gd name="connsiteY285" fmla="*/ 402734 h 882500"/>
              <a:gd name="connsiteX286" fmla="*/ 449005 w 3616391"/>
              <a:gd name="connsiteY286" fmla="*/ 392488 h 882500"/>
              <a:gd name="connsiteX287" fmla="*/ 477318 w 3616391"/>
              <a:gd name="connsiteY287" fmla="*/ 376190 h 882500"/>
              <a:gd name="connsiteX288" fmla="*/ 477318 w 3616391"/>
              <a:gd name="connsiteY288" fmla="*/ 372067 h 882500"/>
              <a:gd name="connsiteX289" fmla="*/ 453058 w 3616391"/>
              <a:gd name="connsiteY289" fmla="*/ 359804 h 882500"/>
              <a:gd name="connsiteX290" fmla="*/ 420693 w 3616391"/>
              <a:gd name="connsiteY290" fmla="*/ 355770 h 882500"/>
              <a:gd name="connsiteX291" fmla="*/ 398449 w 3616391"/>
              <a:gd name="connsiteY291" fmla="*/ 363927 h 882500"/>
              <a:gd name="connsiteX292" fmla="*/ 368102 w 3616391"/>
              <a:gd name="connsiteY292" fmla="*/ 368033 h 882500"/>
              <a:gd name="connsiteX293" fmla="*/ 355962 w 3616391"/>
              <a:gd name="connsiteY293" fmla="*/ 370050 h 882500"/>
              <a:gd name="connsiteX294" fmla="*/ 347876 w 3616391"/>
              <a:gd name="connsiteY294" fmla="*/ 368033 h 882500"/>
              <a:gd name="connsiteX295" fmla="*/ 339789 w 3616391"/>
              <a:gd name="connsiteY295" fmla="*/ 368033 h 882500"/>
              <a:gd name="connsiteX296" fmla="*/ 347876 w 3616391"/>
              <a:gd name="connsiteY296" fmla="*/ 355770 h 882500"/>
              <a:gd name="connsiteX297" fmla="*/ 364067 w 3616391"/>
              <a:gd name="connsiteY297" fmla="*/ 331244 h 882500"/>
              <a:gd name="connsiteX298" fmla="*/ 372154 w 3616391"/>
              <a:gd name="connsiteY298" fmla="*/ 325104 h 882500"/>
              <a:gd name="connsiteX299" fmla="*/ 380241 w 3616391"/>
              <a:gd name="connsiteY299" fmla="*/ 318981 h 882500"/>
              <a:gd name="connsiteX300" fmla="*/ 388328 w 3616391"/>
              <a:gd name="connsiteY300" fmla="*/ 314929 h 882500"/>
              <a:gd name="connsiteX301" fmla="*/ 364067 w 3616391"/>
              <a:gd name="connsiteY301" fmla="*/ 298560 h 882500"/>
              <a:gd name="connsiteX302" fmla="*/ 339789 w 3616391"/>
              <a:gd name="connsiteY302" fmla="*/ 292473 h 882500"/>
              <a:gd name="connsiteX303" fmla="*/ 319563 w 3616391"/>
              <a:gd name="connsiteY303" fmla="*/ 286297 h 882500"/>
              <a:gd name="connsiteX304" fmla="*/ 311476 w 3616391"/>
              <a:gd name="connsiteY304" fmla="*/ 274105 h 882500"/>
              <a:gd name="connsiteX305" fmla="*/ 311476 w 3616391"/>
              <a:gd name="connsiteY305" fmla="*/ 265894 h 882500"/>
              <a:gd name="connsiteX306" fmla="*/ 299337 w 3616391"/>
              <a:gd name="connsiteY306" fmla="*/ 270000 h 882500"/>
              <a:gd name="connsiteX307" fmla="*/ 287198 w 3616391"/>
              <a:gd name="connsiteY307" fmla="*/ 274105 h 882500"/>
              <a:gd name="connsiteX308" fmla="*/ 279111 w 3616391"/>
              <a:gd name="connsiteY308" fmla="*/ 278157 h 882500"/>
              <a:gd name="connsiteX309" fmla="*/ 269007 w 3616391"/>
              <a:gd name="connsiteY309" fmla="*/ 290403 h 882500"/>
              <a:gd name="connsiteX310" fmla="*/ 258885 w 3616391"/>
              <a:gd name="connsiteY310" fmla="*/ 298560 h 882500"/>
              <a:gd name="connsiteX311" fmla="*/ 242711 w 3616391"/>
              <a:gd name="connsiteY311" fmla="*/ 296543 h 882500"/>
              <a:gd name="connsiteX312" fmla="*/ 234607 w 3616391"/>
              <a:gd name="connsiteY312" fmla="*/ 282263 h 882500"/>
              <a:gd name="connsiteX313" fmla="*/ 234607 w 3616391"/>
              <a:gd name="connsiteY313" fmla="*/ 265912 h 882500"/>
              <a:gd name="connsiteX314" fmla="*/ 238659 w 3616391"/>
              <a:gd name="connsiteY314" fmla="*/ 237316 h 882500"/>
              <a:gd name="connsiteX315" fmla="*/ 242711 w 3616391"/>
              <a:gd name="connsiteY315" fmla="*/ 196493 h 882500"/>
              <a:gd name="connsiteX316" fmla="*/ 258885 w 3616391"/>
              <a:gd name="connsiteY316" fmla="*/ 192440 h 882500"/>
              <a:gd name="connsiteX317" fmla="*/ 273042 w 3616391"/>
              <a:gd name="connsiteY317" fmla="*/ 190388 h 882500"/>
              <a:gd name="connsiteX318" fmla="*/ 287198 w 3616391"/>
              <a:gd name="connsiteY318" fmla="*/ 192440 h 882500"/>
              <a:gd name="connsiteX319" fmla="*/ 262937 w 3616391"/>
              <a:gd name="connsiteY319" fmla="*/ 172020 h 882500"/>
              <a:gd name="connsiteX320" fmla="*/ 234607 w 3616391"/>
              <a:gd name="connsiteY320" fmla="*/ 143389 h 882500"/>
              <a:gd name="connsiteX321" fmla="*/ 246746 w 3616391"/>
              <a:gd name="connsiteY321" fmla="*/ 127091 h 882500"/>
              <a:gd name="connsiteX322" fmla="*/ 242711 w 3616391"/>
              <a:gd name="connsiteY322" fmla="*/ 125038 h 882500"/>
              <a:gd name="connsiteX323" fmla="*/ 275059 w 3616391"/>
              <a:gd name="connsiteY323" fmla="*/ 127091 h 882500"/>
              <a:gd name="connsiteX324" fmla="*/ 301354 w 3616391"/>
              <a:gd name="connsiteY324" fmla="*/ 131161 h 882500"/>
              <a:gd name="connsiteX325" fmla="*/ 309459 w 3616391"/>
              <a:gd name="connsiteY325" fmla="*/ 137301 h 882500"/>
              <a:gd name="connsiteX326" fmla="*/ 313493 w 3616391"/>
              <a:gd name="connsiteY326" fmla="*/ 139354 h 882500"/>
              <a:gd name="connsiteX327" fmla="*/ 331702 w 3616391"/>
              <a:gd name="connsiteY327" fmla="*/ 135249 h 882500"/>
              <a:gd name="connsiteX328" fmla="*/ 347876 w 3616391"/>
              <a:gd name="connsiteY328" fmla="*/ 118933 h 882500"/>
              <a:gd name="connsiteX329" fmla="*/ 343841 w 3616391"/>
              <a:gd name="connsiteY329" fmla="*/ 110723 h 882500"/>
              <a:gd name="connsiteX330" fmla="*/ 360015 w 3616391"/>
              <a:gd name="connsiteY330" fmla="*/ 118933 h 882500"/>
              <a:gd name="connsiteX331" fmla="*/ 372154 w 3616391"/>
              <a:gd name="connsiteY331" fmla="*/ 139354 h 882500"/>
              <a:gd name="connsiteX332" fmla="*/ 380241 w 3616391"/>
              <a:gd name="connsiteY332" fmla="*/ 106670 h 882500"/>
              <a:gd name="connsiteX333" fmla="*/ 398449 w 3616391"/>
              <a:gd name="connsiteY333" fmla="*/ 82145 h 882500"/>
              <a:gd name="connsiteX334" fmla="*/ 428779 w 3616391"/>
              <a:gd name="connsiteY334" fmla="*/ 65847 h 882500"/>
              <a:gd name="connsiteX335" fmla="*/ 436866 w 3616391"/>
              <a:gd name="connsiteY335" fmla="*/ 16990 h 882500"/>
              <a:gd name="connsiteX336" fmla="*/ 461144 w 3616391"/>
              <a:gd name="connsiteY336" fmla="*/ 37269 h 882500"/>
              <a:gd name="connsiteX337" fmla="*/ 479353 w 3616391"/>
              <a:gd name="connsiteY337" fmla="*/ 59707 h 882500"/>
              <a:gd name="connsiteX338" fmla="*/ 489457 w 3616391"/>
              <a:gd name="connsiteY338" fmla="*/ 90302 h 882500"/>
              <a:gd name="connsiteX339" fmla="*/ 501596 w 3616391"/>
              <a:gd name="connsiteY339" fmla="*/ 69882 h 882500"/>
              <a:gd name="connsiteX340" fmla="*/ 533961 w 3616391"/>
              <a:gd name="connsiteY340" fmla="*/ 57689 h 882500"/>
              <a:gd name="connsiteX341" fmla="*/ 529909 w 3616391"/>
              <a:gd name="connsiteY341" fmla="*/ 33163 h 88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3616391" h="882500">
                <a:moveTo>
                  <a:pt x="1434768" y="465995"/>
                </a:moveTo>
                <a:cubicBezTo>
                  <a:pt x="1410507" y="482186"/>
                  <a:pt x="1388919" y="497015"/>
                  <a:pt x="1370055" y="510499"/>
                </a:cubicBezTo>
                <a:cubicBezTo>
                  <a:pt x="1353864" y="523983"/>
                  <a:pt x="1339708" y="535432"/>
                  <a:pt x="1327569" y="544881"/>
                </a:cubicBezTo>
                <a:cubicBezTo>
                  <a:pt x="1315447" y="554313"/>
                  <a:pt x="1309378" y="560383"/>
                  <a:pt x="1309378" y="563090"/>
                </a:cubicBezTo>
                <a:cubicBezTo>
                  <a:pt x="1306670" y="568470"/>
                  <a:pt x="1310723" y="579264"/>
                  <a:pt x="1321499" y="595437"/>
                </a:cubicBezTo>
                <a:cubicBezTo>
                  <a:pt x="1326896" y="603542"/>
                  <a:pt x="1332293" y="610284"/>
                  <a:pt x="1337690" y="615663"/>
                </a:cubicBezTo>
                <a:lnTo>
                  <a:pt x="1406455" y="587351"/>
                </a:lnTo>
                <a:cubicBezTo>
                  <a:pt x="1406455" y="576574"/>
                  <a:pt x="1409145" y="565780"/>
                  <a:pt x="1414542" y="554986"/>
                </a:cubicBezTo>
                <a:cubicBezTo>
                  <a:pt x="1419939" y="546899"/>
                  <a:pt x="1425336" y="538812"/>
                  <a:pt x="1430733" y="530725"/>
                </a:cubicBezTo>
                <a:cubicBezTo>
                  <a:pt x="1436113" y="522638"/>
                  <a:pt x="1442855" y="515896"/>
                  <a:pt x="1450959" y="510499"/>
                </a:cubicBezTo>
                <a:lnTo>
                  <a:pt x="1495446" y="567125"/>
                </a:lnTo>
                <a:lnTo>
                  <a:pt x="1519653" y="510499"/>
                </a:lnTo>
                <a:lnTo>
                  <a:pt x="1539879" y="571177"/>
                </a:lnTo>
                <a:lnTo>
                  <a:pt x="1580278" y="546899"/>
                </a:lnTo>
                <a:lnTo>
                  <a:pt x="1572173" y="583316"/>
                </a:lnTo>
                <a:cubicBezTo>
                  <a:pt x="1577570" y="583316"/>
                  <a:pt x="1582950" y="584661"/>
                  <a:pt x="1588294" y="587351"/>
                </a:cubicBezTo>
                <a:cubicBezTo>
                  <a:pt x="1599088" y="592748"/>
                  <a:pt x="1605830" y="600835"/>
                  <a:pt x="1608520" y="611629"/>
                </a:cubicBezTo>
                <a:cubicBezTo>
                  <a:pt x="1608520" y="617026"/>
                  <a:pt x="1609865" y="622405"/>
                  <a:pt x="1612572" y="627803"/>
                </a:cubicBezTo>
                <a:cubicBezTo>
                  <a:pt x="1615262" y="633200"/>
                  <a:pt x="1617969" y="638597"/>
                  <a:pt x="1620659" y="643994"/>
                </a:cubicBezTo>
                <a:cubicBezTo>
                  <a:pt x="1623349" y="649373"/>
                  <a:pt x="1626056" y="653426"/>
                  <a:pt x="1628746" y="656115"/>
                </a:cubicBezTo>
                <a:lnTo>
                  <a:pt x="1612572" y="660168"/>
                </a:lnTo>
                <a:lnTo>
                  <a:pt x="1628746" y="676341"/>
                </a:lnTo>
                <a:cubicBezTo>
                  <a:pt x="1636833" y="684446"/>
                  <a:pt x="1638195" y="693877"/>
                  <a:pt x="1632798" y="704672"/>
                </a:cubicBezTo>
                <a:cubicBezTo>
                  <a:pt x="1627401" y="715448"/>
                  <a:pt x="1624039" y="719501"/>
                  <a:pt x="1622676" y="716793"/>
                </a:cubicBezTo>
                <a:cubicBezTo>
                  <a:pt x="1621331" y="714103"/>
                  <a:pt x="1607193" y="723535"/>
                  <a:pt x="1580278" y="745124"/>
                </a:cubicBezTo>
                <a:cubicBezTo>
                  <a:pt x="1556000" y="769384"/>
                  <a:pt x="1543188" y="785575"/>
                  <a:pt x="1541843" y="793662"/>
                </a:cubicBezTo>
                <a:cubicBezTo>
                  <a:pt x="1540498" y="801749"/>
                  <a:pt x="1542516" y="804439"/>
                  <a:pt x="1547913" y="801749"/>
                </a:cubicBezTo>
                <a:cubicBezTo>
                  <a:pt x="1550603" y="799059"/>
                  <a:pt x="1553982" y="797024"/>
                  <a:pt x="1558017" y="795680"/>
                </a:cubicBezTo>
                <a:cubicBezTo>
                  <a:pt x="1562069" y="794335"/>
                  <a:pt x="1566794" y="792317"/>
                  <a:pt x="1572173" y="789610"/>
                </a:cubicBezTo>
                <a:cubicBezTo>
                  <a:pt x="1577570" y="786920"/>
                  <a:pt x="1582950" y="785575"/>
                  <a:pt x="1588294" y="785575"/>
                </a:cubicBezTo>
                <a:lnTo>
                  <a:pt x="1588294" y="821975"/>
                </a:lnTo>
                <a:lnTo>
                  <a:pt x="1632798" y="801749"/>
                </a:lnTo>
                <a:lnTo>
                  <a:pt x="1657059" y="850288"/>
                </a:lnTo>
                <a:cubicBezTo>
                  <a:pt x="1657059" y="855685"/>
                  <a:pt x="1659766" y="859737"/>
                  <a:pt x="1665163" y="862427"/>
                </a:cubicBezTo>
                <a:cubicBezTo>
                  <a:pt x="1670543" y="870514"/>
                  <a:pt x="1682682" y="873221"/>
                  <a:pt x="1701563" y="870514"/>
                </a:cubicBezTo>
                <a:cubicBezTo>
                  <a:pt x="1696166" y="808491"/>
                  <a:pt x="1690768" y="750503"/>
                  <a:pt x="1685389" y="696567"/>
                </a:cubicBezTo>
                <a:cubicBezTo>
                  <a:pt x="1679992" y="650736"/>
                  <a:pt x="1675940" y="606232"/>
                  <a:pt x="1673250" y="563090"/>
                </a:cubicBezTo>
                <a:cubicBezTo>
                  <a:pt x="1670543" y="519931"/>
                  <a:pt x="1667853" y="491618"/>
                  <a:pt x="1665163" y="478134"/>
                </a:cubicBezTo>
                <a:cubicBezTo>
                  <a:pt x="1665163" y="483531"/>
                  <a:pt x="1662456" y="487566"/>
                  <a:pt x="1657059" y="490273"/>
                </a:cubicBezTo>
                <a:cubicBezTo>
                  <a:pt x="1651679" y="492963"/>
                  <a:pt x="1646282" y="495670"/>
                  <a:pt x="1640885" y="498360"/>
                </a:cubicBezTo>
                <a:cubicBezTo>
                  <a:pt x="1635488" y="501050"/>
                  <a:pt x="1630091" y="502412"/>
                  <a:pt x="1624711" y="502412"/>
                </a:cubicBezTo>
                <a:cubicBezTo>
                  <a:pt x="1608520" y="502412"/>
                  <a:pt x="1594381" y="501050"/>
                  <a:pt x="1582260" y="498360"/>
                </a:cubicBezTo>
                <a:cubicBezTo>
                  <a:pt x="1570156" y="495670"/>
                  <a:pt x="1561397" y="492963"/>
                  <a:pt x="1556000" y="490273"/>
                </a:cubicBezTo>
                <a:cubicBezTo>
                  <a:pt x="1553310" y="490273"/>
                  <a:pt x="1545223" y="488928"/>
                  <a:pt x="1531757" y="486221"/>
                </a:cubicBezTo>
                <a:cubicBezTo>
                  <a:pt x="1518291" y="483531"/>
                  <a:pt x="1504842" y="480824"/>
                  <a:pt x="1491411" y="478134"/>
                </a:cubicBezTo>
                <a:cubicBezTo>
                  <a:pt x="1475220" y="475444"/>
                  <a:pt x="1456339" y="471392"/>
                  <a:pt x="1434768" y="465995"/>
                </a:cubicBezTo>
                <a:close/>
                <a:moveTo>
                  <a:pt x="529909" y="0"/>
                </a:moveTo>
                <a:lnTo>
                  <a:pt x="1900315" y="0"/>
                </a:lnTo>
                <a:lnTo>
                  <a:pt x="1895169" y="9009"/>
                </a:lnTo>
                <a:cubicBezTo>
                  <a:pt x="1889772" y="17114"/>
                  <a:pt x="1885047" y="25891"/>
                  <a:pt x="1881013" y="35340"/>
                </a:cubicBezTo>
                <a:cubicBezTo>
                  <a:pt x="1876960" y="44807"/>
                  <a:pt x="1873598" y="52221"/>
                  <a:pt x="1870891" y="57619"/>
                </a:cubicBezTo>
                <a:cubicBezTo>
                  <a:pt x="1865494" y="65705"/>
                  <a:pt x="1862804" y="74482"/>
                  <a:pt x="1862804" y="83914"/>
                </a:cubicBezTo>
                <a:cubicBezTo>
                  <a:pt x="1862804" y="93363"/>
                  <a:pt x="1861459" y="102123"/>
                  <a:pt x="1858752" y="110210"/>
                </a:cubicBezTo>
                <a:cubicBezTo>
                  <a:pt x="1856062" y="121004"/>
                  <a:pt x="1854717" y="129091"/>
                  <a:pt x="1854717" y="134488"/>
                </a:cubicBezTo>
                <a:cubicBezTo>
                  <a:pt x="1868201" y="139867"/>
                  <a:pt x="1880340" y="141902"/>
                  <a:pt x="1891117" y="140557"/>
                </a:cubicBezTo>
                <a:cubicBezTo>
                  <a:pt x="1901911" y="139195"/>
                  <a:pt x="1911343" y="137177"/>
                  <a:pt x="1919430" y="134488"/>
                </a:cubicBezTo>
                <a:cubicBezTo>
                  <a:pt x="1930224" y="131780"/>
                  <a:pt x="1939638" y="129091"/>
                  <a:pt x="1947689" y="126383"/>
                </a:cubicBezTo>
                <a:lnTo>
                  <a:pt x="1931569" y="69758"/>
                </a:lnTo>
                <a:lnTo>
                  <a:pt x="1951741" y="49532"/>
                </a:lnTo>
                <a:lnTo>
                  <a:pt x="1923482" y="45426"/>
                </a:lnTo>
                <a:lnTo>
                  <a:pt x="1947689" y="25200"/>
                </a:lnTo>
                <a:lnTo>
                  <a:pt x="1927108" y="0"/>
                </a:lnTo>
                <a:lnTo>
                  <a:pt x="3082228" y="0"/>
                </a:lnTo>
                <a:lnTo>
                  <a:pt x="3094569" y="5612"/>
                </a:lnTo>
                <a:cubicBezTo>
                  <a:pt x="3102656" y="8266"/>
                  <a:pt x="3110743" y="9593"/>
                  <a:pt x="3118829" y="9593"/>
                </a:cubicBezTo>
                <a:lnTo>
                  <a:pt x="3139055" y="21714"/>
                </a:lnTo>
                <a:lnTo>
                  <a:pt x="3139055" y="33800"/>
                </a:lnTo>
                <a:lnTo>
                  <a:pt x="3151195" y="53956"/>
                </a:lnTo>
                <a:lnTo>
                  <a:pt x="3135021" y="82215"/>
                </a:lnTo>
                <a:lnTo>
                  <a:pt x="3183560" y="78163"/>
                </a:lnTo>
                <a:lnTo>
                  <a:pt x="3195699" y="90355"/>
                </a:lnTo>
                <a:cubicBezTo>
                  <a:pt x="3201078" y="103981"/>
                  <a:pt x="3203785" y="110776"/>
                  <a:pt x="3203785" y="110776"/>
                </a:cubicBezTo>
                <a:cubicBezTo>
                  <a:pt x="3201078" y="116261"/>
                  <a:pt x="3196371" y="121712"/>
                  <a:pt x="3189629" y="127144"/>
                </a:cubicBezTo>
                <a:cubicBezTo>
                  <a:pt x="3182887" y="132577"/>
                  <a:pt x="3178162" y="138027"/>
                  <a:pt x="3175473" y="143459"/>
                </a:cubicBezTo>
                <a:cubicBezTo>
                  <a:pt x="3175473" y="143459"/>
                  <a:pt x="3175473" y="147547"/>
                  <a:pt x="3175473" y="155722"/>
                </a:cubicBezTo>
                <a:lnTo>
                  <a:pt x="3175473" y="163880"/>
                </a:lnTo>
                <a:cubicBezTo>
                  <a:pt x="3186249" y="163880"/>
                  <a:pt x="3197044" y="162517"/>
                  <a:pt x="3207820" y="159828"/>
                </a:cubicBezTo>
                <a:cubicBezTo>
                  <a:pt x="3215925" y="157085"/>
                  <a:pt x="3224011" y="155032"/>
                  <a:pt x="3232098" y="153670"/>
                </a:cubicBezTo>
                <a:cubicBezTo>
                  <a:pt x="3240185" y="152289"/>
                  <a:pt x="3245582" y="148892"/>
                  <a:pt x="3248272" y="143459"/>
                </a:cubicBezTo>
                <a:lnTo>
                  <a:pt x="3264463" y="184283"/>
                </a:lnTo>
                <a:lnTo>
                  <a:pt x="3284689" y="196546"/>
                </a:lnTo>
                <a:cubicBezTo>
                  <a:pt x="3276602" y="196546"/>
                  <a:pt x="3268498" y="197926"/>
                  <a:pt x="3260411" y="200651"/>
                </a:cubicBezTo>
                <a:cubicBezTo>
                  <a:pt x="3246927" y="206101"/>
                  <a:pt x="3237495" y="211534"/>
                  <a:pt x="3232098" y="216966"/>
                </a:cubicBezTo>
                <a:lnTo>
                  <a:pt x="3203785" y="245598"/>
                </a:lnTo>
                <a:cubicBezTo>
                  <a:pt x="3214562" y="259206"/>
                  <a:pt x="3224011" y="272813"/>
                  <a:pt x="3232098" y="286421"/>
                </a:cubicBezTo>
                <a:cubicBezTo>
                  <a:pt x="3237495" y="300047"/>
                  <a:pt x="3242893" y="314327"/>
                  <a:pt x="3248272" y="329315"/>
                </a:cubicBezTo>
                <a:cubicBezTo>
                  <a:pt x="3253669" y="344285"/>
                  <a:pt x="3253669" y="359946"/>
                  <a:pt x="3248272" y="376244"/>
                </a:cubicBezTo>
                <a:lnTo>
                  <a:pt x="3215925" y="368086"/>
                </a:lnTo>
                <a:lnTo>
                  <a:pt x="3147142" y="433453"/>
                </a:lnTo>
                <a:lnTo>
                  <a:pt x="3187594" y="461766"/>
                </a:lnTo>
                <a:lnTo>
                  <a:pt x="3203785" y="445574"/>
                </a:lnTo>
                <a:lnTo>
                  <a:pt x="3211872" y="473905"/>
                </a:lnTo>
                <a:lnTo>
                  <a:pt x="3252324" y="465800"/>
                </a:lnTo>
                <a:lnTo>
                  <a:pt x="3268498" y="433453"/>
                </a:lnTo>
                <a:lnTo>
                  <a:pt x="3284689" y="469853"/>
                </a:lnTo>
                <a:lnTo>
                  <a:pt x="3308950" y="457714"/>
                </a:lnTo>
                <a:cubicBezTo>
                  <a:pt x="3300863" y="455024"/>
                  <a:pt x="3295466" y="449627"/>
                  <a:pt x="3292776" y="441540"/>
                </a:cubicBezTo>
                <a:cubicBezTo>
                  <a:pt x="3290086" y="436143"/>
                  <a:pt x="3288724" y="430710"/>
                  <a:pt x="3288724" y="425260"/>
                </a:cubicBezTo>
                <a:cubicBezTo>
                  <a:pt x="3288724" y="419810"/>
                  <a:pt x="3295466" y="414360"/>
                  <a:pt x="3308950" y="408927"/>
                </a:cubicBezTo>
                <a:cubicBezTo>
                  <a:pt x="3335918" y="403495"/>
                  <a:pt x="3350764" y="400769"/>
                  <a:pt x="3353454" y="400769"/>
                </a:cubicBezTo>
                <a:lnTo>
                  <a:pt x="3365593" y="400769"/>
                </a:lnTo>
                <a:lnTo>
                  <a:pt x="3353454" y="433453"/>
                </a:lnTo>
                <a:cubicBezTo>
                  <a:pt x="3353454" y="441628"/>
                  <a:pt x="3356144" y="448423"/>
                  <a:pt x="3361541" y="453856"/>
                </a:cubicBezTo>
                <a:cubicBezTo>
                  <a:pt x="3364248" y="459253"/>
                  <a:pt x="3367610" y="461960"/>
                  <a:pt x="3371663" y="461960"/>
                </a:cubicBezTo>
                <a:cubicBezTo>
                  <a:pt x="3375697" y="461960"/>
                  <a:pt x="3380422" y="457908"/>
                  <a:pt x="3385819" y="449821"/>
                </a:cubicBezTo>
                <a:cubicBezTo>
                  <a:pt x="3388509" y="439027"/>
                  <a:pt x="3391216" y="430940"/>
                  <a:pt x="3393906" y="425543"/>
                </a:cubicBezTo>
                <a:cubicBezTo>
                  <a:pt x="3396595" y="420146"/>
                  <a:pt x="3399303" y="414767"/>
                  <a:pt x="3401993" y="409369"/>
                </a:cubicBezTo>
                <a:cubicBezTo>
                  <a:pt x="3404700" y="403972"/>
                  <a:pt x="3406045" y="399920"/>
                  <a:pt x="3406045" y="397230"/>
                </a:cubicBezTo>
                <a:lnTo>
                  <a:pt x="3410079" y="413404"/>
                </a:lnTo>
                <a:cubicBezTo>
                  <a:pt x="3415477" y="410714"/>
                  <a:pt x="3422219" y="408025"/>
                  <a:pt x="3430305" y="405317"/>
                </a:cubicBezTo>
                <a:cubicBezTo>
                  <a:pt x="3443789" y="399920"/>
                  <a:pt x="3459981" y="399920"/>
                  <a:pt x="3478862" y="405317"/>
                </a:cubicBezTo>
                <a:cubicBezTo>
                  <a:pt x="3492346" y="410714"/>
                  <a:pt x="3501105" y="414767"/>
                  <a:pt x="3505157" y="417456"/>
                </a:cubicBezTo>
                <a:cubicBezTo>
                  <a:pt x="3509192" y="420146"/>
                  <a:pt x="3517951" y="422853"/>
                  <a:pt x="3531435" y="425543"/>
                </a:cubicBezTo>
                <a:cubicBezTo>
                  <a:pt x="3544919" y="428251"/>
                  <a:pt x="3555713" y="428251"/>
                  <a:pt x="3563800" y="425543"/>
                </a:cubicBezTo>
                <a:cubicBezTo>
                  <a:pt x="3569197" y="425543"/>
                  <a:pt x="3573250" y="424198"/>
                  <a:pt x="3575939" y="421509"/>
                </a:cubicBezTo>
                <a:lnTo>
                  <a:pt x="3575939" y="437682"/>
                </a:lnTo>
                <a:cubicBezTo>
                  <a:pt x="3575939" y="451166"/>
                  <a:pt x="3573250" y="460598"/>
                  <a:pt x="3567852" y="465995"/>
                </a:cubicBezTo>
                <a:cubicBezTo>
                  <a:pt x="3562455" y="474082"/>
                  <a:pt x="3561783" y="479479"/>
                  <a:pt x="3565835" y="482186"/>
                </a:cubicBezTo>
                <a:cubicBezTo>
                  <a:pt x="3569870" y="484876"/>
                  <a:pt x="3559766" y="486221"/>
                  <a:pt x="3535487" y="486221"/>
                </a:cubicBezTo>
                <a:cubicBezTo>
                  <a:pt x="3513917" y="486221"/>
                  <a:pt x="3504467" y="486221"/>
                  <a:pt x="3507175" y="486221"/>
                </a:cubicBezTo>
                <a:cubicBezTo>
                  <a:pt x="3509864" y="486221"/>
                  <a:pt x="3499088" y="488928"/>
                  <a:pt x="3474810" y="494308"/>
                </a:cubicBezTo>
                <a:cubicBezTo>
                  <a:pt x="3450531" y="499705"/>
                  <a:pt x="3428288" y="503085"/>
                  <a:pt x="3408062" y="504430"/>
                </a:cubicBezTo>
                <a:cubicBezTo>
                  <a:pt x="3387836" y="505774"/>
                  <a:pt x="3375025" y="507792"/>
                  <a:pt x="3369628" y="510499"/>
                </a:cubicBezTo>
                <a:lnTo>
                  <a:pt x="3357506" y="522638"/>
                </a:lnTo>
                <a:cubicBezTo>
                  <a:pt x="3354799" y="525328"/>
                  <a:pt x="3352109" y="526673"/>
                  <a:pt x="3349402" y="526673"/>
                </a:cubicBezTo>
                <a:lnTo>
                  <a:pt x="3385819" y="563090"/>
                </a:lnTo>
                <a:lnTo>
                  <a:pt x="3325141" y="542864"/>
                </a:lnTo>
                <a:lnTo>
                  <a:pt x="3337280" y="583316"/>
                </a:lnTo>
                <a:lnTo>
                  <a:pt x="3308950" y="591403"/>
                </a:lnTo>
                <a:cubicBezTo>
                  <a:pt x="3314347" y="596800"/>
                  <a:pt x="3317054" y="604887"/>
                  <a:pt x="3317054" y="615663"/>
                </a:cubicBezTo>
                <a:cubicBezTo>
                  <a:pt x="3317054" y="623768"/>
                  <a:pt x="3315692" y="633200"/>
                  <a:pt x="3313002" y="643994"/>
                </a:cubicBezTo>
                <a:cubicBezTo>
                  <a:pt x="3310312" y="654770"/>
                  <a:pt x="3304915" y="666910"/>
                  <a:pt x="3296828" y="680393"/>
                </a:cubicBezTo>
                <a:cubicBezTo>
                  <a:pt x="3302208" y="677704"/>
                  <a:pt x="3310312" y="674996"/>
                  <a:pt x="3321089" y="672307"/>
                </a:cubicBezTo>
                <a:cubicBezTo>
                  <a:pt x="3339970" y="666910"/>
                  <a:pt x="3360196" y="668254"/>
                  <a:pt x="3381767" y="676341"/>
                </a:cubicBezTo>
                <a:cubicBezTo>
                  <a:pt x="3403337" y="687135"/>
                  <a:pt x="3416149" y="691188"/>
                  <a:pt x="3420201" y="688480"/>
                </a:cubicBezTo>
                <a:cubicBezTo>
                  <a:pt x="3424254" y="685791"/>
                  <a:pt x="3430305" y="681738"/>
                  <a:pt x="3438410" y="676341"/>
                </a:cubicBezTo>
                <a:cubicBezTo>
                  <a:pt x="3459981" y="668254"/>
                  <a:pt x="3477499" y="666910"/>
                  <a:pt x="3490983" y="672307"/>
                </a:cubicBezTo>
                <a:cubicBezTo>
                  <a:pt x="3499088" y="677704"/>
                  <a:pt x="3515261" y="683756"/>
                  <a:pt x="3539540" y="690498"/>
                </a:cubicBezTo>
                <a:cubicBezTo>
                  <a:pt x="3563800" y="697240"/>
                  <a:pt x="3578629" y="707361"/>
                  <a:pt x="3584026" y="720845"/>
                </a:cubicBezTo>
                <a:cubicBezTo>
                  <a:pt x="3589423" y="728932"/>
                  <a:pt x="3592803" y="737019"/>
                  <a:pt x="3594148" y="745124"/>
                </a:cubicBezTo>
                <a:cubicBezTo>
                  <a:pt x="3595493" y="753210"/>
                  <a:pt x="3598855" y="759952"/>
                  <a:pt x="3604252" y="765350"/>
                </a:cubicBezTo>
                <a:cubicBezTo>
                  <a:pt x="3606959" y="773436"/>
                  <a:pt x="3610994" y="780178"/>
                  <a:pt x="3616391" y="785575"/>
                </a:cubicBezTo>
                <a:lnTo>
                  <a:pt x="3555713" y="753210"/>
                </a:lnTo>
                <a:lnTo>
                  <a:pt x="3555713" y="785575"/>
                </a:lnTo>
                <a:cubicBezTo>
                  <a:pt x="3555713" y="807146"/>
                  <a:pt x="3548971" y="824665"/>
                  <a:pt x="3535487" y="838149"/>
                </a:cubicBezTo>
                <a:cubicBezTo>
                  <a:pt x="3522003" y="821975"/>
                  <a:pt x="3508519" y="808491"/>
                  <a:pt x="3495035" y="797697"/>
                </a:cubicBezTo>
                <a:cubicBezTo>
                  <a:pt x="3465378" y="773436"/>
                  <a:pt x="3443789" y="758608"/>
                  <a:pt x="3430305" y="753210"/>
                </a:cubicBezTo>
                <a:lnTo>
                  <a:pt x="3393906" y="761297"/>
                </a:lnTo>
                <a:cubicBezTo>
                  <a:pt x="3380422" y="750503"/>
                  <a:pt x="3368283" y="742416"/>
                  <a:pt x="3357506" y="737019"/>
                </a:cubicBezTo>
                <a:cubicBezTo>
                  <a:pt x="3349402" y="731640"/>
                  <a:pt x="3341315" y="728932"/>
                  <a:pt x="3333228" y="728932"/>
                </a:cubicBezTo>
                <a:cubicBezTo>
                  <a:pt x="3325141" y="728932"/>
                  <a:pt x="3321089" y="734329"/>
                  <a:pt x="3321089" y="745124"/>
                </a:cubicBezTo>
                <a:cubicBezTo>
                  <a:pt x="3321089" y="761297"/>
                  <a:pt x="3326486" y="774781"/>
                  <a:pt x="3337280" y="785575"/>
                </a:cubicBezTo>
                <a:cubicBezTo>
                  <a:pt x="3342660" y="790955"/>
                  <a:pt x="3349402" y="795007"/>
                  <a:pt x="3357506" y="797697"/>
                </a:cubicBezTo>
                <a:cubicBezTo>
                  <a:pt x="3352109" y="800404"/>
                  <a:pt x="3345367" y="803094"/>
                  <a:pt x="3337280" y="805801"/>
                </a:cubicBezTo>
                <a:cubicBezTo>
                  <a:pt x="3331883" y="808491"/>
                  <a:pt x="3325141" y="811181"/>
                  <a:pt x="3317054" y="813888"/>
                </a:cubicBezTo>
                <a:cubicBezTo>
                  <a:pt x="3308950" y="816578"/>
                  <a:pt x="3302208" y="817923"/>
                  <a:pt x="3296828" y="817923"/>
                </a:cubicBezTo>
                <a:cubicBezTo>
                  <a:pt x="3280637" y="820630"/>
                  <a:pt x="3264463" y="819285"/>
                  <a:pt x="3248272" y="813888"/>
                </a:cubicBezTo>
                <a:lnTo>
                  <a:pt x="3224011" y="805801"/>
                </a:lnTo>
                <a:lnTo>
                  <a:pt x="3248272" y="866479"/>
                </a:lnTo>
                <a:lnTo>
                  <a:pt x="3215925" y="850288"/>
                </a:lnTo>
                <a:lnTo>
                  <a:pt x="3221778" y="882500"/>
                </a:lnTo>
                <a:lnTo>
                  <a:pt x="3178642" y="882500"/>
                </a:lnTo>
                <a:lnTo>
                  <a:pt x="3145125" y="876583"/>
                </a:lnTo>
                <a:cubicBezTo>
                  <a:pt x="3135693" y="875238"/>
                  <a:pt x="3129624" y="875911"/>
                  <a:pt x="3126916" y="878601"/>
                </a:cubicBezTo>
                <a:lnTo>
                  <a:pt x="3121092" y="882500"/>
                </a:lnTo>
                <a:lnTo>
                  <a:pt x="3021142" y="882500"/>
                </a:lnTo>
                <a:lnTo>
                  <a:pt x="3005561" y="878601"/>
                </a:lnTo>
                <a:cubicBezTo>
                  <a:pt x="3002871" y="878601"/>
                  <a:pt x="3001526" y="877256"/>
                  <a:pt x="3001526" y="874566"/>
                </a:cubicBezTo>
                <a:lnTo>
                  <a:pt x="3001870" y="882500"/>
                </a:lnTo>
                <a:lnTo>
                  <a:pt x="415047" y="882500"/>
                </a:lnTo>
                <a:lnTo>
                  <a:pt x="404519" y="878601"/>
                </a:lnTo>
                <a:lnTo>
                  <a:pt x="398279" y="882500"/>
                </a:lnTo>
                <a:lnTo>
                  <a:pt x="308603" y="882500"/>
                </a:lnTo>
                <a:lnTo>
                  <a:pt x="311476" y="862427"/>
                </a:lnTo>
                <a:cubicBezTo>
                  <a:pt x="300682" y="862427"/>
                  <a:pt x="289905" y="861082"/>
                  <a:pt x="279111" y="858375"/>
                </a:cubicBezTo>
                <a:cubicBezTo>
                  <a:pt x="257540" y="852995"/>
                  <a:pt x="248091" y="842201"/>
                  <a:pt x="250798" y="826027"/>
                </a:cubicBezTo>
                <a:lnTo>
                  <a:pt x="234607" y="850288"/>
                </a:lnTo>
                <a:lnTo>
                  <a:pt x="226520" y="850288"/>
                </a:lnTo>
                <a:lnTo>
                  <a:pt x="226520" y="801749"/>
                </a:lnTo>
                <a:cubicBezTo>
                  <a:pt x="223830" y="801749"/>
                  <a:pt x="221123" y="803094"/>
                  <a:pt x="218433" y="805801"/>
                </a:cubicBezTo>
                <a:cubicBezTo>
                  <a:pt x="207639" y="811181"/>
                  <a:pt x="198207" y="813888"/>
                  <a:pt x="190120" y="813888"/>
                </a:cubicBezTo>
                <a:cubicBezTo>
                  <a:pt x="182034" y="816578"/>
                  <a:pt x="173929" y="817923"/>
                  <a:pt x="165842" y="817923"/>
                </a:cubicBezTo>
                <a:cubicBezTo>
                  <a:pt x="163153" y="817923"/>
                  <a:pt x="160445" y="819285"/>
                  <a:pt x="157755" y="821975"/>
                </a:cubicBezTo>
                <a:cubicBezTo>
                  <a:pt x="155066" y="811181"/>
                  <a:pt x="153703" y="801749"/>
                  <a:pt x="153703" y="793662"/>
                </a:cubicBezTo>
                <a:cubicBezTo>
                  <a:pt x="153703" y="777471"/>
                  <a:pt x="164497" y="770729"/>
                  <a:pt x="186068" y="773436"/>
                </a:cubicBezTo>
                <a:lnTo>
                  <a:pt x="129443" y="720845"/>
                </a:lnTo>
                <a:lnTo>
                  <a:pt x="125390" y="720845"/>
                </a:lnTo>
                <a:cubicBezTo>
                  <a:pt x="117303" y="720845"/>
                  <a:pt x="111906" y="723535"/>
                  <a:pt x="109217" y="728932"/>
                </a:cubicBezTo>
                <a:cubicBezTo>
                  <a:pt x="103820" y="737019"/>
                  <a:pt x="97750" y="743761"/>
                  <a:pt x="91008" y="749158"/>
                </a:cubicBezTo>
                <a:cubicBezTo>
                  <a:pt x="84266" y="754555"/>
                  <a:pt x="78197" y="758608"/>
                  <a:pt x="72799" y="761297"/>
                </a:cubicBezTo>
                <a:cubicBezTo>
                  <a:pt x="72799" y="766694"/>
                  <a:pt x="71455" y="771401"/>
                  <a:pt x="68765" y="775454"/>
                </a:cubicBezTo>
                <a:cubicBezTo>
                  <a:pt x="66057" y="779506"/>
                  <a:pt x="57971" y="778833"/>
                  <a:pt x="44487" y="773436"/>
                </a:cubicBezTo>
                <a:cubicBezTo>
                  <a:pt x="39089" y="770729"/>
                  <a:pt x="34383" y="767367"/>
                  <a:pt x="30330" y="763315"/>
                </a:cubicBezTo>
                <a:cubicBezTo>
                  <a:pt x="26296" y="759280"/>
                  <a:pt x="21571" y="755900"/>
                  <a:pt x="16174" y="753210"/>
                </a:cubicBezTo>
                <a:lnTo>
                  <a:pt x="0" y="745124"/>
                </a:lnTo>
                <a:lnTo>
                  <a:pt x="40452" y="749158"/>
                </a:lnTo>
                <a:lnTo>
                  <a:pt x="52573" y="737019"/>
                </a:lnTo>
                <a:cubicBezTo>
                  <a:pt x="57971" y="731640"/>
                  <a:pt x="62023" y="728260"/>
                  <a:pt x="64712" y="726915"/>
                </a:cubicBezTo>
                <a:cubicBezTo>
                  <a:pt x="67420" y="725570"/>
                  <a:pt x="70110" y="722190"/>
                  <a:pt x="72799" y="716793"/>
                </a:cubicBezTo>
                <a:cubicBezTo>
                  <a:pt x="75507" y="714103"/>
                  <a:pt x="77524" y="710724"/>
                  <a:pt x="78869" y="706689"/>
                </a:cubicBezTo>
                <a:cubicBezTo>
                  <a:pt x="80232" y="702637"/>
                  <a:pt x="82249" y="697930"/>
                  <a:pt x="84939" y="692533"/>
                </a:cubicBezTo>
                <a:cubicBezTo>
                  <a:pt x="87646" y="687135"/>
                  <a:pt x="90336" y="683083"/>
                  <a:pt x="93025" y="680393"/>
                </a:cubicBezTo>
                <a:lnTo>
                  <a:pt x="113251" y="680393"/>
                </a:lnTo>
                <a:cubicBezTo>
                  <a:pt x="115959" y="677704"/>
                  <a:pt x="117303" y="674996"/>
                  <a:pt x="117303" y="672307"/>
                </a:cubicBezTo>
                <a:cubicBezTo>
                  <a:pt x="117303" y="666910"/>
                  <a:pt x="115959" y="660168"/>
                  <a:pt x="113251" y="652081"/>
                </a:cubicBezTo>
                <a:cubicBezTo>
                  <a:pt x="107872" y="641286"/>
                  <a:pt x="103820" y="631855"/>
                  <a:pt x="101130" y="623768"/>
                </a:cubicBezTo>
                <a:cubicBezTo>
                  <a:pt x="98422" y="615663"/>
                  <a:pt x="98422" y="606232"/>
                  <a:pt x="101130" y="595437"/>
                </a:cubicBezTo>
                <a:cubicBezTo>
                  <a:pt x="103820" y="587351"/>
                  <a:pt x="108544" y="579264"/>
                  <a:pt x="115286" y="571177"/>
                </a:cubicBezTo>
                <a:cubicBezTo>
                  <a:pt x="122028" y="563090"/>
                  <a:pt x="126735" y="554986"/>
                  <a:pt x="129443" y="546899"/>
                </a:cubicBezTo>
                <a:cubicBezTo>
                  <a:pt x="129443" y="538812"/>
                  <a:pt x="130788" y="531397"/>
                  <a:pt x="133477" y="524656"/>
                </a:cubicBezTo>
                <a:cubicBezTo>
                  <a:pt x="136185" y="517914"/>
                  <a:pt x="138874" y="518586"/>
                  <a:pt x="141582" y="526673"/>
                </a:cubicBezTo>
                <a:cubicBezTo>
                  <a:pt x="144271" y="532070"/>
                  <a:pt x="144944" y="537467"/>
                  <a:pt x="143599" y="542864"/>
                </a:cubicBezTo>
                <a:cubicBezTo>
                  <a:pt x="142254" y="548244"/>
                  <a:pt x="144271" y="554986"/>
                  <a:pt x="149669" y="563090"/>
                </a:cubicBezTo>
                <a:cubicBezTo>
                  <a:pt x="155066" y="573867"/>
                  <a:pt x="159773" y="583988"/>
                  <a:pt x="163825" y="593420"/>
                </a:cubicBezTo>
                <a:cubicBezTo>
                  <a:pt x="167877" y="602852"/>
                  <a:pt x="172584" y="610284"/>
                  <a:pt x="177981" y="615663"/>
                </a:cubicBezTo>
                <a:cubicBezTo>
                  <a:pt x="183378" y="629147"/>
                  <a:pt x="184723" y="638597"/>
                  <a:pt x="182034" y="643994"/>
                </a:cubicBezTo>
                <a:cubicBezTo>
                  <a:pt x="179326" y="649373"/>
                  <a:pt x="175292" y="654770"/>
                  <a:pt x="169894" y="660168"/>
                </a:cubicBezTo>
                <a:cubicBezTo>
                  <a:pt x="164497" y="665565"/>
                  <a:pt x="161808" y="672307"/>
                  <a:pt x="161808" y="680393"/>
                </a:cubicBezTo>
                <a:cubicBezTo>
                  <a:pt x="164497" y="696567"/>
                  <a:pt x="169894" y="703309"/>
                  <a:pt x="177981" y="700619"/>
                </a:cubicBezTo>
                <a:cubicBezTo>
                  <a:pt x="191465" y="700619"/>
                  <a:pt x="200897" y="693877"/>
                  <a:pt x="206294" y="680393"/>
                </a:cubicBezTo>
                <a:cubicBezTo>
                  <a:pt x="209002" y="674996"/>
                  <a:pt x="210346" y="670272"/>
                  <a:pt x="210346" y="666237"/>
                </a:cubicBezTo>
                <a:cubicBezTo>
                  <a:pt x="210346" y="662185"/>
                  <a:pt x="211691" y="657478"/>
                  <a:pt x="214381" y="652081"/>
                </a:cubicBezTo>
                <a:cubicBezTo>
                  <a:pt x="214381" y="646684"/>
                  <a:pt x="215744" y="641286"/>
                  <a:pt x="218433" y="635889"/>
                </a:cubicBezTo>
                <a:cubicBezTo>
                  <a:pt x="223830" y="638597"/>
                  <a:pt x="230572" y="642631"/>
                  <a:pt x="238659" y="648028"/>
                </a:cubicBezTo>
                <a:cubicBezTo>
                  <a:pt x="249453" y="656115"/>
                  <a:pt x="258885" y="666910"/>
                  <a:pt x="266972" y="680393"/>
                </a:cubicBezTo>
                <a:cubicBezTo>
                  <a:pt x="269679" y="672307"/>
                  <a:pt x="275059" y="664220"/>
                  <a:pt x="283163" y="656115"/>
                </a:cubicBezTo>
                <a:cubicBezTo>
                  <a:pt x="296647" y="642631"/>
                  <a:pt x="311476" y="638597"/>
                  <a:pt x="327650" y="643994"/>
                </a:cubicBezTo>
                <a:lnTo>
                  <a:pt x="368102" y="583316"/>
                </a:lnTo>
                <a:cubicBezTo>
                  <a:pt x="384293" y="564435"/>
                  <a:pt x="393725" y="560383"/>
                  <a:pt x="396414" y="571177"/>
                </a:cubicBezTo>
                <a:cubicBezTo>
                  <a:pt x="396414" y="576574"/>
                  <a:pt x="395742" y="581953"/>
                  <a:pt x="394397" y="587351"/>
                </a:cubicBezTo>
                <a:cubicBezTo>
                  <a:pt x="393052" y="592748"/>
                  <a:pt x="395070" y="598145"/>
                  <a:pt x="400467" y="603542"/>
                </a:cubicBezTo>
                <a:cubicBezTo>
                  <a:pt x="408553" y="606232"/>
                  <a:pt x="411261" y="609594"/>
                  <a:pt x="408553" y="613646"/>
                </a:cubicBezTo>
                <a:cubicBezTo>
                  <a:pt x="405864" y="617698"/>
                  <a:pt x="411261" y="617026"/>
                  <a:pt x="424745" y="611629"/>
                </a:cubicBezTo>
                <a:cubicBezTo>
                  <a:pt x="432832" y="608921"/>
                  <a:pt x="436194" y="605559"/>
                  <a:pt x="434849" y="601507"/>
                </a:cubicBezTo>
                <a:cubicBezTo>
                  <a:pt x="433504" y="597472"/>
                  <a:pt x="439574" y="599490"/>
                  <a:pt x="453058" y="607577"/>
                </a:cubicBezTo>
                <a:cubicBezTo>
                  <a:pt x="469231" y="612974"/>
                  <a:pt x="478008" y="613646"/>
                  <a:pt x="479353" y="609594"/>
                </a:cubicBezTo>
                <a:cubicBezTo>
                  <a:pt x="480698" y="605559"/>
                  <a:pt x="484060" y="600835"/>
                  <a:pt x="489457" y="595437"/>
                </a:cubicBezTo>
                <a:cubicBezTo>
                  <a:pt x="494854" y="592748"/>
                  <a:pt x="502941" y="591403"/>
                  <a:pt x="513735" y="591403"/>
                </a:cubicBezTo>
                <a:cubicBezTo>
                  <a:pt x="519133" y="591403"/>
                  <a:pt x="523167" y="592748"/>
                  <a:pt x="525875" y="595437"/>
                </a:cubicBezTo>
                <a:lnTo>
                  <a:pt x="529909" y="623768"/>
                </a:lnTo>
                <a:lnTo>
                  <a:pt x="505649" y="631855"/>
                </a:lnTo>
                <a:lnTo>
                  <a:pt x="529909" y="643994"/>
                </a:lnTo>
                <a:lnTo>
                  <a:pt x="525875" y="656115"/>
                </a:lnTo>
                <a:cubicBezTo>
                  <a:pt x="525875" y="650736"/>
                  <a:pt x="528564" y="648028"/>
                  <a:pt x="533961" y="648028"/>
                </a:cubicBezTo>
                <a:cubicBezTo>
                  <a:pt x="539358" y="648028"/>
                  <a:pt x="551480" y="653426"/>
                  <a:pt x="570361" y="664220"/>
                </a:cubicBezTo>
                <a:cubicBezTo>
                  <a:pt x="581155" y="674996"/>
                  <a:pt x="595984" y="680393"/>
                  <a:pt x="614865" y="680393"/>
                </a:cubicBezTo>
                <a:cubicBezTo>
                  <a:pt x="622952" y="680393"/>
                  <a:pt x="628349" y="679049"/>
                  <a:pt x="631039" y="676341"/>
                </a:cubicBezTo>
                <a:cubicBezTo>
                  <a:pt x="622952" y="673652"/>
                  <a:pt x="616210" y="668254"/>
                  <a:pt x="610813" y="660168"/>
                </a:cubicBezTo>
                <a:cubicBezTo>
                  <a:pt x="600036" y="646684"/>
                  <a:pt x="598674" y="629147"/>
                  <a:pt x="606778" y="607577"/>
                </a:cubicBezTo>
                <a:cubicBezTo>
                  <a:pt x="609468" y="594093"/>
                  <a:pt x="612158" y="583316"/>
                  <a:pt x="614865" y="575212"/>
                </a:cubicBezTo>
                <a:cubicBezTo>
                  <a:pt x="617555" y="567125"/>
                  <a:pt x="618900" y="560383"/>
                  <a:pt x="618900" y="554986"/>
                </a:cubicBezTo>
                <a:lnTo>
                  <a:pt x="618900" y="542864"/>
                </a:lnTo>
                <a:lnTo>
                  <a:pt x="594639" y="579264"/>
                </a:lnTo>
                <a:cubicBezTo>
                  <a:pt x="591932" y="571177"/>
                  <a:pt x="590587" y="563090"/>
                  <a:pt x="590587" y="554986"/>
                </a:cubicBezTo>
                <a:cubicBezTo>
                  <a:pt x="590587" y="549606"/>
                  <a:pt x="589914" y="543537"/>
                  <a:pt x="588570" y="536795"/>
                </a:cubicBezTo>
                <a:cubicBezTo>
                  <a:pt x="587225" y="530053"/>
                  <a:pt x="587897" y="523983"/>
                  <a:pt x="590587" y="518586"/>
                </a:cubicBezTo>
                <a:cubicBezTo>
                  <a:pt x="590587" y="502412"/>
                  <a:pt x="591932" y="492963"/>
                  <a:pt x="594639" y="490273"/>
                </a:cubicBezTo>
                <a:cubicBezTo>
                  <a:pt x="594639" y="487566"/>
                  <a:pt x="595984" y="484876"/>
                  <a:pt x="598674" y="482186"/>
                </a:cubicBezTo>
                <a:lnTo>
                  <a:pt x="582500" y="457908"/>
                </a:lnTo>
                <a:cubicBezTo>
                  <a:pt x="579810" y="463305"/>
                  <a:pt x="577103" y="470047"/>
                  <a:pt x="574413" y="478134"/>
                </a:cubicBezTo>
                <a:cubicBezTo>
                  <a:pt x="569016" y="491618"/>
                  <a:pt x="562274" y="502412"/>
                  <a:pt x="554187" y="510499"/>
                </a:cubicBezTo>
                <a:cubicBezTo>
                  <a:pt x="548790" y="515896"/>
                  <a:pt x="542048" y="520603"/>
                  <a:pt x="533961" y="524656"/>
                </a:cubicBezTo>
                <a:cubicBezTo>
                  <a:pt x="525875" y="528690"/>
                  <a:pt x="519133" y="533415"/>
                  <a:pt x="513735" y="538812"/>
                </a:cubicBezTo>
                <a:lnTo>
                  <a:pt x="489457" y="554986"/>
                </a:lnTo>
                <a:cubicBezTo>
                  <a:pt x="492165" y="552296"/>
                  <a:pt x="494854" y="546899"/>
                  <a:pt x="497544" y="538812"/>
                </a:cubicBezTo>
                <a:cubicBezTo>
                  <a:pt x="500252" y="533415"/>
                  <a:pt x="501596" y="527345"/>
                  <a:pt x="501596" y="520603"/>
                </a:cubicBezTo>
                <a:cubicBezTo>
                  <a:pt x="501596" y="513861"/>
                  <a:pt x="502941" y="506447"/>
                  <a:pt x="505649" y="498360"/>
                </a:cubicBezTo>
                <a:cubicBezTo>
                  <a:pt x="511028" y="482186"/>
                  <a:pt x="513735" y="474082"/>
                  <a:pt x="513735" y="474082"/>
                </a:cubicBezTo>
                <a:cubicBezTo>
                  <a:pt x="513735" y="471392"/>
                  <a:pt x="515080" y="468702"/>
                  <a:pt x="517770" y="465995"/>
                </a:cubicBezTo>
                <a:lnTo>
                  <a:pt x="497544" y="465995"/>
                </a:lnTo>
                <a:lnTo>
                  <a:pt x="473284" y="494308"/>
                </a:lnTo>
                <a:cubicBezTo>
                  <a:pt x="465197" y="488928"/>
                  <a:pt x="459800" y="482186"/>
                  <a:pt x="457092" y="474082"/>
                </a:cubicBezTo>
                <a:cubicBezTo>
                  <a:pt x="454403" y="468702"/>
                  <a:pt x="453058" y="461907"/>
                  <a:pt x="453058" y="453732"/>
                </a:cubicBezTo>
                <a:cubicBezTo>
                  <a:pt x="453058" y="445557"/>
                  <a:pt x="457092" y="436037"/>
                  <a:pt x="465197" y="425172"/>
                </a:cubicBezTo>
                <a:lnTo>
                  <a:pt x="424745" y="441469"/>
                </a:lnTo>
                <a:cubicBezTo>
                  <a:pt x="413951" y="446955"/>
                  <a:pt x="403846" y="451715"/>
                  <a:pt x="394397" y="455785"/>
                </a:cubicBezTo>
                <a:cubicBezTo>
                  <a:pt x="384965" y="459855"/>
                  <a:pt x="377551" y="463252"/>
                  <a:pt x="372154" y="465995"/>
                </a:cubicBezTo>
                <a:cubicBezTo>
                  <a:pt x="364067" y="471392"/>
                  <a:pt x="352600" y="477462"/>
                  <a:pt x="337772" y="484204"/>
                </a:cubicBezTo>
                <a:cubicBezTo>
                  <a:pt x="322943" y="490946"/>
                  <a:pt x="312821" y="492963"/>
                  <a:pt x="307424" y="490273"/>
                </a:cubicBezTo>
                <a:lnTo>
                  <a:pt x="299337" y="490273"/>
                </a:lnTo>
                <a:cubicBezTo>
                  <a:pt x="304734" y="484876"/>
                  <a:pt x="310131" y="478134"/>
                  <a:pt x="315511" y="470047"/>
                </a:cubicBezTo>
                <a:cubicBezTo>
                  <a:pt x="320908" y="464615"/>
                  <a:pt x="324960" y="459855"/>
                  <a:pt x="327650" y="455785"/>
                </a:cubicBezTo>
                <a:cubicBezTo>
                  <a:pt x="330357" y="451715"/>
                  <a:pt x="333047" y="446955"/>
                  <a:pt x="335737" y="441469"/>
                </a:cubicBezTo>
                <a:cubicBezTo>
                  <a:pt x="341134" y="433347"/>
                  <a:pt x="345858" y="425189"/>
                  <a:pt x="349911" y="417014"/>
                </a:cubicBezTo>
                <a:cubicBezTo>
                  <a:pt x="353945" y="408839"/>
                  <a:pt x="361360" y="403388"/>
                  <a:pt x="372154" y="400646"/>
                </a:cubicBezTo>
                <a:cubicBezTo>
                  <a:pt x="382930" y="397938"/>
                  <a:pt x="393725" y="398646"/>
                  <a:pt x="404519" y="402734"/>
                </a:cubicBezTo>
                <a:cubicBezTo>
                  <a:pt x="415296" y="406821"/>
                  <a:pt x="430124" y="403406"/>
                  <a:pt x="449005" y="392488"/>
                </a:cubicBezTo>
                <a:cubicBezTo>
                  <a:pt x="465197" y="384313"/>
                  <a:pt x="474628" y="378880"/>
                  <a:pt x="477318" y="376190"/>
                </a:cubicBezTo>
                <a:cubicBezTo>
                  <a:pt x="480026" y="373448"/>
                  <a:pt x="480026" y="372067"/>
                  <a:pt x="477318" y="372067"/>
                </a:cubicBezTo>
                <a:cubicBezTo>
                  <a:pt x="469231" y="366635"/>
                  <a:pt x="461144" y="362547"/>
                  <a:pt x="453058" y="359804"/>
                </a:cubicBezTo>
                <a:cubicBezTo>
                  <a:pt x="436866" y="354372"/>
                  <a:pt x="426090" y="353027"/>
                  <a:pt x="420693" y="355770"/>
                </a:cubicBezTo>
                <a:cubicBezTo>
                  <a:pt x="412606" y="361202"/>
                  <a:pt x="405191" y="363927"/>
                  <a:pt x="398449" y="363927"/>
                </a:cubicBezTo>
                <a:cubicBezTo>
                  <a:pt x="391707" y="363927"/>
                  <a:pt x="381586" y="365290"/>
                  <a:pt x="368102" y="368033"/>
                </a:cubicBezTo>
                <a:cubicBezTo>
                  <a:pt x="362705" y="370723"/>
                  <a:pt x="358670" y="371395"/>
                  <a:pt x="355962" y="370050"/>
                </a:cubicBezTo>
                <a:cubicBezTo>
                  <a:pt x="353273" y="368705"/>
                  <a:pt x="350583" y="368033"/>
                  <a:pt x="347876" y="368033"/>
                </a:cubicBezTo>
                <a:lnTo>
                  <a:pt x="339789" y="368033"/>
                </a:lnTo>
                <a:cubicBezTo>
                  <a:pt x="342479" y="365290"/>
                  <a:pt x="345186" y="361202"/>
                  <a:pt x="347876" y="355770"/>
                </a:cubicBezTo>
                <a:cubicBezTo>
                  <a:pt x="353273" y="344852"/>
                  <a:pt x="358670" y="336676"/>
                  <a:pt x="364067" y="331244"/>
                </a:cubicBezTo>
                <a:cubicBezTo>
                  <a:pt x="366757" y="328501"/>
                  <a:pt x="369447" y="326466"/>
                  <a:pt x="372154" y="325104"/>
                </a:cubicBezTo>
                <a:cubicBezTo>
                  <a:pt x="374844" y="323759"/>
                  <a:pt x="377551" y="321724"/>
                  <a:pt x="380241" y="318981"/>
                </a:cubicBezTo>
                <a:cubicBezTo>
                  <a:pt x="382930" y="316291"/>
                  <a:pt x="385638" y="314929"/>
                  <a:pt x="388328" y="314929"/>
                </a:cubicBezTo>
                <a:lnTo>
                  <a:pt x="364067" y="298560"/>
                </a:lnTo>
                <a:cubicBezTo>
                  <a:pt x="355962" y="293128"/>
                  <a:pt x="347876" y="291093"/>
                  <a:pt x="339789" y="292473"/>
                </a:cubicBezTo>
                <a:cubicBezTo>
                  <a:pt x="331702" y="293836"/>
                  <a:pt x="324960" y="291783"/>
                  <a:pt x="319563" y="286297"/>
                </a:cubicBezTo>
                <a:cubicBezTo>
                  <a:pt x="314166" y="280865"/>
                  <a:pt x="311476" y="276795"/>
                  <a:pt x="311476" y="274105"/>
                </a:cubicBezTo>
                <a:lnTo>
                  <a:pt x="311476" y="265894"/>
                </a:lnTo>
                <a:cubicBezTo>
                  <a:pt x="308769" y="268620"/>
                  <a:pt x="304734" y="270000"/>
                  <a:pt x="299337" y="270000"/>
                </a:cubicBezTo>
                <a:cubicBezTo>
                  <a:pt x="293940" y="272743"/>
                  <a:pt x="289905" y="274105"/>
                  <a:pt x="287198" y="274105"/>
                </a:cubicBezTo>
                <a:cubicBezTo>
                  <a:pt x="284508" y="274105"/>
                  <a:pt x="281801" y="275450"/>
                  <a:pt x="279111" y="278157"/>
                </a:cubicBezTo>
                <a:cubicBezTo>
                  <a:pt x="273714" y="283590"/>
                  <a:pt x="270352" y="287678"/>
                  <a:pt x="269007" y="290403"/>
                </a:cubicBezTo>
                <a:cubicBezTo>
                  <a:pt x="267644" y="293146"/>
                  <a:pt x="264282" y="295871"/>
                  <a:pt x="258885" y="298560"/>
                </a:cubicBezTo>
                <a:cubicBezTo>
                  <a:pt x="253488" y="301303"/>
                  <a:pt x="248091" y="300631"/>
                  <a:pt x="242711" y="296543"/>
                </a:cubicBezTo>
                <a:cubicBezTo>
                  <a:pt x="237314" y="292455"/>
                  <a:pt x="234607" y="287695"/>
                  <a:pt x="234607" y="282263"/>
                </a:cubicBezTo>
                <a:cubicBezTo>
                  <a:pt x="234607" y="279520"/>
                  <a:pt x="234607" y="274070"/>
                  <a:pt x="234607" y="265912"/>
                </a:cubicBezTo>
                <a:cubicBezTo>
                  <a:pt x="234607" y="257772"/>
                  <a:pt x="235969" y="248234"/>
                  <a:pt x="238659" y="237316"/>
                </a:cubicBezTo>
                <a:cubicBezTo>
                  <a:pt x="238659" y="226451"/>
                  <a:pt x="240004" y="212843"/>
                  <a:pt x="242711" y="196493"/>
                </a:cubicBezTo>
                <a:cubicBezTo>
                  <a:pt x="248091" y="196493"/>
                  <a:pt x="253488" y="195130"/>
                  <a:pt x="258885" y="192440"/>
                </a:cubicBezTo>
                <a:cubicBezTo>
                  <a:pt x="264282" y="192440"/>
                  <a:pt x="269007" y="191750"/>
                  <a:pt x="273042" y="190388"/>
                </a:cubicBezTo>
                <a:cubicBezTo>
                  <a:pt x="277094" y="189025"/>
                  <a:pt x="281801" y="189698"/>
                  <a:pt x="287198" y="192440"/>
                </a:cubicBezTo>
                <a:cubicBezTo>
                  <a:pt x="279111" y="186955"/>
                  <a:pt x="271024" y="180160"/>
                  <a:pt x="262937" y="172020"/>
                </a:cubicBezTo>
                <a:lnTo>
                  <a:pt x="234607" y="143389"/>
                </a:lnTo>
                <a:cubicBezTo>
                  <a:pt x="231917" y="135213"/>
                  <a:pt x="235969" y="129781"/>
                  <a:pt x="246746" y="127091"/>
                </a:cubicBezTo>
                <a:cubicBezTo>
                  <a:pt x="252143" y="127091"/>
                  <a:pt x="250798" y="126401"/>
                  <a:pt x="242711" y="125038"/>
                </a:cubicBezTo>
                <a:cubicBezTo>
                  <a:pt x="234607" y="123658"/>
                  <a:pt x="245401" y="124348"/>
                  <a:pt x="275059" y="127091"/>
                </a:cubicBezTo>
                <a:cubicBezTo>
                  <a:pt x="288543" y="127091"/>
                  <a:pt x="297320" y="128454"/>
                  <a:pt x="301354" y="131161"/>
                </a:cubicBezTo>
                <a:cubicBezTo>
                  <a:pt x="305407" y="133886"/>
                  <a:pt x="308096" y="135921"/>
                  <a:pt x="309459" y="137301"/>
                </a:cubicBezTo>
                <a:cubicBezTo>
                  <a:pt x="310804" y="138664"/>
                  <a:pt x="312149" y="139354"/>
                  <a:pt x="313493" y="139354"/>
                </a:cubicBezTo>
                <a:cubicBezTo>
                  <a:pt x="314838" y="139354"/>
                  <a:pt x="320908" y="137974"/>
                  <a:pt x="331702" y="135249"/>
                </a:cubicBezTo>
                <a:cubicBezTo>
                  <a:pt x="342479" y="132506"/>
                  <a:pt x="347876" y="127073"/>
                  <a:pt x="347876" y="118933"/>
                </a:cubicBezTo>
                <a:cubicBezTo>
                  <a:pt x="347876" y="116191"/>
                  <a:pt x="346531" y="113448"/>
                  <a:pt x="343841" y="110723"/>
                </a:cubicBezTo>
                <a:lnTo>
                  <a:pt x="360015" y="118933"/>
                </a:lnTo>
                <a:lnTo>
                  <a:pt x="372154" y="139354"/>
                </a:lnTo>
                <a:cubicBezTo>
                  <a:pt x="372154" y="128436"/>
                  <a:pt x="374844" y="117536"/>
                  <a:pt x="380241" y="106670"/>
                </a:cubicBezTo>
                <a:cubicBezTo>
                  <a:pt x="385638" y="98495"/>
                  <a:pt x="391707" y="90320"/>
                  <a:pt x="398449" y="82145"/>
                </a:cubicBezTo>
                <a:cubicBezTo>
                  <a:pt x="405191" y="73969"/>
                  <a:pt x="415296" y="68537"/>
                  <a:pt x="428779" y="65847"/>
                </a:cubicBezTo>
                <a:lnTo>
                  <a:pt x="436866" y="16990"/>
                </a:lnTo>
                <a:cubicBezTo>
                  <a:pt x="444971" y="22369"/>
                  <a:pt x="453058" y="29147"/>
                  <a:pt x="461144" y="37269"/>
                </a:cubicBezTo>
                <a:cubicBezTo>
                  <a:pt x="466542" y="42701"/>
                  <a:pt x="472611" y="50186"/>
                  <a:pt x="479353" y="59707"/>
                </a:cubicBezTo>
                <a:cubicBezTo>
                  <a:pt x="486095" y="69227"/>
                  <a:pt x="489457" y="79437"/>
                  <a:pt x="489457" y="90302"/>
                </a:cubicBezTo>
                <a:lnTo>
                  <a:pt x="501596" y="69882"/>
                </a:lnTo>
                <a:lnTo>
                  <a:pt x="533961" y="57689"/>
                </a:lnTo>
                <a:cubicBezTo>
                  <a:pt x="531254" y="52204"/>
                  <a:pt x="529909" y="44028"/>
                  <a:pt x="529909" y="33163"/>
                </a:cubicBezTo>
                <a:close/>
              </a:path>
            </a:pathLst>
          </a:custGeom>
          <a:solidFill>
            <a:schemeClr val="accent6">
              <a:lumMod val="60000"/>
              <a:lumOff val="4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7" name="Freeform 16"/>
          <p:cNvSpPr/>
          <p:nvPr/>
        </p:nvSpPr>
        <p:spPr>
          <a:xfrm>
            <a:off x="4299054" y="2307265"/>
            <a:ext cx="2684076" cy="882500"/>
          </a:xfrm>
          <a:custGeom>
            <a:avLst/>
            <a:gdLst>
              <a:gd name="connsiteX0" fmla="*/ 635687 w 2684076"/>
              <a:gd name="connsiteY0" fmla="*/ 0 h 882500"/>
              <a:gd name="connsiteX1" fmla="*/ 704738 w 2684076"/>
              <a:gd name="connsiteY1" fmla="*/ 0 h 882500"/>
              <a:gd name="connsiteX2" fmla="*/ 701839 w 2684076"/>
              <a:gd name="connsiteY2" fmla="*/ 1444 h 882500"/>
              <a:gd name="connsiteX3" fmla="*/ 647230 w 2684076"/>
              <a:gd name="connsiteY3" fmla="*/ 1444 h 882500"/>
              <a:gd name="connsiteX4" fmla="*/ 443158 w 2684076"/>
              <a:gd name="connsiteY4" fmla="*/ 0 h 882500"/>
              <a:gd name="connsiteX5" fmla="*/ 567770 w 2684076"/>
              <a:gd name="connsiteY5" fmla="*/ 0 h 882500"/>
              <a:gd name="connsiteX6" fmla="*/ 562274 w 2684076"/>
              <a:gd name="connsiteY6" fmla="*/ 5496 h 882500"/>
              <a:gd name="connsiteX7" fmla="*/ 558240 w 2684076"/>
              <a:gd name="connsiteY7" fmla="*/ 21670 h 882500"/>
              <a:gd name="connsiteX8" fmla="*/ 566327 w 2684076"/>
              <a:gd name="connsiteY8" fmla="*/ 66174 h 882500"/>
              <a:gd name="connsiteX9" fmla="*/ 578466 w 2684076"/>
              <a:gd name="connsiteY9" fmla="*/ 102573 h 882500"/>
              <a:gd name="connsiteX10" fmla="*/ 578466 w 2684076"/>
              <a:gd name="connsiteY10" fmla="*/ 130904 h 882500"/>
              <a:gd name="connsiteX11" fmla="*/ 590605 w 2684076"/>
              <a:gd name="connsiteY11" fmla="*/ 118765 h 882500"/>
              <a:gd name="connsiteX12" fmla="*/ 600709 w 2684076"/>
              <a:gd name="connsiteY12" fmla="*/ 106626 h 882500"/>
              <a:gd name="connsiteX13" fmla="*/ 606779 w 2684076"/>
              <a:gd name="connsiteY13" fmla="*/ 98539 h 882500"/>
              <a:gd name="connsiteX14" fmla="*/ 620935 w 2684076"/>
              <a:gd name="connsiteY14" fmla="*/ 94487 h 882500"/>
              <a:gd name="connsiteX15" fmla="*/ 622952 w 2684076"/>
              <a:gd name="connsiteY15" fmla="*/ 118765 h 882500"/>
              <a:gd name="connsiteX16" fmla="*/ 631057 w 2684076"/>
              <a:gd name="connsiteY16" fmla="*/ 163251 h 882500"/>
              <a:gd name="connsiteX17" fmla="*/ 645213 w 2684076"/>
              <a:gd name="connsiteY17" fmla="*/ 159217 h 882500"/>
              <a:gd name="connsiteX18" fmla="*/ 659370 w 2684076"/>
              <a:gd name="connsiteY18" fmla="*/ 159217 h 882500"/>
              <a:gd name="connsiteX19" fmla="*/ 683630 w 2684076"/>
              <a:gd name="connsiteY19" fmla="*/ 147078 h 882500"/>
              <a:gd name="connsiteX20" fmla="*/ 703856 w 2684076"/>
              <a:gd name="connsiteY20" fmla="*/ 134939 h 882500"/>
              <a:gd name="connsiteX21" fmla="*/ 715995 w 2684076"/>
              <a:gd name="connsiteY21" fmla="*/ 183477 h 882500"/>
              <a:gd name="connsiteX22" fmla="*/ 752412 w 2684076"/>
              <a:gd name="connsiteY22" fmla="*/ 183477 h 882500"/>
              <a:gd name="connsiteX23" fmla="*/ 804986 w 2684076"/>
              <a:gd name="connsiteY23" fmla="*/ 199669 h 882500"/>
              <a:gd name="connsiteX24" fmla="*/ 792864 w 2684076"/>
              <a:gd name="connsiteY24" fmla="*/ 110678 h 882500"/>
              <a:gd name="connsiteX25" fmla="*/ 809038 w 2684076"/>
              <a:gd name="connsiteY25" fmla="*/ 102573 h 882500"/>
              <a:gd name="connsiteX26" fmla="*/ 760499 w 2684076"/>
              <a:gd name="connsiteY26" fmla="*/ 86400 h 882500"/>
              <a:gd name="connsiteX27" fmla="*/ 744308 w 2684076"/>
              <a:gd name="connsiteY27" fmla="*/ 78313 h 882500"/>
              <a:gd name="connsiteX28" fmla="*/ 752412 w 2684076"/>
              <a:gd name="connsiteY28" fmla="*/ 62122 h 882500"/>
              <a:gd name="connsiteX29" fmla="*/ 744308 w 2684076"/>
              <a:gd name="connsiteY29" fmla="*/ 29774 h 882500"/>
              <a:gd name="connsiteX30" fmla="*/ 728134 w 2684076"/>
              <a:gd name="connsiteY30" fmla="*/ 5496 h 882500"/>
              <a:gd name="connsiteX31" fmla="*/ 717142 w 2684076"/>
              <a:gd name="connsiteY31" fmla="*/ 0 h 882500"/>
              <a:gd name="connsiteX32" fmla="*/ 2082901 w 2684076"/>
              <a:gd name="connsiteY32" fmla="*/ 0 h 882500"/>
              <a:gd name="connsiteX33" fmla="*/ 2082901 w 2684076"/>
              <a:gd name="connsiteY33" fmla="*/ 20909 h 882500"/>
              <a:gd name="connsiteX34" fmla="*/ 2102932 w 2684076"/>
              <a:gd name="connsiteY34" fmla="*/ 8840 h 882500"/>
              <a:gd name="connsiteX35" fmla="*/ 2113181 w 2684076"/>
              <a:gd name="connsiteY35" fmla="*/ 0 h 882500"/>
              <a:gd name="connsiteX36" fmla="*/ 2178135 w 2684076"/>
              <a:gd name="connsiteY36" fmla="*/ 0 h 882500"/>
              <a:gd name="connsiteX37" fmla="*/ 2173024 w 2684076"/>
              <a:gd name="connsiteY37" fmla="*/ 8805 h 882500"/>
              <a:gd name="connsiteX38" fmla="*/ 2163043 w 2684076"/>
              <a:gd name="connsiteY38" fmla="*/ 29013 h 882500"/>
              <a:gd name="connsiteX39" fmla="*/ 2155010 w 2684076"/>
              <a:gd name="connsiteY39" fmla="*/ 45116 h 882500"/>
              <a:gd name="connsiteX40" fmla="*/ 2191038 w 2684076"/>
              <a:gd name="connsiteY40" fmla="*/ 65289 h 882500"/>
              <a:gd name="connsiteX41" fmla="*/ 2239134 w 2684076"/>
              <a:gd name="connsiteY41" fmla="*/ 109652 h 882500"/>
              <a:gd name="connsiteX42" fmla="*/ 2243115 w 2684076"/>
              <a:gd name="connsiteY42" fmla="*/ 113704 h 882500"/>
              <a:gd name="connsiteX43" fmla="*/ 2255166 w 2684076"/>
              <a:gd name="connsiteY43" fmla="*/ 123790 h 882500"/>
              <a:gd name="connsiteX44" fmla="*/ 2275162 w 2684076"/>
              <a:gd name="connsiteY44" fmla="*/ 105652 h 882500"/>
              <a:gd name="connsiteX45" fmla="*/ 2305227 w 2684076"/>
              <a:gd name="connsiteY45" fmla="*/ 81445 h 882500"/>
              <a:gd name="connsiteX46" fmla="*/ 2351270 w 2684076"/>
              <a:gd name="connsiteY46" fmla="*/ 73376 h 882500"/>
              <a:gd name="connsiteX47" fmla="*/ 2347289 w 2684076"/>
              <a:gd name="connsiteY47" fmla="*/ 149980 h 882500"/>
              <a:gd name="connsiteX48" fmla="*/ 2315242 w 2684076"/>
              <a:gd name="connsiteY48" fmla="*/ 212533 h 882500"/>
              <a:gd name="connsiteX49" fmla="*/ 2247168 w 2684076"/>
              <a:gd name="connsiteY49" fmla="*/ 258895 h 882500"/>
              <a:gd name="connsiteX50" fmla="*/ 2255131 w 2684076"/>
              <a:gd name="connsiteY50" fmla="*/ 262930 h 882500"/>
              <a:gd name="connsiteX51" fmla="*/ 2271180 w 2684076"/>
              <a:gd name="connsiteY51" fmla="*/ 270999 h 882500"/>
              <a:gd name="connsiteX52" fmla="*/ 2291229 w 2684076"/>
              <a:gd name="connsiteY52" fmla="*/ 279051 h 882500"/>
              <a:gd name="connsiteX53" fmla="*/ 2313225 w 2684076"/>
              <a:gd name="connsiteY53" fmla="*/ 297224 h 882500"/>
              <a:gd name="connsiteX54" fmla="*/ 2339255 w 2684076"/>
              <a:gd name="connsiteY54" fmla="*/ 315326 h 882500"/>
              <a:gd name="connsiteX55" fmla="*/ 2363268 w 2684076"/>
              <a:gd name="connsiteY55" fmla="*/ 339534 h 882500"/>
              <a:gd name="connsiteX56" fmla="*/ 2355305 w 2684076"/>
              <a:gd name="connsiteY56" fmla="*/ 339534 h 882500"/>
              <a:gd name="connsiteX57" fmla="*/ 2345254 w 2684076"/>
              <a:gd name="connsiteY57" fmla="*/ 341569 h 882500"/>
              <a:gd name="connsiteX58" fmla="*/ 2331239 w 2684076"/>
              <a:gd name="connsiteY58" fmla="*/ 343586 h 882500"/>
              <a:gd name="connsiteX59" fmla="*/ 2301210 w 2684076"/>
              <a:gd name="connsiteY59" fmla="*/ 345603 h 882500"/>
              <a:gd name="connsiteX60" fmla="*/ 2295211 w 2684076"/>
              <a:gd name="connsiteY60" fmla="*/ 355725 h 882500"/>
              <a:gd name="connsiteX61" fmla="*/ 2315242 w 2684076"/>
              <a:gd name="connsiteY61" fmla="*/ 369811 h 882500"/>
              <a:gd name="connsiteX62" fmla="*/ 2327240 w 2684076"/>
              <a:gd name="connsiteY62" fmla="*/ 383914 h 882500"/>
              <a:gd name="connsiteX63" fmla="*/ 2323258 w 2684076"/>
              <a:gd name="connsiteY63" fmla="*/ 404069 h 882500"/>
              <a:gd name="connsiteX64" fmla="*/ 2315242 w 2684076"/>
              <a:gd name="connsiteY64" fmla="*/ 420261 h 882500"/>
              <a:gd name="connsiteX65" fmla="*/ 2303227 w 2684076"/>
              <a:gd name="connsiteY65" fmla="*/ 440416 h 882500"/>
              <a:gd name="connsiteX66" fmla="*/ 2307208 w 2684076"/>
              <a:gd name="connsiteY66" fmla="*/ 468605 h 882500"/>
              <a:gd name="connsiteX67" fmla="*/ 2325258 w 2684076"/>
              <a:gd name="connsiteY67" fmla="*/ 478726 h 882500"/>
              <a:gd name="connsiteX68" fmla="*/ 2347289 w 2684076"/>
              <a:gd name="connsiteY68" fmla="*/ 492812 h 882500"/>
              <a:gd name="connsiteX69" fmla="*/ 2375354 w 2684076"/>
              <a:gd name="connsiteY69" fmla="*/ 508933 h 882500"/>
              <a:gd name="connsiteX70" fmla="*/ 2387351 w 2684076"/>
              <a:gd name="connsiteY70" fmla="*/ 468605 h 882500"/>
              <a:gd name="connsiteX71" fmla="*/ 2401348 w 2684076"/>
              <a:gd name="connsiteY71" fmla="*/ 434346 h 882500"/>
              <a:gd name="connsiteX72" fmla="*/ 2423379 w 2684076"/>
              <a:gd name="connsiteY72" fmla="*/ 400035 h 882500"/>
              <a:gd name="connsiteX73" fmla="*/ 2455426 w 2684076"/>
              <a:gd name="connsiteY73" fmla="*/ 464552 h 882500"/>
              <a:gd name="connsiteX74" fmla="*/ 2461495 w 2684076"/>
              <a:gd name="connsiteY74" fmla="*/ 523054 h 882500"/>
              <a:gd name="connsiteX75" fmla="*/ 2435200 w 2684076"/>
              <a:gd name="connsiteY75" fmla="*/ 585607 h 882500"/>
              <a:gd name="connsiteX76" fmla="*/ 2439252 w 2684076"/>
              <a:gd name="connsiteY76" fmla="*/ 589642 h 882500"/>
              <a:gd name="connsiteX77" fmla="*/ 2483739 w 2684076"/>
              <a:gd name="connsiteY77" fmla="*/ 553295 h 882500"/>
              <a:gd name="connsiteX78" fmla="*/ 2487791 w 2684076"/>
              <a:gd name="connsiteY78" fmla="*/ 646090 h 882500"/>
              <a:gd name="connsiteX79" fmla="*/ 2528243 w 2684076"/>
              <a:gd name="connsiteY79" fmla="*/ 565434 h 882500"/>
              <a:gd name="connsiteX80" fmla="*/ 2524191 w 2684076"/>
              <a:gd name="connsiteY80" fmla="*/ 605762 h 882500"/>
              <a:gd name="connsiteX81" fmla="*/ 2548469 w 2684076"/>
              <a:gd name="connsiteY81" fmla="*/ 585607 h 882500"/>
              <a:gd name="connsiteX82" fmla="*/ 2572747 w 2684076"/>
              <a:gd name="connsiteY82" fmla="*/ 573468 h 882500"/>
              <a:gd name="connsiteX83" fmla="*/ 2578817 w 2684076"/>
              <a:gd name="connsiteY83" fmla="*/ 595676 h 882500"/>
              <a:gd name="connsiteX84" fmla="*/ 2572747 w 2684076"/>
              <a:gd name="connsiteY84" fmla="*/ 609815 h 882500"/>
              <a:gd name="connsiteX85" fmla="*/ 2548469 w 2684076"/>
              <a:gd name="connsiteY85" fmla="*/ 621883 h 882500"/>
              <a:gd name="connsiteX86" fmla="*/ 2552521 w 2684076"/>
              <a:gd name="connsiteY86" fmla="*/ 638004 h 882500"/>
              <a:gd name="connsiteX87" fmla="*/ 2578817 w 2684076"/>
              <a:gd name="connsiteY87" fmla="*/ 646090 h 882500"/>
              <a:gd name="connsiteX88" fmla="*/ 2609147 w 2684076"/>
              <a:gd name="connsiteY88" fmla="*/ 634022 h 882500"/>
              <a:gd name="connsiteX89" fmla="*/ 2647581 w 2684076"/>
              <a:gd name="connsiteY89" fmla="*/ 627952 h 882500"/>
              <a:gd name="connsiteX90" fmla="*/ 2673877 w 2684076"/>
              <a:gd name="connsiteY90" fmla="*/ 642038 h 882500"/>
              <a:gd name="connsiteX91" fmla="*/ 2683981 w 2684076"/>
              <a:gd name="connsiteY91" fmla="*/ 662211 h 882500"/>
              <a:gd name="connsiteX92" fmla="*/ 2645546 w 2684076"/>
              <a:gd name="connsiteY92" fmla="*/ 678332 h 882500"/>
              <a:gd name="connsiteX93" fmla="*/ 2588921 w 2684076"/>
              <a:gd name="connsiteY93" fmla="*/ 678332 h 882500"/>
              <a:gd name="connsiteX94" fmla="*/ 2572747 w 2684076"/>
              <a:gd name="connsiteY94" fmla="*/ 674350 h 882500"/>
              <a:gd name="connsiteX95" fmla="*/ 2597007 w 2684076"/>
              <a:gd name="connsiteY95" fmla="*/ 706574 h 882500"/>
              <a:gd name="connsiteX96" fmla="*/ 2592973 w 2684076"/>
              <a:gd name="connsiteY96" fmla="*/ 767057 h 882500"/>
              <a:gd name="connsiteX97" fmla="*/ 2544416 w 2684076"/>
              <a:gd name="connsiteY97" fmla="*/ 746902 h 882500"/>
              <a:gd name="connsiteX98" fmla="*/ 2510034 w 2684076"/>
              <a:gd name="connsiteY98" fmla="*/ 722730 h 882500"/>
              <a:gd name="connsiteX99" fmla="*/ 2495878 w 2684076"/>
              <a:gd name="connsiteY99" fmla="*/ 686418 h 882500"/>
              <a:gd name="connsiteX100" fmla="*/ 2487791 w 2684076"/>
              <a:gd name="connsiteY100" fmla="*/ 718713 h 882500"/>
              <a:gd name="connsiteX101" fmla="*/ 2473635 w 2684076"/>
              <a:gd name="connsiteY101" fmla="*/ 748919 h 882500"/>
              <a:gd name="connsiteX102" fmla="*/ 2447339 w 2684076"/>
              <a:gd name="connsiteY102" fmla="*/ 775161 h 882500"/>
              <a:gd name="connsiteX103" fmla="*/ 2431165 w 2684076"/>
              <a:gd name="connsiteY103" fmla="*/ 787230 h 882500"/>
              <a:gd name="connsiteX104" fmla="*/ 2467565 w 2684076"/>
              <a:gd name="connsiteY104" fmla="*/ 823576 h 882500"/>
              <a:gd name="connsiteX105" fmla="*/ 2510034 w 2684076"/>
              <a:gd name="connsiteY105" fmla="*/ 847748 h 882500"/>
              <a:gd name="connsiteX106" fmla="*/ 2528243 w 2684076"/>
              <a:gd name="connsiteY106" fmla="*/ 863904 h 882500"/>
              <a:gd name="connsiteX107" fmla="*/ 2550486 w 2684076"/>
              <a:gd name="connsiteY107" fmla="*/ 877990 h 882500"/>
              <a:gd name="connsiteX108" fmla="*/ 2560406 w 2684076"/>
              <a:gd name="connsiteY108" fmla="*/ 882500 h 882500"/>
              <a:gd name="connsiteX109" fmla="*/ 1405286 w 2684076"/>
              <a:gd name="connsiteY109" fmla="*/ 882500 h 882500"/>
              <a:gd name="connsiteX110" fmla="*/ 1389521 w 2684076"/>
              <a:gd name="connsiteY110" fmla="*/ 863196 h 882500"/>
              <a:gd name="connsiteX111" fmla="*/ 1378493 w 2684076"/>
              <a:gd name="connsiteY111" fmla="*/ 882500 h 882500"/>
              <a:gd name="connsiteX112" fmla="*/ 8087 w 2684076"/>
              <a:gd name="connsiteY112" fmla="*/ 882500 h 882500"/>
              <a:gd name="connsiteX113" fmla="*/ 8087 w 2684076"/>
              <a:gd name="connsiteY113" fmla="*/ 867302 h 882500"/>
              <a:gd name="connsiteX114" fmla="*/ 12139 w 2684076"/>
              <a:gd name="connsiteY114" fmla="*/ 839060 h 882500"/>
              <a:gd name="connsiteX115" fmla="*/ 32365 w 2684076"/>
              <a:gd name="connsiteY115" fmla="*/ 826991 h 882500"/>
              <a:gd name="connsiteX116" fmla="*/ 48539 w 2684076"/>
              <a:gd name="connsiteY116" fmla="*/ 794750 h 882500"/>
              <a:gd name="connsiteX117" fmla="*/ 88991 w 2684076"/>
              <a:gd name="connsiteY117" fmla="*/ 835007 h 882500"/>
              <a:gd name="connsiteX118" fmla="*/ 186086 w 2684076"/>
              <a:gd name="connsiteY118" fmla="*/ 871283 h 882500"/>
              <a:gd name="connsiteX119" fmla="*/ 169895 w 2684076"/>
              <a:gd name="connsiteY119" fmla="*/ 831026 h 882500"/>
              <a:gd name="connsiteX120" fmla="*/ 177981 w 2684076"/>
              <a:gd name="connsiteY120" fmla="*/ 822939 h 882500"/>
              <a:gd name="connsiteX121" fmla="*/ 198207 w 2684076"/>
              <a:gd name="connsiteY121" fmla="*/ 859215 h 882500"/>
              <a:gd name="connsiteX122" fmla="*/ 194173 w 2684076"/>
              <a:gd name="connsiteY122" fmla="*/ 839060 h 882500"/>
              <a:gd name="connsiteX123" fmla="*/ 198207 w 2684076"/>
              <a:gd name="connsiteY123" fmla="*/ 810871 h 882500"/>
              <a:gd name="connsiteX124" fmla="*/ 161808 w 2684076"/>
              <a:gd name="connsiteY124" fmla="*/ 790698 h 882500"/>
              <a:gd name="connsiteX125" fmla="*/ 113269 w 2684076"/>
              <a:gd name="connsiteY125" fmla="*/ 770543 h 882500"/>
              <a:gd name="connsiteX126" fmla="*/ 70800 w 2684076"/>
              <a:gd name="connsiteY126" fmla="*/ 762474 h 882500"/>
              <a:gd name="connsiteX127" fmla="*/ 36400 w 2684076"/>
              <a:gd name="connsiteY127" fmla="*/ 722128 h 882500"/>
              <a:gd name="connsiteX128" fmla="*/ 68765 w 2684076"/>
              <a:gd name="connsiteY128" fmla="*/ 722128 h 882500"/>
              <a:gd name="connsiteX129" fmla="*/ 93043 w 2684076"/>
              <a:gd name="connsiteY129" fmla="*/ 730215 h 882500"/>
              <a:gd name="connsiteX130" fmla="*/ 113269 w 2684076"/>
              <a:gd name="connsiteY130" fmla="*/ 750370 h 882500"/>
              <a:gd name="connsiteX131" fmla="*/ 141582 w 2684076"/>
              <a:gd name="connsiteY131" fmla="*/ 738302 h 882500"/>
              <a:gd name="connsiteX132" fmla="*/ 206312 w 2684076"/>
              <a:gd name="connsiteY132" fmla="*/ 774595 h 882500"/>
              <a:gd name="connsiteX133" fmla="*/ 206312 w 2684076"/>
              <a:gd name="connsiteY133" fmla="*/ 754422 h 882500"/>
              <a:gd name="connsiteX134" fmla="*/ 230572 w 2684076"/>
              <a:gd name="connsiteY134" fmla="*/ 754422 h 882500"/>
              <a:gd name="connsiteX135" fmla="*/ 254851 w 2684076"/>
              <a:gd name="connsiteY135" fmla="*/ 742283 h 882500"/>
              <a:gd name="connsiteX136" fmla="*/ 258885 w 2684076"/>
              <a:gd name="connsiteY136" fmla="*/ 730215 h 882500"/>
              <a:gd name="connsiteX137" fmla="*/ 262938 w 2684076"/>
              <a:gd name="connsiteY137" fmla="*/ 730215 h 882500"/>
              <a:gd name="connsiteX138" fmla="*/ 258885 w 2684076"/>
              <a:gd name="connsiteY138" fmla="*/ 710060 h 882500"/>
              <a:gd name="connsiteX139" fmla="*/ 258885 w 2684076"/>
              <a:gd name="connsiteY139" fmla="*/ 677818 h 882500"/>
              <a:gd name="connsiteX140" fmla="*/ 242712 w 2684076"/>
              <a:gd name="connsiteY140" fmla="*/ 653611 h 882500"/>
              <a:gd name="connsiteX141" fmla="*/ 222486 w 2684076"/>
              <a:gd name="connsiteY141" fmla="*/ 661698 h 882500"/>
              <a:gd name="connsiteX142" fmla="*/ 206312 w 2684076"/>
              <a:gd name="connsiteY142" fmla="*/ 641543 h 882500"/>
              <a:gd name="connsiteX143" fmla="*/ 190121 w 2684076"/>
              <a:gd name="connsiteY143" fmla="*/ 653611 h 882500"/>
              <a:gd name="connsiteX144" fmla="*/ 149669 w 2684076"/>
              <a:gd name="connsiteY144" fmla="*/ 673766 h 882500"/>
              <a:gd name="connsiteX145" fmla="*/ 149669 w 2684076"/>
              <a:gd name="connsiteY145" fmla="*/ 645577 h 882500"/>
              <a:gd name="connsiteX146" fmla="*/ 137530 w 2684076"/>
              <a:gd name="connsiteY146" fmla="*/ 649559 h 882500"/>
              <a:gd name="connsiteX147" fmla="*/ 109217 w 2684076"/>
              <a:gd name="connsiteY147" fmla="*/ 649559 h 882500"/>
              <a:gd name="connsiteX148" fmla="*/ 72817 w 2684076"/>
              <a:gd name="connsiteY148" fmla="*/ 641543 h 882500"/>
              <a:gd name="connsiteX149" fmla="*/ 58661 w 2684076"/>
              <a:gd name="connsiteY149" fmla="*/ 629439 h 882500"/>
              <a:gd name="connsiteX150" fmla="*/ 60678 w 2684076"/>
              <a:gd name="connsiteY150" fmla="*/ 617335 h 882500"/>
              <a:gd name="connsiteX151" fmla="*/ 80904 w 2684076"/>
              <a:gd name="connsiteY151" fmla="*/ 605249 h 882500"/>
              <a:gd name="connsiteX152" fmla="*/ 95060 w 2684076"/>
              <a:gd name="connsiteY152" fmla="*/ 599197 h 882500"/>
              <a:gd name="connsiteX153" fmla="*/ 113269 w 2684076"/>
              <a:gd name="connsiteY153" fmla="*/ 593128 h 882500"/>
              <a:gd name="connsiteX154" fmla="*/ 123373 w 2684076"/>
              <a:gd name="connsiteY154" fmla="*/ 581042 h 882500"/>
              <a:gd name="connsiteX155" fmla="*/ 133495 w 2684076"/>
              <a:gd name="connsiteY155" fmla="*/ 568973 h 882500"/>
              <a:gd name="connsiteX156" fmla="*/ 149669 w 2684076"/>
              <a:gd name="connsiteY156" fmla="*/ 556870 h 882500"/>
              <a:gd name="connsiteX157" fmla="*/ 169895 w 2684076"/>
              <a:gd name="connsiteY157" fmla="*/ 552853 h 882500"/>
              <a:gd name="connsiteX158" fmla="*/ 186086 w 2684076"/>
              <a:gd name="connsiteY158" fmla="*/ 544766 h 882500"/>
              <a:gd name="connsiteX159" fmla="*/ 194173 w 2684076"/>
              <a:gd name="connsiteY159" fmla="*/ 540731 h 882500"/>
              <a:gd name="connsiteX160" fmla="*/ 173947 w 2684076"/>
              <a:gd name="connsiteY160" fmla="*/ 536679 h 882500"/>
              <a:gd name="connsiteX161" fmla="*/ 151704 w 2684076"/>
              <a:gd name="connsiteY161" fmla="*/ 534680 h 882500"/>
              <a:gd name="connsiteX162" fmla="*/ 121356 w 2684076"/>
              <a:gd name="connsiteY162" fmla="*/ 540731 h 882500"/>
              <a:gd name="connsiteX163" fmla="*/ 60678 w 2684076"/>
              <a:gd name="connsiteY163" fmla="*/ 554852 h 882500"/>
              <a:gd name="connsiteX164" fmla="*/ 20226 w 2684076"/>
              <a:gd name="connsiteY164" fmla="*/ 548818 h 882500"/>
              <a:gd name="connsiteX165" fmla="*/ 10122 w 2684076"/>
              <a:gd name="connsiteY165" fmla="*/ 540731 h 882500"/>
              <a:gd name="connsiteX166" fmla="*/ 4053 w 2684076"/>
              <a:gd name="connsiteY166" fmla="*/ 532698 h 882500"/>
              <a:gd name="connsiteX167" fmla="*/ 0 w 2684076"/>
              <a:gd name="connsiteY167" fmla="*/ 524611 h 882500"/>
              <a:gd name="connsiteX168" fmla="*/ 8087 w 2684076"/>
              <a:gd name="connsiteY168" fmla="*/ 528645 h 882500"/>
              <a:gd name="connsiteX169" fmla="*/ 28313 w 2684076"/>
              <a:gd name="connsiteY169" fmla="*/ 520559 h 882500"/>
              <a:gd name="connsiteX170" fmla="*/ 64730 w 2684076"/>
              <a:gd name="connsiteY170" fmla="*/ 498404 h 882500"/>
              <a:gd name="connsiteX171" fmla="*/ 129443 w 2684076"/>
              <a:gd name="connsiteY171" fmla="*/ 504438 h 882500"/>
              <a:gd name="connsiteX172" fmla="*/ 76852 w 2684076"/>
              <a:gd name="connsiteY172" fmla="*/ 443955 h 882500"/>
              <a:gd name="connsiteX173" fmla="*/ 117304 w 2684076"/>
              <a:gd name="connsiteY173" fmla="*/ 443955 h 882500"/>
              <a:gd name="connsiteX174" fmla="*/ 109217 w 2684076"/>
              <a:gd name="connsiteY174" fmla="*/ 431887 h 882500"/>
              <a:gd name="connsiteX175" fmla="*/ 109217 w 2684076"/>
              <a:gd name="connsiteY175" fmla="*/ 403698 h 882500"/>
              <a:gd name="connsiteX176" fmla="*/ 137530 w 2684076"/>
              <a:gd name="connsiteY176" fmla="*/ 423800 h 882500"/>
              <a:gd name="connsiteX177" fmla="*/ 202260 w 2684076"/>
              <a:gd name="connsiteY177" fmla="*/ 403698 h 882500"/>
              <a:gd name="connsiteX178" fmla="*/ 210347 w 2684076"/>
              <a:gd name="connsiteY178" fmla="*/ 435921 h 882500"/>
              <a:gd name="connsiteX179" fmla="*/ 222486 w 2684076"/>
              <a:gd name="connsiteY179" fmla="*/ 443955 h 882500"/>
              <a:gd name="connsiteX180" fmla="*/ 254851 w 2684076"/>
              <a:gd name="connsiteY180" fmla="*/ 411714 h 882500"/>
              <a:gd name="connsiteX181" fmla="*/ 222486 w 2684076"/>
              <a:gd name="connsiteY181" fmla="*/ 367422 h 882500"/>
              <a:gd name="connsiteX182" fmla="*/ 157756 w 2684076"/>
              <a:gd name="connsiteY182" fmla="*/ 367422 h 882500"/>
              <a:gd name="connsiteX183" fmla="*/ 161808 w 2684076"/>
              <a:gd name="connsiteY183" fmla="*/ 339162 h 882500"/>
              <a:gd name="connsiteX184" fmla="*/ 145634 w 2684076"/>
              <a:gd name="connsiteY184" fmla="*/ 318989 h 882500"/>
              <a:gd name="connsiteX185" fmla="*/ 173947 w 2684076"/>
              <a:gd name="connsiteY185" fmla="*/ 314955 h 882500"/>
              <a:gd name="connsiteX186" fmla="*/ 214399 w 2684076"/>
              <a:gd name="connsiteY186" fmla="*/ 270645 h 882500"/>
              <a:gd name="connsiteX187" fmla="*/ 186086 w 2684076"/>
              <a:gd name="connsiteY187" fmla="*/ 230317 h 882500"/>
              <a:gd name="connsiteX188" fmla="*/ 262938 w 2684076"/>
              <a:gd name="connsiteY188" fmla="*/ 218249 h 882500"/>
              <a:gd name="connsiteX189" fmla="*/ 262938 w 2684076"/>
              <a:gd name="connsiteY189" fmla="*/ 226265 h 882500"/>
              <a:gd name="connsiteX190" fmla="*/ 279111 w 2684076"/>
              <a:gd name="connsiteY190" fmla="*/ 242385 h 882500"/>
              <a:gd name="connsiteX191" fmla="*/ 307442 w 2684076"/>
              <a:gd name="connsiteY191" fmla="*/ 262558 h 882500"/>
              <a:gd name="connsiteX192" fmla="*/ 327668 w 2684076"/>
              <a:gd name="connsiteY192" fmla="*/ 282714 h 882500"/>
              <a:gd name="connsiteX193" fmla="*/ 384293 w 2684076"/>
              <a:gd name="connsiteY193" fmla="*/ 298834 h 882500"/>
              <a:gd name="connsiteX194" fmla="*/ 372154 w 2684076"/>
              <a:gd name="connsiteY194" fmla="*/ 278679 h 882500"/>
              <a:gd name="connsiteX195" fmla="*/ 362050 w 2684076"/>
              <a:gd name="connsiteY195" fmla="*/ 262594 h 882500"/>
              <a:gd name="connsiteX196" fmla="*/ 355980 w 2684076"/>
              <a:gd name="connsiteY196" fmla="*/ 246438 h 882500"/>
              <a:gd name="connsiteX197" fmla="*/ 347894 w 2684076"/>
              <a:gd name="connsiteY197" fmla="*/ 226300 h 882500"/>
              <a:gd name="connsiteX198" fmla="*/ 355980 w 2684076"/>
              <a:gd name="connsiteY198" fmla="*/ 210162 h 882500"/>
              <a:gd name="connsiteX199" fmla="*/ 370137 w 2684076"/>
              <a:gd name="connsiteY199" fmla="*/ 200076 h 882500"/>
              <a:gd name="connsiteX200" fmla="*/ 384293 w 2684076"/>
              <a:gd name="connsiteY200" fmla="*/ 189989 h 882500"/>
              <a:gd name="connsiteX201" fmla="*/ 404519 w 2684076"/>
              <a:gd name="connsiteY201" fmla="*/ 181902 h 882500"/>
              <a:gd name="connsiteX202" fmla="*/ 351928 w 2684076"/>
              <a:gd name="connsiteY202" fmla="*/ 161800 h 882500"/>
              <a:gd name="connsiteX203" fmla="*/ 315529 w 2684076"/>
              <a:gd name="connsiteY203" fmla="*/ 137593 h 882500"/>
              <a:gd name="connsiteX204" fmla="*/ 299337 w 2684076"/>
              <a:gd name="connsiteY204" fmla="*/ 101317 h 882500"/>
              <a:gd name="connsiteX205" fmla="*/ 339789 w 2684076"/>
              <a:gd name="connsiteY205" fmla="*/ 93230 h 882500"/>
              <a:gd name="connsiteX206" fmla="*/ 364067 w 2684076"/>
              <a:gd name="connsiteY206" fmla="*/ 77110 h 882500"/>
              <a:gd name="connsiteX207" fmla="*/ 432832 w 2684076"/>
              <a:gd name="connsiteY207" fmla="*/ 77110 h 882500"/>
              <a:gd name="connsiteX208" fmla="*/ 436884 w 2684076"/>
              <a:gd name="connsiteY208" fmla="*/ 60989 h 882500"/>
              <a:gd name="connsiteX209" fmla="*/ 444971 w 2684076"/>
              <a:gd name="connsiteY209" fmla="*/ 32800 h 882500"/>
              <a:gd name="connsiteX210" fmla="*/ 453058 w 2684076"/>
              <a:gd name="connsiteY210" fmla="*/ 24713 h 882500"/>
              <a:gd name="connsiteX211" fmla="*/ 444971 w 2684076"/>
              <a:gd name="connsiteY211" fmla="*/ 12645 h 88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2684076" h="882500">
                <a:moveTo>
                  <a:pt x="635687" y="0"/>
                </a:moveTo>
                <a:lnTo>
                  <a:pt x="704738" y="0"/>
                </a:lnTo>
                <a:lnTo>
                  <a:pt x="701839" y="1444"/>
                </a:lnTo>
                <a:cubicBezTo>
                  <a:pt x="695097" y="1444"/>
                  <a:pt x="676888" y="1444"/>
                  <a:pt x="647230" y="1444"/>
                </a:cubicBezTo>
                <a:close/>
                <a:moveTo>
                  <a:pt x="443158" y="0"/>
                </a:moveTo>
                <a:lnTo>
                  <a:pt x="567770" y="0"/>
                </a:lnTo>
                <a:lnTo>
                  <a:pt x="562274" y="5496"/>
                </a:lnTo>
                <a:cubicBezTo>
                  <a:pt x="559585" y="8186"/>
                  <a:pt x="558240" y="13583"/>
                  <a:pt x="558240" y="21670"/>
                </a:cubicBezTo>
                <a:cubicBezTo>
                  <a:pt x="555532" y="35154"/>
                  <a:pt x="558240" y="50000"/>
                  <a:pt x="566327" y="66174"/>
                </a:cubicBezTo>
                <a:cubicBezTo>
                  <a:pt x="574414" y="82348"/>
                  <a:pt x="578466" y="94487"/>
                  <a:pt x="578466" y="102573"/>
                </a:cubicBezTo>
                <a:lnTo>
                  <a:pt x="578466" y="130904"/>
                </a:lnTo>
                <a:lnTo>
                  <a:pt x="590605" y="118765"/>
                </a:lnTo>
                <a:cubicBezTo>
                  <a:pt x="595984" y="113368"/>
                  <a:pt x="599364" y="109315"/>
                  <a:pt x="600709" y="106626"/>
                </a:cubicBezTo>
                <a:cubicBezTo>
                  <a:pt x="602054" y="103936"/>
                  <a:pt x="604089" y="101229"/>
                  <a:pt x="606779" y="98539"/>
                </a:cubicBezTo>
                <a:cubicBezTo>
                  <a:pt x="609468" y="93142"/>
                  <a:pt x="614193" y="91797"/>
                  <a:pt x="620935" y="94487"/>
                </a:cubicBezTo>
                <a:cubicBezTo>
                  <a:pt x="627677" y="97194"/>
                  <a:pt x="628349" y="105281"/>
                  <a:pt x="622952" y="118765"/>
                </a:cubicBezTo>
                <a:cubicBezTo>
                  <a:pt x="614865" y="148422"/>
                  <a:pt x="617573" y="163251"/>
                  <a:pt x="631057" y="163251"/>
                </a:cubicBezTo>
                <a:cubicBezTo>
                  <a:pt x="636436" y="163251"/>
                  <a:pt x="641161" y="161906"/>
                  <a:pt x="645213" y="159217"/>
                </a:cubicBezTo>
                <a:cubicBezTo>
                  <a:pt x="649248" y="156509"/>
                  <a:pt x="653972" y="156509"/>
                  <a:pt x="659370" y="159217"/>
                </a:cubicBezTo>
                <a:cubicBezTo>
                  <a:pt x="662059" y="161906"/>
                  <a:pt x="670146" y="157872"/>
                  <a:pt x="683630" y="147078"/>
                </a:cubicBezTo>
                <a:cubicBezTo>
                  <a:pt x="689027" y="141680"/>
                  <a:pt x="695769" y="137646"/>
                  <a:pt x="703856" y="134939"/>
                </a:cubicBezTo>
                <a:lnTo>
                  <a:pt x="715995" y="183477"/>
                </a:lnTo>
                <a:lnTo>
                  <a:pt x="752412" y="183477"/>
                </a:lnTo>
                <a:lnTo>
                  <a:pt x="804986" y="199669"/>
                </a:lnTo>
                <a:lnTo>
                  <a:pt x="792864" y="110678"/>
                </a:lnTo>
                <a:lnTo>
                  <a:pt x="809038" y="102573"/>
                </a:lnTo>
                <a:lnTo>
                  <a:pt x="760499" y="86400"/>
                </a:lnTo>
                <a:lnTo>
                  <a:pt x="744308" y="78313"/>
                </a:lnTo>
                <a:lnTo>
                  <a:pt x="752412" y="62122"/>
                </a:lnTo>
                <a:cubicBezTo>
                  <a:pt x="752412" y="51345"/>
                  <a:pt x="749705" y="40551"/>
                  <a:pt x="744308" y="29774"/>
                </a:cubicBezTo>
                <a:cubicBezTo>
                  <a:pt x="738928" y="21670"/>
                  <a:pt x="733531" y="13583"/>
                  <a:pt x="728134" y="5496"/>
                </a:cubicBezTo>
                <a:lnTo>
                  <a:pt x="717142" y="0"/>
                </a:lnTo>
                <a:lnTo>
                  <a:pt x="2082901" y="0"/>
                </a:lnTo>
                <a:lnTo>
                  <a:pt x="2082901" y="20909"/>
                </a:lnTo>
                <a:cubicBezTo>
                  <a:pt x="2088245" y="18219"/>
                  <a:pt x="2094916" y="14202"/>
                  <a:pt x="2102932" y="8840"/>
                </a:cubicBezTo>
                <a:lnTo>
                  <a:pt x="2113181" y="0"/>
                </a:lnTo>
                <a:lnTo>
                  <a:pt x="2178135" y="0"/>
                </a:lnTo>
                <a:lnTo>
                  <a:pt x="2173024" y="8805"/>
                </a:lnTo>
                <a:cubicBezTo>
                  <a:pt x="2169024" y="16874"/>
                  <a:pt x="2165698" y="23616"/>
                  <a:pt x="2163043" y="29013"/>
                </a:cubicBezTo>
                <a:cubicBezTo>
                  <a:pt x="2157682" y="37047"/>
                  <a:pt x="2155010" y="42426"/>
                  <a:pt x="2155010" y="45116"/>
                </a:cubicBezTo>
                <a:cubicBezTo>
                  <a:pt x="2168370" y="50513"/>
                  <a:pt x="2180385" y="57238"/>
                  <a:pt x="2191038" y="65289"/>
                </a:cubicBezTo>
                <a:cubicBezTo>
                  <a:pt x="2215103" y="81427"/>
                  <a:pt x="2231136" y="96221"/>
                  <a:pt x="2239134" y="109652"/>
                </a:cubicBezTo>
                <a:cubicBezTo>
                  <a:pt x="2241788" y="109652"/>
                  <a:pt x="2243115" y="111014"/>
                  <a:pt x="2243115" y="113704"/>
                </a:cubicBezTo>
                <a:cubicBezTo>
                  <a:pt x="2245823" y="124445"/>
                  <a:pt x="2249840" y="127807"/>
                  <a:pt x="2255166" y="123790"/>
                </a:cubicBezTo>
                <a:cubicBezTo>
                  <a:pt x="2260492" y="119756"/>
                  <a:pt x="2267164" y="113722"/>
                  <a:pt x="2275162" y="105652"/>
                </a:cubicBezTo>
                <a:cubicBezTo>
                  <a:pt x="2283178" y="97583"/>
                  <a:pt x="2293194" y="89514"/>
                  <a:pt x="2305227" y="81445"/>
                </a:cubicBezTo>
                <a:cubicBezTo>
                  <a:pt x="2317260" y="73376"/>
                  <a:pt x="2332602" y="70686"/>
                  <a:pt x="2351270" y="73376"/>
                </a:cubicBezTo>
                <a:cubicBezTo>
                  <a:pt x="2356614" y="100255"/>
                  <a:pt x="2355287" y="125790"/>
                  <a:pt x="2347289" y="149980"/>
                </a:cubicBezTo>
                <a:cubicBezTo>
                  <a:pt x="2341927" y="171515"/>
                  <a:pt x="2331257" y="192360"/>
                  <a:pt x="2315242" y="212533"/>
                </a:cubicBezTo>
                <a:cubicBezTo>
                  <a:pt x="2299228" y="232688"/>
                  <a:pt x="2276542" y="248137"/>
                  <a:pt x="2247168" y="258895"/>
                </a:cubicBezTo>
                <a:lnTo>
                  <a:pt x="2255131" y="262930"/>
                </a:lnTo>
                <a:cubicBezTo>
                  <a:pt x="2260475" y="265637"/>
                  <a:pt x="2265836" y="268309"/>
                  <a:pt x="2271180" y="270999"/>
                </a:cubicBezTo>
                <a:cubicBezTo>
                  <a:pt x="2276542" y="273671"/>
                  <a:pt x="2283213" y="276361"/>
                  <a:pt x="2291229" y="279051"/>
                </a:cubicBezTo>
                <a:cubicBezTo>
                  <a:pt x="2296538" y="284448"/>
                  <a:pt x="2303864" y="290500"/>
                  <a:pt x="2313225" y="297224"/>
                </a:cubicBezTo>
                <a:cubicBezTo>
                  <a:pt x="2322568" y="303948"/>
                  <a:pt x="2331257" y="309982"/>
                  <a:pt x="2339255" y="315326"/>
                </a:cubicBezTo>
                <a:cubicBezTo>
                  <a:pt x="2349961" y="323413"/>
                  <a:pt x="2357959" y="331482"/>
                  <a:pt x="2363268" y="339534"/>
                </a:cubicBezTo>
                <a:lnTo>
                  <a:pt x="2355305" y="339534"/>
                </a:lnTo>
                <a:cubicBezTo>
                  <a:pt x="2352615" y="339534"/>
                  <a:pt x="2349271" y="340206"/>
                  <a:pt x="2345254" y="341569"/>
                </a:cubicBezTo>
                <a:cubicBezTo>
                  <a:pt x="2341255" y="342914"/>
                  <a:pt x="2336583" y="343586"/>
                  <a:pt x="2331239" y="343586"/>
                </a:cubicBezTo>
                <a:cubicBezTo>
                  <a:pt x="2320569" y="343586"/>
                  <a:pt x="2310571" y="344258"/>
                  <a:pt x="2301210" y="345603"/>
                </a:cubicBezTo>
                <a:cubicBezTo>
                  <a:pt x="2291849" y="346948"/>
                  <a:pt x="2289849" y="350328"/>
                  <a:pt x="2295211" y="355725"/>
                </a:cubicBezTo>
                <a:cubicBezTo>
                  <a:pt x="2300555" y="361069"/>
                  <a:pt x="2307226" y="365776"/>
                  <a:pt x="2315242" y="369811"/>
                </a:cubicBezTo>
                <a:cubicBezTo>
                  <a:pt x="2323241" y="373863"/>
                  <a:pt x="2327240" y="378552"/>
                  <a:pt x="2327240" y="383914"/>
                </a:cubicBezTo>
                <a:cubicBezTo>
                  <a:pt x="2327240" y="392001"/>
                  <a:pt x="2325913" y="398725"/>
                  <a:pt x="2323258" y="404069"/>
                </a:cubicBezTo>
                <a:lnTo>
                  <a:pt x="2315242" y="420261"/>
                </a:lnTo>
                <a:cubicBezTo>
                  <a:pt x="2309881" y="425605"/>
                  <a:pt x="2305881" y="432329"/>
                  <a:pt x="2303227" y="440416"/>
                </a:cubicBezTo>
                <a:cubicBezTo>
                  <a:pt x="2297883" y="456519"/>
                  <a:pt x="2299210" y="465915"/>
                  <a:pt x="2307208" y="468605"/>
                </a:cubicBezTo>
                <a:cubicBezTo>
                  <a:pt x="2312570" y="471294"/>
                  <a:pt x="2318587" y="474674"/>
                  <a:pt x="2325258" y="478726"/>
                </a:cubicBezTo>
                <a:cubicBezTo>
                  <a:pt x="2331929" y="482761"/>
                  <a:pt x="2339273" y="487468"/>
                  <a:pt x="2347289" y="492812"/>
                </a:cubicBezTo>
                <a:cubicBezTo>
                  <a:pt x="2357941" y="498209"/>
                  <a:pt x="2367302" y="503571"/>
                  <a:pt x="2375354" y="508933"/>
                </a:cubicBezTo>
                <a:cubicBezTo>
                  <a:pt x="2378008" y="495484"/>
                  <a:pt x="2382007" y="482053"/>
                  <a:pt x="2387351" y="468605"/>
                </a:cubicBezTo>
                <a:cubicBezTo>
                  <a:pt x="2392660" y="457863"/>
                  <a:pt x="2397332" y="446450"/>
                  <a:pt x="2401348" y="434346"/>
                </a:cubicBezTo>
                <a:cubicBezTo>
                  <a:pt x="2405383" y="422260"/>
                  <a:pt x="2412727" y="410811"/>
                  <a:pt x="2423379" y="400035"/>
                </a:cubicBezTo>
                <a:cubicBezTo>
                  <a:pt x="2436739" y="421552"/>
                  <a:pt x="2447428" y="443070"/>
                  <a:pt x="2455426" y="464552"/>
                </a:cubicBezTo>
                <a:cubicBezTo>
                  <a:pt x="2460823" y="483398"/>
                  <a:pt x="2462840" y="502898"/>
                  <a:pt x="2461495" y="523054"/>
                </a:cubicBezTo>
                <a:cubicBezTo>
                  <a:pt x="2460151" y="543227"/>
                  <a:pt x="2451391" y="564072"/>
                  <a:pt x="2435200" y="585607"/>
                </a:cubicBezTo>
                <a:cubicBezTo>
                  <a:pt x="2432510" y="588297"/>
                  <a:pt x="2433855" y="589642"/>
                  <a:pt x="2439252" y="589642"/>
                </a:cubicBezTo>
                <a:cubicBezTo>
                  <a:pt x="2447339" y="589642"/>
                  <a:pt x="2462168" y="577538"/>
                  <a:pt x="2483739" y="553295"/>
                </a:cubicBezTo>
                <a:lnTo>
                  <a:pt x="2487791" y="646090"/>
                </a:lnTo>
                <a:lnTo>
                  <a:pt x="2528243" y="565434"/>
                </a:lnTo>
                <a:lnTo>
                  <a:pt x="2524191" y="605762"/>
                </a:lnTo>
                <a:cubicBezTo>
                  <a:pt x="2532295" y="597676"/>
                  <a:pt x="2540382" y="590951"/>
                  <a:pt x="2548469" y="585607"/>
                </a:cubicBezTo>
                <a:cubicBezTo>
                  <a:pt x="2564642" y="574848"/>
                  <a:pt x="2572747" y="570814"/>
                  <a:pt x="2572747" y="573468"/>
                </a:cubicBezTo>
                <a:cubicBezTo>
                  <a:pt x="2575437" y="584245"/>
                  <a:pt x="2577454" y="591659"/>
                  <a:pt x="2578817" y="595676"/>
                </a:cubicBezTo>
                <a:cubicBezTo>
                  <a:pt x="2580161" y="599711"/>
                  <a:pt x="2578126" y="604418"/>
                  <a:pt x="2572747" y="609815"/>
                </a:cubicBezTo>
                <a:cubicBezTo>
                  <a:pt x="2567350" y="617848"/>
                  <a:pt x="2559263" y="621883"/>
                  <a:pt x="2548469" y="621883"/>
                </a:cubicBezTo>
                <a:cubicBezTo>
                  <a:pt x="2537674" y="621883"/>
                  <a:pt x="2539037" y="627245"/>
                  <a:pt x="2552521" y="638004"/>
                </a:cubicBezTo>
                <a:cubicBezTo>
                  <a:pt x="2566005" y="646090"/>
                  <a:pt x="2574764" y="648780"/>
                  <a:pt x="2578817" y="646090"/>
                </a:cubicBezTo>
                <a:cubicBezTo>
                  <a:pt x="2582851" y="643383"/>
                  <a:pt x="2592973" y="639366"/>
                  <a:pt x="2609147" y="634022"/>
                </a:cubicBezTo>
                <a:cubicBezTo>
                  <a:pt x="2622631" y="625918"/>
                  <a:pt x="2635442" y="623900"/>
                  <a:pt x="2647581" y="627952"/>
                </a:cubicBezTo>
                <a:cubicBezTo>
                  <a:pt x="2659720" y="631987"/>
                  <a:pt x="2668480" y="636694"/>
                  <a:pt x="2673877" y="642038"/>
                </a:cubicBezTo>
                <a:cubicBezTo>
                  <a:pt x="2679256" y="644746"/>
                  <a:pt x="2682636" y="651470"/>
                  <a:pt x="2683981" y="662211"/>
                </a:cubicBezTo>
                <a:cubicBezTo>
                  <a:pt x="2685326" y="672952"/>
                  <a:pt x="2672514" y="678332"/>
                  <a:pt x="2645546" y="678332"/>
                </a:cubicBezTo>
                <a:lnTo>
                  <a:pt x="2588921" y="678332"/>
                </a:lnTo>
                <a:cubicBezTo>
                  <a:pt x="2580834" y="678332"/>
                  <a:pt x="2575437" y="677004"/>
                  <a:pt x="2572747" y="674350"/>
                </a:cubicBezTo>
                <a:cubicBezTo>
                  <a:pt x="2583524" y="685091"/>
                  <a:pt x="2591610" y="695832"/>
                  <a:pt x="2597007" y="706574"/>
                </a:cubicBezTo>
                <a:cubicBezTo>
                  <a:pt x="2607802" y="733453"/>
                  <a:pt x="2606457" y="753626"/>
                  <a:pt x="2592973" y="767057"/>
                </a:cubicBezTo>
                <a:cubicBezTo>
                  <a:pt x="2574092" y="761713"/>
                  <a:pt x="2557900" y="754988"/>
                  <a:pt x="2544416" y="746902"/>
                </a:cubicBezTo>
                <a:cubicBezTo>
                  <a:pt x="2530933" y="741558"/>
                  <a:pt x="2519484" y="733488"/>
                  <a:pt x="2510034" y="722730"/>
                </a:cubicBezTo>
                <a:cubicBezTo>
                  <a:pt x="2500602" y="711953"/>
                  <a:pt x="2495878" y="699849"/>
                  <a:pt x="2495878" y="686418"/>
                </a:cubicBezTo>
                <a:lnTo>
                  <a:pt x="2487791" y="718713"/>
                </a:lnTo>
                <a:cubicBezTo>
                  <a:pt x="2482394" y="729454"/>
                  <a:pt x="2477687" y="739523"/>
                  <a:pt x="2473635" y="748919"/>
                </a:cubicBezTo>
                <a:cubicBezTo>
                  <a:pt x="2469582" y="758315"/>
                  <a:pt x="2460823" y="767057"/>
                  <a:pt x="2447339" y="775161"/>
                </a:cubicBezTo>
                <a:cubicBezTo>
                  <a:pt x="2439252" y="777851"/>
                  <a:pt x="2433855" y="781868"/>
                  <a:pt x="2431165" y="787230"/>
                </a:cubicBezTo>
                <a:cubicBezTo>
                  <a:pt x="2425768" y="798006"/>
                  <a:pt x="2437907" y="810128"/>
                  <a:pt x="2467565" y="823576"/>
                </a:cubicBezTo>
                <a:cubicBezTo>
                  <a:pt x="2499930" y="837007"/>
                  <a:pt x="2514086" y="845076"/>
                  <a:pt x="2510034" y="847748"/>
                </a:cubicBezTo>
                <a:cubicBezTo>
                  <a:pt x="2506000" y="850420"/>
                  <a:pt x="2512069" y="855800"/>
                  <a:pt x="2528243" y="863904"/>
                </a:cubicBezTo>
                <a:cubicBezTo>
                  <a:pt x="2533640" y="869248"/>
                  <a:pt x="2541054" y="873937"/>
                  <a:pt x="2550486" y="877990"/>
                </a:cubicBezTo>
                <a:lnTo>
                  <a:pt x="2560406" y="882500"/>
                </a:lnTo>
                <a:lnTo>
                  <a:pt x="1405286" y="882500"/>
                </a:lnTo>
                <a:lnTo>
                  <a:pt x="1389521" y="863196"/>
                </a:lnTo>
                <a:lnTo>
                  <a:pt x="1378493" y="882500"/>
                </a:lnTo>
                <a:lnTo>
                  <a:pt x="8087" y="882500"/>
                </a:lnTo>
                <a:lnTo>
                  <a:pt x="8087" y="867302"/>
                </a:lnTo>
                <a:lnTo>
                  <a:pt x="12139" y="839060"/>
                </a:lnTo>
                <a:lnTo>
                  <a:pt x="32365" y="826991"/>
                </a:lnTo>
                <a:lnTo>
                  <a:pt x="48539" y="794750"/>
                </a:lnTo>
                <a:cubicBezTo>
                  <a:pt x="62023" y="810853"/>
                  <a:pt x="75507" y="824266"/>
                  <a:pt x="88991" y="835007"/>
                </a:cubicBezTo>
                <a:cubicBezTo>
                  <a:pt x="118666" y="859197"/>
                  <a:pt x="151014" y="871283"/>
                  <a:pt x="186086" y="871283"/>
                </a:cubicBezTo>
                <a:lnTo>
                  <a:pt x="169895" y="831026"/>
                </a:lnTo>
                <a:lnTo>
                  <a:pt x="177981" y="822939"/>
                </a:lnTo>
                <a:lnTo>
                  <a:pt x="198207" y="859215"/>
                </a:lnTo>
                <a:lnTo>
                  <a:pt x="194173" y="839060"/>
                </a:lnTo>
                <a:lnTo>
                  <a:pt x="198207" y="810871"/>
                </a:lnTo>
                <a:cubicBezTo>
                  <a:pt x="184724" y="805474"/>
                  <a:pt x="172602" y="798749"/>
                  <a:pt x="161808" y="790698"/>
                </a:cubicBezTo>
                <a:cubicBezTo>
                  <a:pt x="140237" y="777267"/>
                  <a:pt x="124046" y="770543"/>
                  <a:pt x="113269" y="770543"/>
                </a:cubicBezTo>
                <a:cubicBezTo>
                  <a:pt x="99785" y="770543"/>
                  <a:pt x="85629" y="767853"/>
                  <a:pt x="70800" y="762474"/>
                </a:cubicBezTo>
                <a:cubicBezTo>
                  <a:pt x="55953" y="757112"/>
                  <a:pt x="44504" y="743663"/>
                  <a:pt x="36400" y="722128"/>
                </a:cubicBezTo>
                <a:lnTo>
                  <a:pt x="68765" y="722128"/>
                </a:lnTo>
                <a:cubicBezTo>
                  <a:pt x="76852" y="724818"/>
                  <a:pt x="84956" y="727525"/>
                  <a:pt x="93043" y="730215"/>
                </a:cubicBezTo>
                <a:cubicBezTo>
                  <a:pt x="101130" y="732904"/>
                  <a:pt x="107872" y="739629"/>
                  <a:pt x="113269" y="750370"/>
                </a:cubicBezTo>
                <a:cubicBezTo>
                  <a:pt x="121356" y="744990"/>
                  <a:pt x="130788" y="740956"/>
                  <a:pt x="141582" y="738302"/>
                </a:cubicBezTo>
                <a:cubicBezTo>
                  <a:pt x="163153" y="732904"/>
                  <a:pt x="184724" y="745008"/>
                  <a:pt x="206312" y="774595"/>
                </a:cubicBezTo>
                <a:lnTo>
                  <a:pt x="206312" y="754422"/>
                </a:lnTo>
                <a:lnTo>
                  <a:pt x="230572" y="754422"/>
                </a:lnTo>
                <a:cubicBezTo>
                  <a:pt x="241367" y="754422"/>
                  <a:pt x="249454" y="750370"/>
                  <a:pt x="254851" y="742283"/>
                </a:cubicBezTo>
                <a:cubicBezTo>
                  <a:pt x="254851" y="734232"/>
                  <a:pt x="256196" y="730215"/>
                  <a:pt x="258885" y="730215"/>
                </a:cubicBezTo>
                <a:lnTo>
                  <a:pt x="262938" y="730215"/>
                </a:lnTo>
                <a:cubicBezTo>
                  <a:pt x="260248" y="724818"/>
                  <a:pt x="258885" y="718093"/>
                  <a:pt x="258885" y="710060"/>
                </a:cubicBezTo>
                <a:cubicBezTo>
                  <a:pt x="253506" y="696611"/>
                  <a:pt x="253506" y="685870"/>
                  <a:pt x="258885" y="677818"/>
                </a:cubicBezTo>
                <a:lnTo>
                  <a:pt x="242712" y="653611"/>
                </a:lnTo>
                <a:lnTo>
                  <a:pt x="222486" y="661698"/>
                </a:lnTo>
                <a:lnTo>
                  <a:pt x="206312" y="641543"/>
                </a:lnTo>
                <a:cubicBezTo>
                  <a:pt x="203605" y="644232"/>
                  <a:pt x="198207" y="648267"/>
                  <a:pt x="190121" y="653611"/>
                </a:cubicBezTo>
                <a:cubicBezTo>
                  <a:pt x="176637" y="661662"/>
                  <a:pt x="163153" y="668387"/>
                  <a:pt x="149669" y="673766"/>
                </a:cubicBezTo>
                <a:lnTo>
                  <a:pt x="149669" y="645577"/>
                </a:lnTo>
                <a:cubicBezTo>
                  <a:pt x="146979" y="648232"/>
                  <a:pt x="142927" y="649559"/>
                  <a:pt x="137530" y="649559"/>
                </a:cubicBezTo>
                <a:cubicBezTo>
                  <a:pt x="126753" y="654956"/>
                  <a:pt x="117304" y="654956"/>
                  <a:pt x="109217" y="649559"/>
                </a:cubicBezTo>
                <a:cubicBezTo>
                  <a:pt x="87646" y="646904"/>
                  <a:pt x="75507" y="644232"/>
                  <a:pt x="72817" y="641543"/>
                </a:cubicBezTo>
                <a:cubicBezTo>
                  <a:pt x="67420" y="638835"/>
                  <a:pt x="62695" y="634801"/>
                  <a:pt x="58661" y="629439"/>
                </a:cubicBezTo>
                <a:cubicBezTo>
                  <a:pt x="54609" y="624059"/>
                  <a:pt x="55281" y="620025"/>
                  <a:pt x="60678" y="617335"/>
                </a:cubicBezTo>
                <a:cubicBezTo>
                  <a:pt x="68765" y="617335"/>
                  <a:pt x="75507" y="613301"/>
                  <a:pt x="80904" y="605249"/>
                </a:cubicBezTo>
                <a:cubicBezTo>
                  <a:pt x="83594" y="599870"/>
                  <a:pt x="88318" y="597835"/>
                  <a:pt x="95060" y="599197"/>
                </a:cubicBezTo>
                <a:cubicBezTo>
                  <a:pt x="101802" y="600542"/>
                  <a:pt x="107872" y="598507"/>
                  <a:pt x="113269" y="593128"/>
                </a:cubicBezTo>
                <a:cubicBezTo>
                  <a:pt x="118666" y="587766"/>
                  <a:pt x="122028" y="583749"/>
                  <a:pt x="123373" y="581042"/>
                </a:cubicBezTo>
                <a:cubicBezTo>
                  <a:pt x="124736" y="578352"/>
                  <a:pt x="128098" y="574335"/>
                  <a:pt x="133495" y="568973"/>
                </a:cubicBezTo>
                <a:cubicBezTo>
                  <a:pt x="136185" y="563576"/>
                  <a:pt x="141582" y="559542"/>
                  <a:pt x="149669" y="556870"/>
                </a:cubicBezTo>
                <a:cubicBezTo>
                  <a:pt x="157756" y="554198"/>
                  <a:pt x="164498" y="552853"/>
                  <a:pt x="169895" y="552853"/>
                </a:cubicBezTo>
                <a:cubicBezTo>
                  <a:pt x="175292" y="552853"/>
                  <a:pt x="180689" y="550163"/>
                  <a:pt x="186086" y="544766"/>
                </a:cubicBezTo>
                <a:cubicBezTo>
                  <a:pt x="188776" y="542076"/>
                  <a:pt x="191465" y="540731"/>
                  <a:pt x="194173" y="540731"/>
                </a:cubicBezTo>
                <a:cubicBezTo>
                  <a:pt x="188776" y="540731"/>
                  <a:pt x="182034" y="539369"/>
                  <a:pt x="173947" y="536679"/>
                </a:cubicBezTo>
                <a:cubicBezTo>
                  <a:pt x="168550" y="536679"/>
                  <a:pt x="161135" y="536007"/>
                  <a:pt x="151704" y="534680"/>
                </a:cubicBezTo>
                <a:cubicBezTo>
                  <a:pt x="142254" y="533352"/>
                  <a:pt x="132150" y="535370"/>
                  <a:pt x="121356" y="540731"/>
                </a:cubicBezTo>
                <a:cubicBezTo>
                  <a:pt x="99785" y="548818"/>
                  <a:pt x="79559" y="553525"/>
                  <a:pt x="60678" y="554852"/>
                </a:cubicBezTo>
                <a:cubicBezTo>
                  <a:pt x="41797" y="556180"/>
                  <a:pt x="28313" y="554162"/>
                  <a:pt x="20226" y="548818"/>
                </a:cubicBezTo>
                <a:cubicBezTo>
                  <a:pt x="14829" y="546111"/>
                  <a:pt x="11467" y="543421"/>
                  <a:pt x="10122" y="540731"/>
                </a:cubicBezTo>
                <a:cubicBezTo>
                  <a:pt x="8760" y="538024"/>
                  <a:pt x="6742" y="535352"/>
                  <a:pt x="4053" y="532698"/>
                </a:cubicBezTo>
                <a:cubicBezTo>
                  <a:pt x="1345" y="530008"/>
                  <a:pt x="0" y="527301"/>
                  <a:pt x="0" y="524611"/>
                </a:cubicBezTo>
                <a:cubicBezTo>
                  <a:pt x="2690" y="527301"/>
                  <a:pt x="5397" y="528645"/>
                  <a:pt x="8087" y="528645"/>
                </a:cubicBezTo>
                <a:cubicBezTo>
                  <a:pt x="16174" y="528645"/>
                  <a:pt x="22916" y="525956"/>
                  <a:pt x="28313" y="520559"/>
                </a:cubicBezTo>
                <a:cubicBezTo>
                  <a:pt x="33710" y="515215"/>
                  <a:pt x="45849" y="507818"/>
                  <a:pt x="64730" y="498404"/>
                </a:cubicBezTo>
                <a:cubicBezTo>
                  <a:pt x="83594" y="488990"/>
                  <a:pt x="105182" y="491007"/>
                  <a:pt x="129443" y="504438"/>
                </a:cubicBezTo>
                <a:lnTo>
                  <a:pt x="76852" y="443955"/>
                </a:lnTo>
                <a:lnTo>
                  <a:pt x="117304" y="443955"/>
                </a:lnTo>
                <a:cubicBezTo>
                  <a:pt x="114614" y="441301"/>
                  <a:pt x="111924" y="437284"/>
                  <a:pt x="109217" y="431887"/>
                </a:cubicBezTo>
                <a:cubicBezTo>
                  <a:pt x="103820" y="423835"/>
                  <a:pt x="103820" y="414439"/>
                  <a:pt x="109217" y="403698"/>
                </a:cubicBezTo>
                <a:cubicBezTo>
                  <a:pt x="117304" y="414439"/>
                  <a:pt x="126753" y="421145"/>
                  <a:pt x="137530" y="423800"/>
                </a:cubicBezTo>
                <a:cubicBezTo>
                  <a:pt x="156411" y="434576"/>
                  <a:pt x="177981" y="427887"/>
                  <a:pt x="202260" y="403698"/>
                </a:cubicBezTo>
                <a:lnTo>
                  <a:pt x="210347" y="435921"/>
                </a:lnTo>
                <a:lnTo>
                  <a:pt x="222486" y="443955"/>
                </a:lnTo>
                <a:lnTo>
                  <a:pt x="254851" y="411714"/>
                </a:lnTo>
                <a:lnTo>
                  <a:pt x="222486" y="367422"/>
                </a:lnTo>
                <a:lnTo>
                  <a:pt x="157756" y="367422"/>
                </a:lnTo>
                <a:lnTo>
                  <a:pt x="161808" y="339162"/>
                </a:lnTo>
                <a:lnTo>
                  <a:pt x="145634" y="318989"/>
                </a:lnTo>
                <a:lnTo>
                  <a:pt x="173947" y="314955"/>
                </a:lnTo>
                <a:lnTo>
                  <a:pt x="214399" y="270645"/>
                </a:lnTo>
                <a:lnTo>
                  <a:pt x="186086" y="230317"/>
                </a:lnTo>
                <a:lnTo>
                  <a:pt x="262938" y="218249"/>
                </a:lnTo>
                <a:lnTo>
                  <a:pt x="262938" y="226265"/>
                </a:lnTo>
                <a:cubicBezTo>
                  <a:pt x="262938" y="234316"/>
                  <a:pt x="268335" y="239696"/>
                  <a:pt x="279111" y="242385"/>
                </a:cubicBezTo>
                <a:cubicBezTo>
                  <a:pt x="297992" y="253144"/>
                  <a:pt x="307442" y="259851"/>
                  <a:pt x="307442" y="262558"/>
                </a:cubicBezTo>
                <a:lnTo>
                  <a:pt x="327668" y="282714"/>
                </a:lnTo>
                <a:lnTo>
                  <a:pt x="384293" y="298834"/>
                </a:lnTo>
                <a:cubicBezTo>
                  <a:pt x="378896" y="293490"/>
                  <a:pt x="374861" y="286766"/>
                  <a:pt x="372154" y="278679"/>
                </a:cubicBezTo>
                <a:cubicBezTo>
                  <a:pt x="366757" y="273317"/>
                  <a:pt x="363395" y="267955"/>
                  <a:pt x="362050" y="262594"/>
                </a:cubicBezTo>
                <a:cubicBezTo>
                  <a:pt x="360705" y="257214"/>
                  <a:pt x="358670" y="251835"/>
                  <a:pt x="355980" y="246438"/>
                </a:cubicBezTo>
                <a:cubicBezTo>
                  <a:pt x="353273" y="238386"/>
                  <a:pt x="350583" y="231680"/>
                  <a:pt x="347894" y="226300"/>
                </a:cubicBezTo>
                <a:cubicBezTo>
                  <a:pt x="345186" y="220939"/>
                  <a:pt x="347894" y="215541"/>
                  <a:pt x="355980" y="210162"/>
                </a:cubicBezTo>
                <a:cubicBezTo>
                  <a:pt x="361378" y="207455"/>
                  <a:pt x="366085" y="204092"/>
                  <a:pt x="370137" y="200076"/>
                </a:cubicBezTo>
                <a:cubicBezTo>
                  <a:pt x="374189" y="196059"/>
                  <a:pt x="378896" y="192697"/>
                  <a:pt x="384293" y="189989"/>
                </a:cubicBezTo>
                <a:cubicBezTo>
                  <a:pt x="389690" y="187299"/>
                  <a:pt x="396432" y="184592"/>
                  <a:pt x="404519" y="181902"/>
                </a:cubicBezTo>
                <a:cubicBezTo>
                  <a:pt x="382948" y="176558"/>
                  <a:pt x="365412" y="169852"/>
                  <a:pt x="351928" y="161800"/>
                </a:cubicBezTo>
                <a:cubicBezTo>
                  <a:pt x="338444" y="156403"/>
                  <a:pt x="326305" y="148334"/>
                  <a:pt x="315529" y="137593"/>
                </a:cubicBezTo>
                <a:cubicBezTo>
                  <a:pt x="304734" y="126852"/>
                  <a:pt x="299337" y="114766"/>
                  <a:pt x="299337" y="101317"/>
                </a:cubicBezTo>
                <a:lnTo>
                  <a:pt x="339789" y="93230"/>
                </a:lnTo>
                <a:cubicBezTo>
                  <a:pt x="345186" y="87869"/>
                  <a:pt x="353273" y="82507"/>
                  <a:pt x="364067" y="77110"/>
                </a:cubicBezTo>
                <a:cubicBezTo>
                  <a:pt x="385638" y="66368"/>
                  <a:pt x="408571" y="66368"/>
                  <a:pt x="432832" y="77110"/>
                </a:cubicBezTo>
                <a:cubicBezTo>
                  <a:pt x="432832" y="71748"/>
                  <a:pt x="434177" y="66386"/>
                  <a:pt x="436884" y="60989"/>
                </a:cubicBezTo>
                <a:cubicBezTo>
                  <a:pt x="436884" y="58299"/>
                  <a:pt x="439574" y="48903"/>
                  <a:pt x="444971" y="32800"/>
                </a:cubicBezTo>
                <a:cubicBezTo>
                  <a:pt x="450368" y="27403"/>
                  <a:pt x="453058" y="24713"/>
                  <a:pt x="453058" y="24713"/>
                </a:cubicBezTo>
                <a:cubicBezTo>
                  <a:pt x="453058" y="24713"/>
                  <a:pt x="450368" y="20679"/>
                  <a:pt x="444971" y="12645"/>
                </a:cubicBezTo>
                <a:close/>
              </a:path>
            </a:pathLst>
          </a:custGeom>
          <a:solidFill>
            <a:schemeClr val="accent6">
              <a:lumMod val="40000"/>
              <a:lumOff val="6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8" name="Freeform 17"/>
          <p:cNvSpPr/>
          <p:nvPr/>
        </p:nvSpPr>
        <p:spPr>
          <a:xfrm>
            <a:off x="4699521" y="1589567"/>
            <a:ext cx="1794623" cy="717697"/>
          </a:xfrm>
          <a:custGeom>
            <a:avLst/>
            <a:gdLst>
              <a:gd name="connsiteX0" fmla="*/ 1794623 w 1794623"/>
              <a:gd name="connsiteY0" fmla="*/ 662003 h 717697"/>
              <a:gd name="connsiteX1" fmla="*/ 1794623 w 1794623"/>
              <a:gd name="connsiteY1" fmla="*/ 670037 h 717697"/>
              <a:gd name="connsiteX2" fmla="*/ 1786589 w 1794623"/>
              <a:gd name="connsiteY2" fmla="*/ 702331 h 717697"/>
              <a:gd name="connsiteX3" fmla="*/ 1777669 w 1794623"/>
              <a:gd name="connsiteY3" fmla="*/ 717697 h 717697"/>
              <a:gd name="connsiteX4" fmla="*/ 1712715 w 1794623"/>
              <a:gd name="connsiteY4" fmla="*/ 717697 h 717697"/>
              <a:gd name="connsiteX5" fmla="*/ 1730530 w 1794623"/>
              <a:gd name="connsiteY5" fmla="*/ 702331 h 717697"/>
              <a:gd name="connsiteX6" fmla="*/ 1740545 w 1794623"/>
              <a:gd name="connsiteY6" fmla="*/ 682176 h 717697"/>
              <a:gd name="connsiteX7" fmla="*/ 1754543 w 1794623"/>
              <a:gd name="connsiteY7" fmla="*/ 674089 h 717697"/>
              <a:gd name="connsiteX8" fmla="*/ 1768575 w 1794623"/>
              <a:gd name="connsiteY8" fmla="*/ 670037 h 717697"/>
              <a:gd name="connsiteX9" fmla="*/ 1782608 w 1794623"/>
              <a:gd name="connsiteY9" fmla="*/ 666055 h 717697"/>
              <a:gd name="connsiteX10" fmla="*/ 1794623 w 1794623"/>
              <a:gd name="connsiteY10" fmla="*/ 662003 h 717697"/>
              <a:gd name="connsiteX11" fmla="*/ 678657 w 1794623"/>
              <a:gd name="connsiteY11" fmla="*/ 112 h 717697"/>
              <a:gd name="connsiteX12" fmla="*/ 690283 w 1794623"/>
              <a:gd name="connsiteY12" fmla="*/ 11234 h 717697"/>
              <a:gd name="connsiteX13" fmla="*/ 700370 w 1794623"/>
              <a:gd name="connsiteY13" fmla="*/ 25390 h 717697"/>
              <a:gd name="connsiteX14" fmla="*/ 710438 w 1794623"/>
              <a:gd name="connsiteY14" fmla="*/ 35512 h 717697"/>
              <a:gd name="connsiteX15" fmla="*/ 718543 w 1794623"/>
              <a:gd name="connsiteY15" fmla="*/ 43599 h 717697"/>
              <a:gd name="connsiteX16" fmla="*/ 762976 w 1794623"/>
              <a:gd name="connsiteY16" fmla="*/ 51686 h 717697"/>
              <a:gd name="connsiteX17" fmla="*/ 823512 w 1794623"/>
              <a:gd name="connsiteY17" fmla="*/ 88103 h 717697"/>
              <a:gd name="connsiteX18" fmla="*/ 843685 w 1794623"/>
              <a:gd name="connsiteY18" fmla="*/ 120468 h 717697"/>
              <a:gd name="connsiteX19" fmla="*/ 851772 w 1794623"/>
              <a:gd name="connsiteY19" fmla="*/ 128555 h 717697"/>
              <a:gd name="connsiteX20" fmla="*/ 867946 w 1794623"/>
              <a:gd name="connsiteY20" fmla="*/ 136642 h 717697"/>
              <a:gd name="connsiteX21" fmla="*/ 896205 w 1794623"/>
              <a:gd name="connsiteY21" fmla="*/ 140694 h 717697"/>
              <a:gd name="connsiteX22" fmla="*/ 926482 w 1794623"/>
              <a:gd name="connsiteY22" fmla="*/ 132589 h 717697"/>
              <a:gd name="connsiteX23" fmla="*/ 956759 w 1794623"/>
              <a:gd name="connsiteY23" fmla="*/ 128555 h 717697"/>
              <a:gd name="connsiteX24" fmla="*/ 964846 w 1794623"/>
              <a:gd name="connsiteY24" fmla="*/ 126520 h 717697"/>
              <a:gd name="connsiteX25" fmla="*/ 976915 w 1794623"/>
              <a:gd name="connsiteY25" fmla="*/ 124503 h 717697"/>
              <a:gd name="connsiteX26" fmla="*/ 993106 w 1794623"/>
              <a:gd name="connsiteY26" fmla="*/ 124503 h 717697"/>
              <a:gd name="connsiteX27" fmla="*/ 985019 w 1794623"/>
              <a:gd name="connsiteY27" fmla="*/ 164954 h 717697"/>
              <a:gd name="connsiteX28" fmla="*/ 974897 w 1794623"/>
              <a:gd name="connsiteY28" fmla="*/ 199337 h 717697"/>
              <a:gd name="connsiteX29" fmla="*/ 956689 w 1794623"/>
              <a:gd name="connsiteY29" fmla="*/ 225632 h 717697"/>
              <a:gd name="connsiteX30" fmla="*/ 972880 w 1794623"/>
              <a:gd name="connsiteY30" fmla="*/ 229684 h 717697"/>
              <a:gd name="connsiteX31" fmla="*/ 1005245 w 1794623"/>
              <a:gd name="connsiteY31" fmla="*/ 241824 h 717697"/>
              <a:gd name="connsiteX32" fmla="*/ 1029452 w 1794623"/>
              <a:gd name="connsiteY32" fmla="*/ 251928 h 717697"/>
              <a:gd name="connsiteX33" fmla="*/ 1049608 w 1794623"/>
              <a:gd name="connsiteY33" fmla="*/ 253945 h 717697"/>
              <a:gd name="connsiteX34" fmla="*/ 1065764 w 1794623"/>
              <a:gd name="connsiteY34" fmla="*/ 255980 h 717697"/>
              <a:gd name="connsiteX35" fmla="*/ 1081902 w 1794623"/>
              <a:gd name="connsiteY35" fmla="*/ 257997 h 717697"/>
              <a:gd name="connsiteX36" fmla="*/ 1102128 w 1794623"/>
              <a:gd name="connsiteY36" fmla="*/ 257997 h 717697"/>
              <a:gd name="connsiteX37" fmla="*/ 1122301 w 1794623"/>
              <a:gd name="connsiteY37" fmla="*/ 286310 h 717697"/>
              <a:gd name="connsiteX38" fmla="*/ 1118248 w 1794623"/>
              <a:gd name="connsiteY38" fmla="*/ 262050 h 717697"/>
              <a:gd name="connsiteX39" fmla="*/ 1093970 w 1794623"/>
              <a:gd name="connsiteY39" fmla="*/ 221598 h 717697"/>
              <a:gd name="connsiteX40" fmla="*/ 1065657 w 1794623"/>
              <a:gd name="connsiteY40" fmla="*/ 195302 h 717697"/>
              <a:gd name="connsiteX41" fmla="*/ 1041397 w 1794623"/>
              <a:gd name="connsiteY41" fmla="*/ 185180 h 717697"/>
              <a:gd name="connsiteX42" fmla="*/ 1017119 w 1794623"/>
              <a:gd name="connsiteY42" fmla="*/ 185180 h 717697"/>
              <a:gd name="connsiteX43" fmla="*/ 1033292 w 1794623"/>
              <a:gd name="connsiteY43" fmla="*/ 120468 h 717697"/>
              <a:gd name="connsiteX44" fmla="*/ 1073744 w 1794623"/>
              <a:gd name="connsiteY44" fmla="*/ 136642 h 717697"/>
              <a:gd name="connsiteX45" fmla="*/ 1114196 w 1794623"/>
              <a:gd name="connsiteY45" fmla="*/ 150798 h 717697"/>
              <a:gd name="connsiteX46" fmla="*/ 1154595 w 1794623"/>
              <a:gd name="connsiteY46" fmla="*/ 156868 h 717697"/>
              <a:gd name="connsiteX47" fmla="*/ 1166734 w 1794623"/>
              <a:gd name="connsiteY47" fmla="*/ 140694 h 717697"/>
              <a:gd name="connsiteX48" fmla="*/ 1195047 w 1794623"/>
              <a:gd name="connsiteY48" fmla="*/ 120468 h 717697"/>
              <a:gd name="connsiteX49" fmla="*/ 1215273 w 1794623"/>
              <a:gd name="connsiteY49" fmla="*/ 112363 h 717697"/>
              <a:gd name="connsiteX50" fmla="*/ 1199081 w 1794623"/>
              <a:gd name="connsiteY50" fmla="*/ 104277 h 717697"/>
              <a:gd name="connsiteX51" fmla="*/ 1195047 w 1794623"/>
              <a:gd name="connsiteY51" fmla="*/ 92138 h 717697"/>
              <a:gd name="connsiteX52" fmla="*/ 1203134 w 1794623"/>
              <a:gd name="connsiteY52" fmla="*/ 90120 h 717697"/>
              <a:gd name="connsiteX53" fmla="*/ 1215273 w 1794623"/>
              <a:gd name="connsiteY53" fmla="*/ 88103 h 717697"/>
              <a:gd name="connsiteX54" fmla="*/ 1227412 w 1794623"/>
              <a:gd name="connsiteY54" fmla="*/ 84051 h 717697"/>
              <a:gd name="connsiteX55" fmla="*/ 1239533 w 1794623"/>
              <a:gd name="connsiteY55" fmla="*/ 104277 h 717697"/>
              <a:gd name="connsiteX56" fmla="*/ 1227412 w 1794623"/>
              <a:gd name="connsiteY56" fmla="*/ 152815 h 717697"/>
              <a:gd name="connsiteX57" fmla="*/ 1203134 w 1794623"/>
              <a:gd name="connsiteY57" fmla="*/ 199337 h 717697"/>
              <a:gd name="connsiteX58" fmla="*/ 1158630 w 1794623"/>
              <a:gd name="connsiteY58" fmla="*/ 249910 h 717697"/>
              <a:gd name="connsiteX59" fmla="*/ 1203081 w 1794623"/>
              <a:gd name="connsiteY59" fmla="*/ 245858 h 717697"/>
              <a:gd name="connsiteX60" fmla="*/ 1263617 w 1794623"/>
              <a:gd name="connsiteY60" fmla="*/ 278223 h 717697"/>
              <a:gd name="connsiteX61" fmla="*/ 1275756 w 1794623"/>
              <a:gd name="connsiteY61" fmla="*/ 253945 h 717697"/>
              <a:gd name="connsiteX62" fmla="*/ 1312102 w 1794623"/>
              <a:gd name="connsiteY62" fmla="*/ 221598 h 717697"/>
              <a:gd name="connsiteX63" fmla="*/ 1324171 w 1794623"/>
              <a:gd name="connsiteY63" fmla="*/ 177094 h 717697"/>
              <a:gd name="connsiteX64" fmla="*/ 1332258 w 1794623"/>
              <a:gd name="connsiteY64" fmla="*/ 181146 h 717697"/>
              <a:gd name="connsiteX65" fmla="*/ 1342379 w 1794623"/>
              <a:gd name="connsiteY65" fmla="*/ 195302 h 717697"/>
              <a:gd name="connsiteX66" fmla="*/ 1356536 w 1794623"/>
              <a:gd name="connsiteY66" fmla="*/ 221598 h 717697"/>
              <a:gd name="connsiteX67" fmla="*/ 1366658 w 1794623"/>
              <a:gd name="connsiteY67" fmla="*/ 284293 h 717697"/>
              <a:gd name="connsiteX68" fmla="*/ 1360588 w 1794623"/>
              <a:gd name="connsiteY68" fmla="*/ 338901 h 717697"/>
              <a:gd name="connsiteX69" fmla="*/ 1350466 w 1794623"/>
              <a:gd name="connsiteY69" fmla="*/ 369231 h 717697"/>
              <a:gd name="connsiteX70" fmla="*/ 1344397 w 1794623"/>
              <a:gd name="connsiteY70" fmla="*/ 403631 h 717697"/>
              <a:gd name="connsiteX71" fmla="*/ 1336310 w 1794623"/>
              <a:gd name="connsiteY71" fmla="*/ 444083 h 717697"/>
              <a:gd name="connsiteX72" fmla="*/ 1376691 w 1794623"/>
              <a:gd name="connsiteY72" fmla="*/ 427892 h 717697"/>
              <a:gd name="connsiteX73" fmla="*/ 1408967 w 1794623"/>
              <a:gd name="connsiteY73" fmla="*/ 413735 h 717697"/>
              <a:gd name="connsiteX74" fmla="*/ 1433210 w 1794623"/>
              <a:gd name="connsiteY74" fmla="*/ 407666 h 717697"/>
              <a:gd name="connsiteX75" fmla="*/ 1475644 w 1794623"/>
              <a:gd name="connsiteY75" fmla="*/ 413735 h 717697"/>
              <a:gd name="connsiteX76" fmla="*/ 1518096 w 1794623"/>
              <a:gd name="connsiteY76" fmla="*/ 403631 h 717697"/>
              <a:gd name="connsiteX77" fmla="*/ 1554495 w 1794623"/>
              <a:gd name="connsiteY77" fmla="*/ 381370 h 717697"/>
              <a:gd name="connsiteX78" fmla="*/ 1570687 w 1794623"/>
              <a:gd name="connsiteY78" fmla="*/ 383405 h 717697"/>
              <a:gd name="connsiteX79" fmla="*/ 1570687 w 1794623"/>
              <a:gd name="connsiteY79" fmla="*/ 397562 h 717697"/>
              <a:gd name="connsiteX80" fmla="*/ 1558547 w 1794623"/>
              <a:gd name="connsiteY80" fmla="*/ 411718 h 717697"/>
              <a:gd name="connsiteX81" fmla="*/ 1520113 w 1794623"/>
              <a:gd name="connsiteY81" fmla="*/ 450135 h 717697"/>
              <a:gd name="connsiteX82" fmla="*/ 1477644 w 1794623"/>
              <a:gd name="connsiteY82" fmla="*/ 468344 h 717697"/>
              <a:gd name="connsiteX83" fmla="*/ 1451384 w 1794623"/>
              <a:gd name="connsiteY83" fmla="*/ 466326 h 717697"/>
              <a:gd name="connsiteX84" fmla="*/ 1415037 w 1794623"/>
              <a:gd name="connsiteY84" fmla="*/ 462274 h 717697"/>
              <a:gd name="connsiteX85" fmla="*/ 1380708 w 1794623"/>
              <a:gd name="connsiteY85" fmla="*/ 460257 h 717697"/>
              <a:gd name="connsiteX86" fmla="*/ 1364570 w 1794623"/>
              <a:gd name="connsiteY86" fmla="*/ 464309 h 717697"/>
              <a:gd name="connsiteX87" fmla="*/ 1360517 w 1794623"/>
              <a:gd name="connsiteY87" fmla="*/ 472396 h 717697"/>
              <a:gd name="connsiteX88" fmla="*/ 1360517 w 1794623"/>
              <a:gd name="connsiteY88" fmla="*/ 476430 h 717697"/>
              <a:gd name="connsiteX89" fmla="*/ 1376691 w 1794623"/>
              <a:gd name="connsiteY89" fmla="*/ 488570 h 717697"/>
              <a:gd name="connsiteX90" fmla="*/ 1409003 w 1794623"/>
              <a:gd name="connsiteY90" fmla="*/ 492622 h 717697"/>
              <a:gd name="connsiteX91" fmla="*/ 1441262 w 1794623"/>
              <a:gd name="connsiteY91" fmla="*/ 516794 h 717697"/>
              <a:gd name="connsiteX92" fmla="*/ 1473591 w 1794623"/>
              <a:gd name="connsiteY92" fmla="*/ 573260 h 717697"/>
              <a:gd name="connsiteX93" fmla="*/ 1396740 w 1794623"/>
              <a:gd name="connsiteY93" fmla="*/ 541037 h 717697"/>
              <a:gd name="connsiteX94" fmla="*/ 1380549 w 1794623"/>
              <a:gd name="connsiteY94" fmla="*/ 557157 h 717697"/>
              <a:gd name="connsiteX95" fmla="*/ 1392688 w 1794623"/>
              <a:gd name="connsiteY95" fmla="*/ 585346 h 717697"/>
              <a:gd name="connsiteX96" fmla="*/ 1396740 w 1794623"/>
              <a:gd name="connsiteY96" fmla="*/ 613588 h 717697"/>
              <a:gd name="connsiteX97" fmla="*/ 1388653 w 1794623"/>
              <a:gd name="connsiteY97" fmla="*/ 637796 h 717697"/>
              <a:gd name="connsiteX98" fmla="*/ 1425053 w 1794623"/>
              <a:gd name="connsiteY98" fmla="*/ 641848 h 717697"/>
              <a:gd name="connsiteX99" fmla="*/ 1455383 w 1794623"/>
              <a:gd name="connsiteY99" fmla="*/ 645900 h 717697"/>
              <a:gd name="connsiteX100" fmla="*/ 1477697 w 1794623"/>
              <a:gd name="connsiteY100" fmla="*/ 649882 h 717697"/>
              <a:gd name="connsiteX101" fmla="*/ 1510699 w 1794623"/>
              <a:gd name="connsiteY101" fmla="*/ 666055 h 717697"/>
              <a:gd name="connsiteX102" fmla="*/ 1531296 w 1794623"/>
              <a:gd name="connsiteY102" fmla="*/ 674089 h 717697"/>
              <a:gd name="connsiteX103" fmla="*/ 1556017 w 1794623"/>
              <a:gd name="connsiteY103" fmla="*/ 649882 h 717697"/>
              <a:gd name="connsiteX104" fmla="*/ 1560122 w 1794623"/>
              <a:gd name="connsiteY104" fmla="*/ 666055 h 717697"/>
              <a:gd name="connsiteX105" fmla="*/ 1634266 w 1794623"/>
              <a:gd name="connsiteY105" fmla="*/ 649882 h 717697"/>
              <a:gd name="connsiteX106" fmla="*/ 1646406 w 1794623"/>
              <a:gd name="connsiteY106" fmla="*/ 670037 h 717697"/>
              <a:gd name="connsiteX107" fmla="*/ 1646406 w 1794623"/>
              <a:gd name="connsiteY107" fmla="*/ 714399 h 717697"/>
              <a:gd name="connsiteX108" fmla="*/ 1682434 w 1794623"/>
              <a:gd name="connsiteY108" fmla="*/ 714399 h 717697"/>
              <a:gd name="connsiteX109" fmla="*/ 1682434 w 1794623"/>
              <a:gd name="connsiteY109" fmla="*/ 717697 h 717697"/>
              <a:gd name="connsiteX110" fmla="*/ 316673 w 1794623"/>
              <a:gd name="connsiteY110" fmla="*/ 717697 h 717697"/>
              <a:gd name="connsiteX111" fmla="*/ 303389 w 1794623"/>
              <a:gd name="connsiteY111" fmla="*/ 711055 h 717697"/>
              <a:gd name="connsiteX112" fmla="*/ 293285 w 1794623"/>
              <a:gd name="connsiteY112" fmla="*/ 713072 h 717697"/>
              <a:gd name="connsiteX113" fmla="*/ 305424 w 1794623"/>
              <a:gd name="connsiteY113" fmla="*/ 717124 h 717697"/>
              <a:gd name="connsiteX114" fmla="*/ 304273 w 1794623"/>
              <a:gd name="connsiteY114" fmla="*/ 717697 h 717697"/>
              <a:gd name="connsiteX115" fmla="*/ 235212 w 1794623"/>
              <a:gd name="connsiteY115" fmla="*/ 717697 h 717697"/>
              <a:gd name="connsiteX116" fmla="*/ 198225 w 1794623"/>
              <a:gd name="connsiteY116" fmla="*/ 713072 h 717697"/>
              <a:gd name="connsiteX117" fmla="*/ 173947 w 1794623"/>
              <a:gd name="connsiteY117" fmla="*/ 711055 h 717697"/>
              <a:gd name="connsiteX118" fmla="*/ 177999 w 1794623"/>
              <a:gd name="connsiteY118" fmla="*/ 707020 h 717697"/>
              <a:gd name="connsiteX119" fmla="*/ 169912 w 1794623"/>
              <a:gd name="connsiteY119" fmla="*/ 707020 h 717697"/>
              <a:gd name="connsiteX120" fmla="*/ 165860 w 1794623"/>
              <a:gd name="connsiteY120" fmla="*/ 709038 h 717697"/>
              <a:gd name="connsiteX121" fmla="*/ 173947 w 1794623"/>
              <a:gd name="connsiteY121" fmla="*/ 711055 h 717697"/>
              <a:gd name="connsiteX122" fmla="*/ 167304 w 1794623"/>
              <a:gd name="connsiteY122" fmla="*/ 717697 h 717697"/>
              <a:gd name="connsiteX123" fmla="*/ 42691 w 1794623"/>
              <a:gd name="connsiteY123" fmla="*/ 717697 h 717697"/>
              <a:gd name="connsiteX124" fmla="*/ 40452 w 1794623"/>
              <a:gd name="connsiteY124" fmla="*/ 702083 h 717697"/>
              <a:gd name="connsiteX125" fmla="*/ 44504 w 1794623"/>
              <a:gd name="connsiteY125" fmla="*/ 692032 h 717697"/>
              <a:gd name="connsiteX126" fmla="*/ 36417 w 1794623"/>
              <a:gd name="connsiteY126" fmla="*/ 681928 h 717697"/>
              <a:gd name="connsiteX127" fmla="*/ 20226 w 1794623"/>
              <a:gd name="connsiteY127" fmla="*/ 667825 h 717697"/>
              <a:gd name="connsiteX128" fmla="*/ 12139 w 1794623"/>
              <a:gd name="connsiteY128" fmla="*/ 657774 h 717697"/>
              <a:gd name="connsiteX129" fmla="*/ 4052 w 1794623"/>
              <a:gd name="connsiteY129" fmla="*/ 649687 h 717697"/>
              <a:gd name="connsiteX130" fmla="*/ 0 w 1794623"/>
              <a:gd name="connsiteY130" fmla="*/ 645635 h 717697"/>
              <a:gd name="connsiteX131" fmla="*/ 28330 w 1794623"/>
              <a:gd name="connsiteY131" fmla="*/ 605307 h 717697"/>
              <a:gd name="connsiteX132" fmla="*/ 8104 w 1794623"/>
              <a:gd name="connsiteY132" fmla="*/ 581170 h 717697"/>
              <a:gd name="connsiteX133" fmla="*/ 68782 w 1794623"/>
              <a:gd name="connsiteY133" fmla="*/ 556963 h 717697"/>
              <a:gd name="connsiteX134" fmla="*/ 123390 w 1794623"/>
              <a:gd name="connsiteY134" fmla="*/ 554945 h 717697"/>
              <a:gd name="connsiteX135" fmla="*/ 177999 w 1794623"/>
              <a:gd name="connsiteY135" fmla="*/ 581170 h 717697"/>
              <a:gd name="connsiteX136" fmla="*/ 161807 w 1794623"/>
              <a:gd name="connsiteY136" fmla="*/ 540842 h 717697"/>
              <a:gd name="connsiteX137" fmla="*/ 161807 w 1794623"/>
              <a:gd name="connsiteY137" fmla="*/ 498497 h 717697"/>
              <a:gd name="connsiteX138" fmla="*/ 194172 w 1794623"/>
              <a:gd name="connsiteY138" fmla="*/ 444083 h 717697"/>
              <a:gd name="connsiteX139" fmla="*/ 206312 w 1794623"/>
              <a:gd name="connsiteY139" fmla="*/ 448118 h 717697"/>
              <a:gd name="connsiteX140" fmla="*/ 214398 w 1794623"/>
              <a:gd name="connsiteY140" fmla="*/ 476307 h 717697"/>
              <a:gd name="connsiteX141" fmla="*/ 214398 w 1794623"/>
              <a:gd name="connsiteY141" fmla="*/ 548876 h 717697"/>
              <a:gd name="connsiteX142" fmla="*/ 218451 w 1794623"/>
              <a:gd name="connsiteY142" fmla="*/ 597291 h 717697"/>
              <a:gd name="connsiteX143" fmla="*/ 254850 w 1794623"/>
              <a:gd name="connsiteY143" fmla="*/ 577118 h 717697"/>
              <a:gd name="connsiteX144" fmla="*/ 242711 w 1794623"/>
              <a:gd name="connsiteY144" fmla="*/ 569031 h 717697"/>
              <a:gd name="connsiteX145" fmla="*/ 246763 w 1794623"/>
              <a:gd name="connsiteY145" fmla="*/ 556963 h 717697"/>
              <a:gd name="connsiteX146" fmla="*/ 287215 w 1794623"/>
              <a:gd name="connsiteY146" fmla="*/ 540842 h 717697"/>
              <a:gd name="connsiteX147" fmla="*/ 283163 w 1794623"/>
              <a:gd name="connsiteY147" fmla="*/ 528703 h 717697"/>
              <a:gd name="connsiteX148" fmla="*/ 275076 w 1794623"/>
              <a:gd name="connsiteY148" fmla="*/ 512618 h 717697"/>
              <a:gd name="connsiteX149" fmla="*/ 266989 w 1794623"/>
              <a:gd name="connsiteY149" fmla="*/ 492427 h 717697"/>
              <a:gd name="connsiteX150" fmla="*/ 248781 w 1794623"/>
              <a:gd name="connsiteY150" fmla="*/ 456151 h 717697"/>
              <a:gd name="connsiteX151" fmla="*/ 234624 w 1794623"/>
              <a:gd name="connsiteY151" fmla="*/ 427892 h 717697"/>
              <a:gd name="connsiteX152" fmla="*/ 226538 w 1794623"/>
              <a:gd name="connsiteY152" fmla="*/ 415753 h 717697"/>
              <a:gd name="connsiteX153" fmla="*/ 226538 w 1794623"/>
              <a:gd name="connsiteY153" fmla="*/ 407666 h 717697"/>
              <a:gd name="connsiteX154" fmla="*/ 287215 w 1794623"/>
              <a:gd name="connsiteY154" fmla="*/ 444083 h 717697"/>
              <a:gd name="connsiteX155" fmla="*/ 230590 w 1794623"/>
              <a:gd name="connsiteY155" fmla="*/ 383405 h 717697"/>
              <a:gd name="connsiteX156" fmla="*/ 238677 w 1794623"/>
              <a:gd name="connsiteY156" fmla="*/ 367214 h 717697"/>
              <a:gd name="connsiteX157" fmla="*/ 275076 w 1794623"/>
              <a:gd name="connsiteY157" fmla="*/ 375301 h 717697"/>
              <a:gd name="connsiteX158" fmla="*/ 287215 w 1794623"/>
              <a:gd name="connsiteY158" fmla="*/ 342953 h 717697"/>
              <a:gd name="connsiteX159" fmla="*/ 271042 w 1794623"/>
              <a:gd name="connsiteY159" fmla="*/ 338901 h 717697"/>
              <a:gd name="connsiteX160" fmla="*/ 252833 w 1794623"/>
              <a:gd name="connsiteY160" fmla="*/ 336884 h 717697"/>
              <a:gd name="connsiteX161" fmla="*/ 226538 w 1794623"/>
              <a:gd name="connsiteY161" fmla="*/ 334849 h 717697"/>
              <a:gd name="connsiteX162" fmla="*/ 196207 w 1794623"/>
              <a:gd name="connsiteY162" fmla="*/ 328779 h 717697"/>
              <a:gd name="connsiteX163" fmla="*/ 169912 w 1794623"/>
              <a:gd name="connsiteY163" fmla="*/ 322727 h 717697"/>
              <a:gd name="connsiteX164" fmla="*/ 125408 w 1794623"/>
              <a:gd name="connsiteY164" fmla="*/ 326762 h 717697"/>
              <a:gd name="connsiteX165" fmla="*/ 141581 w 1794623"/>
              <a:gd name="connsiteY165" fmla="*/ 296432 h 717697"/>
              <a:gd name="connsiteX166" fmla="*/ 157773 w 1794623"/>
              <a:gd name="connsiteY166" fmla="*/ 266084 h 717697"/>
              <a:gd name="connsiteX167" fmla="*/ 173947 w 1794623"/>
              <a:gd name="connsiteY167" fmla="*/ 245858 h 717697"/>
              <a:gd name="connsiteX168" fmla="*/ 186086 w 1794623"/>
              <a:gd name="connsiteY168" fmla="*/ 233719 h 717697"/>
              <a:gd name="connsiteX169" fmla="*/ 186086 w 1794623"/>
              <a:gd name="connsiteY169" fmla="*/ 229684 h 717697"/>
              <a:gd name="connsiteX170" fmla="*/ 218451 w 1794623"/>
              <a:gd name="connsiteY170" fmla="*/ 249910 h 717697"/>
              <a:gd name="connsiteX171" fmla="*/ 254850 w 1794623"/>
              <a:gd name="connsiteY171" fmla="*/ 270136 h 717697"/>
              <a:gd name="connsiteX172" fmla="*/ 258903 w 1794623"/>
              <a:gd name="connsiteY172" fmla="*/ 270136 h 717697"/>
              <a:gd name="connsiteX173" fmla="*/ 279128 w 1794623"/>
              <a:gd name="connsiteY173" fmla="*/ 274171 h 717697"/>
              <a:gd name="connsiteX174" fmla="*/ 275076 w 1794623"/>
              <a:gd name="connsiteY174" fmla="*/ 249910 h 717697"/>
              <a:gd name="connsiteX175" fmla="*/ 275076 w 1794623"/>
              <a:gd name="connsiteY175" fmla="*/ 217545 h 717697"/>
              <a:gd name="connsiteX176" fmla="*/ 281146 w 1794623"/>
              <a:gd name="connsiteY176" fmla="*/ 207424 h 717697"/>
              <a:gd name="connsiteX177" fmla="*/ 291268 w 1794623"/>
              <a:gd name="connsiteY177" fmla="*/ 201372 h 717697"/>
              <a:gd name="connsiteX178" fmla="*/ 295302 w 1794623"/>
              <a:gd name="connsiteY178" fmla="*/ 197320 h 717697"/>
              <a:gd name="connsiteX179" fmla="*/ 303389 w 1794623"/>
              <a:gd name="connsiteY179" fmla="*/ 193267 h 717697"/>
              <a:gd name="connsiteX180" fmla="*/ 315528 w 1794623"/>
              <a:gd name="connsiteY180" fmla="*/ 189233 h 717697"/>
              <a:gd name="connsiteX181" fmla="*/ 327667 w 1794623"/>
              <a:gd name="connsiteY181" fmla="*/ 185180 h 717697"/>
              <a:gd name="connsiteX182" fmla="*/ 331719 w 1794623"/>
              <a:gd name="connsiteY182" fmla="*/ 213493 h 717697"/>
              <a:gd name="connsiteX183" fmla="*/ 347893 w 1794623"/>
              <a:gd name="connsiteY183" fmla="*/ 193267 h 717697"/>
              <a:gd name="connsiteX184" fmla="*/ 380010 w 1794623"/>
              <a:gd name="connsiteY184" fmla="*/ 197320 h 717697"/>
              <a:gd name="connsiteX185" fmla="*/ 402130 w 1794623"/>
              <a:gd name="connsiteY185" fmla="*/ 225632 h 717697"/>
              <a:gd name="connsiteX186" fmla="*/ 424249 w 1794623"/>
              <a:gd name="connsiteY186" fmla="*/ 229684 h 717697"/>
              <a:gd name="connsiteX187" fmla="*/ 444280 w 1794623"/>
              <a:gd name="connsiteY187" fmla="*/ 241824 h 717697"/>
              <a:gd name="connsiteX188" fmla="*/ 448333 w 1794623"/>
              <a:gd name="connsiteY188" fmla="*/ 249910 h 717697"/>
              <a:gd name="connsiteX189" fmla="*/ 440299 w 1794623"/>
              <a:gd name="connsiteY189" fmla="*/ 266084 h 717697"/>
              <a:gd name="connsiteX190" fmla="*/ 460401 w 1794623"/>
              <a:gd name="connsiteY190" fmla="*/ 306536 h 717697"/>
              <a:gd name="connsiteX191" fmla="*/ 476451 w 1794623"/>
              <a:gd name="connsiteY191" fmla="*/ 334849 h 717697"/>
              <a:gd name="connsiteX192" fmla="*/ 472416 w 1794623"/>
              <a:gd name="connsiteY192" fmla="*/ 355075 h 717697"/>
              <a:gd name="connsiteX193" fmla="*/ 484485 w 1794623"/>
              <a:gd name="connsiteY193" fmla="*/ 338901 h 717697"/>
              <a:gd name="connsiteX194" fmla="*/ 500534 w 1794623"/>
              <a:gd name="connsiteY194" fmla="*/ 342953 h 717697"/>
              <a:gd name="connsiteX195" fmla="*/ 512603 w 1794623"/>
              <a:gd name="connsiteY195" fmla="*/ 379353 h 717697"/>
              <a:gd name="connsiteX196" fmla="*/ 569122 w 1794623"/>
              <a:gd name="connsiteY196" fmla="*/ 338901 h 717697"/>
              <a:gd name="connsiteX197" fmla="*/ 581244 w 1794623"/>
              <a:gd name="connsiteY197" fmla="*/ 367214 h 717697"/>
              <a:gd name="connsiteX198" fmla="*/ 597435 w 1794623"/>
              <a:gd name="connsiteY198" fmla="*/ 326762 h 717697"/>
              <a:gd name="connsiteX199" fmla="*/ 617590 w 1794623"/>
              <a:gd name="connsiteY199" fmla="*/ 318675 h 717697"/>
              <a:gd name="connsiteX200" fmla="*/ 581244 w 1794623"/>
              <a:gd name="connsiteY200" fmla="*/ 282276 h 717697"/>
              <a:gd name="connsiteX201" fmla="*/ 581244 w 1794623"/>
              <a:gd name="connsiteY201" fmla="*/ 233719 h 717697"/>
              <a:gd name="connsiteX202" fmla="*/ 601416 w 1794623"/>
              <a:gd name="connsiteY202" fmla="*/ 221598 h 717697"/>
              <a:gd name="connsiteX203" fmla="*/ 581244 w 1794623"/>
              <a:gd name="connsiteY203" fmla="*/ 225632 h 717697"/>
              <a:gd name="connsiteX204" fmla="*/ 565070 w 1794623"/>
              <a:gd name="connsiteY204" fmla="*/ 221598 h 717697"/>
              <a:gd name="connsiteX205" fmla="*/ 546861 w 1794623"/>
              <a:gd name="connsiteY205" fmla="*/ 217545 h 717697"/>
              <a:gd name="connsiteX206" fmla="*/ 524618 w 1794623"/>
              <a:gd name="connsiteY206" fmla="*/ 213493 h 717697"/>
              <a:gd name="connsiteX207" fmla="*/ 478097 w 1794623"/>
              <a:gd name="connsiteY207" fmla="*/ 217545 h 717697"/>
              <a:gd name="connsiteX208" fmla="*/ 467992 w 1794623"/>
              <a:gd name="connsiteY208" fmla="*/ 201372 h 717697"/>
              <a:gd name="connsiteX209" fmla="*/ 465957 w 1794623"/>
              <a:gd name="connsiteY209" fmla="*/ 169007 h 717697"/>
              <a:gd name="connsiteX210" fmla="*/ 467992 w 1794623"/>
              <a:gd name="connsiteY210" fmla="*/ 148781 h 717697"/>
              <a:gd name="connsiteX211" fmla="*/ 472027 w 1794623"/>
              <a:gd name="connsiteY211" fmla="*/ 144729 h 717697"/>
              <a:gd name="connsiteX212" fmla="*/ 484166 w 1794623"/>
              <a:gd name="connsiteY212" fmla="*/ 140694 h 717697"/>
              <a:gd name="connsiteX213" fmla="*/ 490236 w 1794623"/>
              <a:gd name="connsiteY213" fmla="*/ 126520 h 717697"/>
              <a:gd name="connsiteX214" fmla="*/ 508444 w 1794623"/>
              <a:gd name="connsiteY214" fmla="*/ 120468 h 717697"/>
              <a:gd name="connsiteX215" fmla="*/ 530688 w 1794623"/>
              <a:gd name="connsiteY215" fmla="*/ 130572 h 717697"/>
              <a:gd name="connsiteX216" fmla="*/ 548896 w 1794623"/>
              <a:gd name="connsiteY216" fmla="*/ 136642 h 717697"/>
              <a:gd name="connsiteX217" fmla="*/ 548896 w 1794623"/>
              <a:gd name="connsiteY217" fmla="*/ 120468 h 717697"/>
              <a:gd name="connsiteX218" fmla="*/ 530688 w 1794623"/>
              <a:gd name="connsiteY218" fmla="*/ 118433 h 717697"/>
              <a:gd name="connsiteX219" fmla="*/ 512479 w 1794623"/>
              <a:gd name="connsiteY219" fmla="*/ 104277 h 717697"/>
              <a:gd name="connsiteX220" fmla="*/ 508444 w 1794623"/>
              <a:gd name="connsiteY220" fmla="*/ 94172 h 717697"/>
              <a:gd name="connsiteX221" fmla="*/ 520566 w 1794623"/>
              <a:gd name="connsiteY221" fmla="*/ 71912 h 717697"/>
              <a:gd name="connsiteX222" fmla="*/ 526635 w 1794623"/>
              <a:gd name="connsiteY222" fmla="*/ 25390 h 717697"/>
              <a:gd name="connsiteX223" fmla="*/ 536757 w 1794623"/>
              <a:gd name="connsiteY223" fmla="*/ 27425 h 717697"/>
              <a:gd name="connsiteX224" fmla="*/ 546861 w 1794623"/>
              <a:gd name="connsiteY224" fmla="*/ 45616 h 717697"/>
              <a:gd name="connsiteX225" fmla="*/ 569122 w 1794623"/>
              <a:gd name="connsiteY225" fmla="*/ 39564 h 717697"/>
              <a:gd name="connsiteX226" fmla="*/ 607521 w 1794623"/>
              <a:gd name="connsiteY226" fmla="*/ 39564 h 717697"/>
              <a:gd name="connsiteX227" fmla="*/ 629729 w 1794623"/>
              <a:gd name="connsiteY227" fmla="*/ 31460 h 717697"/>
              <a:gd name="connsiteX228" fmla="*/ 659971 w 1794623"/>
              <a:gd name="connsiteY228" fmla="*/ 7199 h 717697"/>
              <a:gd name="connsiteX229" fmla="*/ 678657 w 1794623"/>
              <a:gd name="connsiteY229" fmla="*/ 112 h 717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Lst>
            <a:rect l="l" t="t" r="r" b="b"/>
            <a:pathLst>
              <a:path w="1794623" h="717697">
                <a:moveTo>
                  <a:pt x="1794623" y="662003"/>
                </a:moveTo>
                <a:lnTo>
                  <a:pt x="1794623" y="670037"/>
                </a:lnTo>
                <a:cubicBezTo>
                  <a:pt x="1794623" y="683521"/>
                  <a:pt x="1791933" y="694280"/>
                  <a:pt x="1786589" y="702331"/>
                </a:cubicBezTo>
                <a:lnTo>
                  <a:pt x="1777669" y="717697"/>
                </a:lnTo>
                <a:lnTo>
                  <a:pt x="1712715" y="717697"/>
                </a:lnTo>
                <a:lnTo>
                  <a:pt x="1730530" y="702331"/>
                </a:lnTo>
                <a:cubicBezTo>
                  <a:pt x="1735874" y="691590"/>
                  <a:pt x="1739218" y="684866"/>
                  <a:pt x="1740545" y="682176"/>
                </a:cubicBezTo>
                <a:cubicBezTo>
                  <a:pt x="1741873" y="679468"/>
                  <a:pt x="1746544" y="676779"/>
                  <a:pt x="1754543" y="674089"/>
                </a:cubicBezTo>
                <a:cubicBezTo>
                  <a:pt x="1759904" y="671382"/>
                  <a:pt x="1764576" y="670037"/>
                  <a:pt x="1768575" y="670037"/>
                </a:cubicBezTo>
                <a:cubicBezTo>
                  <a:pt x="1772574" y="670037"/>
                  <a:pt x="1777264" y="668710"/>
                  <a:pt x="1782608" y="666055"/>
                </a:cubicBezTo>
                <a:cubicBezTo>
                  <a:pt x="1787916" y="666055"/>
                  <a:pt x="1791915" y="664710"/>
                  <a:pt x="1794623" y="662003"/>
                </a:cubicBezTo>
                <a:close/>
                <a:moveTo>
                  <a:pt x="678657" y="112"/>
                </a:moveTo>
                <a:cubicBezTo>
                  <a:pt x="683709" y="785"/>
                  <a:pt x="687585" y="4492"/>
                  <a:pt x="690283" y="11234"/>
                </a:cubicBezTo>
                <a:cubicBezTo>
                  <a:pt x="692973" y="16631"/>
                  <a:pt x="696335" y="21356"/>
                  <a:pt x="700370" y="25390"/>
                </a:cubicBezTo>
                <a:cubicBezTo>
                  <a:pt x="704386" y="29442"/>
                  <a:pt x="707749" y="32822"/>
                  <a:pt x="710438" y="35512"/>
                </a:cubicBezTo>
                <a:lnTo>
                  <a:pt x="718543" y="43599"/>
                </a:lnTo>
                <a:cubicBezTo>
                  <a:pt x="734681" y="43599"/>
                  <a:pt x="749492" y="46306"/>
                  <a:pt x="762976" y="51686"/>
                </a:cubicBezTo>
                <a:cubicBezTo>
                  <a:pt x="792545" y="62480"/>
                  <a:pt x="812736" y="74619"/>
                  <a:pt x="823512" y="88103"/>
                </a:cubicBezTo>
                <a:cubicBezTo>
                  <a:pt x="831617" y="104277"/>
                  <a:pt x="838324" y="115071"/>
                  <a:pt x="843685" y="120468"/>
                </a:cubicBezTo>
                <a:cubicBezTo>
                  <a:pt x="846375" y="125847"/>
                  <a:pt x="849082" y="128555"/>
                  <a:pt x="851772" y="128555"/>
                </a:cubicBezTo>
                <a:lnTo>
                  <a:pt x="867946" y="136642"/>
                </a:lnTo>
                <a:cubicBezTo>
                  <a:pt x="878705" y="142039"/>
                  <a:pt x="888119" y="143384"/>
                  <a:pt x="896205" y="140694"/>
                </a:cubicBezTo>
                <a:cubicBezTo>
                  <a:pt x="901603" y="137986"/>
                  <a:pt x="911689" y="135297"/>
                  <a:pt x="926482" y="132589"/>
                </a:cubicBezTo>
                <a:cubicBezTo>
                  <a:pt x="941276" y="129900"/>
                  <a:pt x="951362" y="128555"/>
                  <a:pt x="956759" y="128555"/>
                </a:cubicBezTo>
                <a:cubicBezTo>
                  <a:pt x="959449" y="128555"/>
                  <a:pt x="962157" y="127882"/>
                  <a:pt x="964846" y="126520"/>
                </a:cubicBezTo>
                <a:cubicBezTo>
                  <a:pt x="967554" y="125175"/>
                  <a:pt x="971571" y="124503"/>
                  <a:pt x="976915" y="124503"/>
                </a:cubicBezTo>
                <a:lnTo>
                  <a:pt x="993106" y="124503"/>
                </a:lnTo>
                <a:lnTo>
                  <a:pt x="985019" y="164954"/>
                </a:lnTo>
                <a:cubicBezTo>
                  <a:pt x="982312" y="175749"/>
                  <a:pt x="978950" y="187198"/>
                  <a:pt x="974897" y="199337"/>
                </a:cubicBezTo>
                <a:cubicBezTo>
                  <a:pt x="970845" y="211476"/>
                  <a:pt x="964793" y="220235"/>
                  <a:pt x="956689" y="225632"/>
                </a:cubicBezTo>
                <a:cubicBezTo>
                  <a:pt x="962086" y="225632"/>
                  <a:pt x="967483" y="226977"/>
                  <a:pt x="972880" y="229684"/>
                </a:cubicBezTo>
                <a:cubicBezTo>
                  <a:pt x="978277" y="232374"/>
                  <a:pt x="989054" y="236426"/>
                  <a:pt x="1005245" y="241824"/>
                </a:cubicBezTo>
                <a:cubicBezTo>
                  <a:pt x="1018676" y="247203"/>
                  <a:pt x="1026745" y="250583"/>
                  <a:pt x="1029452" y="251928"/>
                </a:cubicBezTo>
                <a:cubicBezTo>
                  <a:pt x="1032142" y="253273"/>
                  <a:pt x="1038866" y="253945"/>
                  <a:pt x="1049608" y="253945"/>
                </a:cubicBezTo>
                <a:cubicBezTo>
                  <a:pt x="1055005" y="253945"/>
                  <a:pt x="1060384" y="254618"/>
                  <a:pt x="1065764" y="255980"/>
                </a:cubicBezTo>
                <a:cubicBezTo>
                  <a:pt x="1071125" y="257325"/>
                  <a:pt x="1076505" y="257997"/>
                  <a:pt x="1081902" y="257997"/>
                </a:cubicBezTo>
                <a:lnTo>
                  <a:pt x="1102128" y="257997"/>
                </a:lnTo>
                <a:lnTo>
                  <a:pt x="1122301" y="286310"/>
                </a:lnTo>
                <a:cubicBezTo>
                  <a:pt x="1122301" y="278223"/>
                  <a:pt x="1120938" y="270136"/>
                  <a:pt x="1118248" y="262050"/>
                </a:cubicBezTo>
                <a:cubicBezTo>
                  <a:pt x="1112851" y="245858"/>
                  <a:pt x="1104764" y="232374"/>
                  <a:pt x="1093970" y="221598"/>
                </a:cubicBezTo>
                <a:cubicBezTo>
                  <a:pt x="1080486" y="210804"/>
                  <a:pt x="1071055" y="202044"/>
                  <a:pt x="1065657" y="195302"/>
                </a:cubicBezTo>
                <a:cubicBezTo>
                  <a:pt x="1060260" y="188560"/>
                  <a:pt x="1052173" y="185180"/>
                  <a:pt x="1041397" y="185180"/>
                </a:cubicBezTo>
                <a:lnTo>
                  <a:pt x="1017119" y="185180"/>
                </a:lnTo>
                <a:lnTo>
                  <a:pt x="1033292" y="120468"/>
                </a:lnTo>
                <a:cubicBezTo>
                  <a:pt x="1046776" y="125847"/>
                  <a:pt x="1060260" y="131245"/>
                  <a:pt x="1073744" y="136642"/>
                </a:cubicBezTo>
                <a:cubicBezTo>
                  <a:pt x="1087228" y="142039"/>
                  <a:pt x="1100712" y="146746"/>
                  <a:pt x="1114196" y="150798"/>
                </a:cubicBezTo>
                <a:cubicBezTo>
                  <a:pt x="1127680" y="154850"/>
                  <a:pt x="1141146" y="156868"/>
                  <a:pt x="1154595" y="156868"/>
                </a:cubicBezTo>
                <a:cubicBezTo>
                  <a:pt x="1157285" y="151470"/>
                  <a:pt x="1161337" y="146073"/>
                  <a:pt x="1166734" y="140694"/>
                </a:cubicBezTo>
                <a:cubicBezTo>
                  <a:pt x="1177511" y="129900"/>
                  <a:pt x="1186960" y="123158"/>
                  <a:pt x="1195047" y="120468"/>
                </a:cubicBezTo>
                <a:lnTo>
                  <a:pt x="1215273" y="112363"/>
                </a:lnTo>
                <a:lnTo>
                  <a:pt x="1199081" y="104277"/>
                </a:lnTo>
                <a:cubicBezTo>
                  <a:pt x="1188305" y="98879"/>
                  <a:pt x="1186960" y="94845"/>
                  <a:pt x="1195047" y="92138"/>
                </a:cubicBezTo>
                <a:cubicBezTo>
                  <a:pt x="1197736" y="92138"/>
                  <a:pt x="1200444" y="91465"/>
                  <a:pt x="1203134" y="90120"/>
                </a:cubicBezTo>
                <a:cubicBezTo>
                  <a:pt x="1205823" y="88775"/>
                  <a:pt x="1209876" y="88103"/>
                  <a:pt x="1215273" y="88103"/>
                </a:cubicBezTo>
                <a:cubicBezTo>
                  <a:pt x="1220670" y="88103"/>
                  <a:pt x="1224704" y="86758"/>
                  <a:pt x="1227412" y="84051"/>
                </a:cubicBezTo>
                <a:lnTo>
                  <a:pt x="1239533" y="104277"/>
                </a:lnTo>
                <a:cubicBezTo>
                  <a:pt x="1239533" y="120468"/>
                  <a:pt x="1235499" y="136642"/>
                  <a:pt x="1227412" y="152815"/>
                </a:cubicBezTo>
                <a:cubicBezTo>
                  <a:pt x="1222015" y="166299"/>
                  <a:pt x="1213928" y="181818"/>
                  <a:pt x="1203134" y="199337"/>
                </a:cubicBezTo>
                <a:cubicBezTo>
                  <a:pt x="1192339" y="216873"/>
                  <a:pt x="1177511" y="233719"/>
                  <a:pt x="1158630" y="249910"/>
                </a:cubicBezTo>
                <a:cubicBezTo>
                  <a:pt x="1174768" y="247203"/>
                  <a:pt x="1189597" y="245858"/>
                  <a:pt x="1203081" y="245858"/>
                </a:cubicBezTo>
                <a:cubicBezTo>
                  <a:pt x="1229995" y="245858"/>
                  <a:pt x="1250186" y="256653"/>
                  <a:pt x="1263617" y="278223"/>
                </a:cubicBezTo>
                <a:cubicBezTo>
                  <a:pt x="1266324" y="270136"/>
                  <a:pt x="1270359" y="262050"/>
                  <a:pt x="1275756" y="253945"/>
                </a:cubicBezTo>
                <a:cubicBezTo>
                  <a:pt x="1283807" y="240461"/>
                  <a:pt x="1295929" y="229684"/>
                  <a:pt x="1312102" y="221598"/>
                </a:cubicBezTo>
                <a:lnTo>
                  <a:pt x="1324171" y="177094"/>
                </a:lnTo>
                <a:cubicBezTo>
                  <a:pt x="1326878" y="177094"/>
                  <a:pt x="1329568" y="178438"/>
                  <a:pt x="1332258" y="181146"/>
                </a:cubicBezTo>
                <a:cubicBezTo>
                  <a:pt x="1334965" y="183836"/>
                  <a:pt x="1338327" y="188560"/>
                  <a:pt x="1342379" y="195302"/>
                </a:cubicBezTo>
                <a:cubicBezTo>
                  <a:pt x="1346432" y="202044"/>
                  <a:pt x="1351139" y="210804"/>
                  <a:pt x="1356536" y="221598"/>
                </a:cubicBezTo>
                <a:cubicBezTo>
                  <a:pt x="1364623" y="243169"/>
                  <a:pt x="1368002" y="264067"/>
                  <a:pt x="1366658" y="284293"/>
                </a:cubicBezTo>
                <a:cubicBezTo>
                  <a:pt x="1365295" y="304519"/>
                  <a:pt x="1363278" y="322727"/>
                  <a:pt x="1360588" y="338901"/>
                </a:cubicBezTo>
                <a:cubicBezTo>
                  <a:pt x="1355191" y="346988"/>
                  <a:pt x="1351811" y="357110"/>
                  <a:pt x="1350466" y="369231"/>
                </a:cubicBezTo>
                <a:cubicBezTo>
                  <a:pt x="1349121" y="381370"/>
                  <a:pt x="1347104" y="392837"/>
                  <a:pt x="1344397" y="403631"/>
                </a:cubicBezTo>
                <a:cubicBezTo>
                  <a:pt x="1341707" y="417115"/>
                  <a:pt x="1339000" y="430599"/>
                  <a:pt x="1336310" y="444083"/>
                </a:cubicBezTo>
                <a:lnTo>
                  <a:pt x="1376691" y="427892"/>
                </a:lnTo>
                <a:cubicBezTo>
                  <a:pt x="1387450" y="422495"/>
                  <a:pt x="1398191" y="417788"/>
                  <a:pt x="1408967" y="413735"/>
                </a:cubicBezTo>
                <a:cubicBezTo>
                  <a:pt x="1419726" y="409683"/>
                  <a:pt x="1427813" y="407666"/>
                  <a:pt x="1433210" y="407666"/>
                </a:cubicBezTo>
                <a:cubicBezTo>
                  <a:pt x="1446694" y="407666"/>
                  <a:pt x="1460833" y="409683"/>
                  <a:pt x="1475644" y="413735"/>
                </a:cubicBezTo>
                <a:cubicBezTo>
                  <a:pt x="1490455" y="417788"/>
                  <a:pt x="1504612" y="414408"/>
                  <a:pt x="1518096" y="403631"/>
                </a:cubicBezTo>
                <a:cubicBezTo>
                  <a:pt x="1534269" y="398234"/>
                  <a:pt x="1546408" y="390820"/>
                  <a:pt x="1554495" y="381370"/>
                </a:cubicBezTo>
                <a:cubicBezTo>
                  <a:pt x="1562582" y="371939"/>
                  <a:pt x="1567979" y="372611"/>
                  <a:pt x="1570687" y="383405"/>
                </a:cubicBezTo>
                <a:cubicBezTo>
                  <a:pt x="1570687" y="394182"/>
                  <a:pt x="1570687" y="398906"/>
                  <a:pt x="1570687" y="397562"/>
                </a:cubicBezTo>
                <a:cubicBezTo>
                  <a:pt x="1570687" y="396199"/>
                  <a:pt x="1566634" y="400924"/>
                  <a:pt x="1558547" y="411718"/>
                </a:cubicBezTo>
                <a:cubicBezTo>
                  <a:pt x="1550461" y="425202"/>
                  <a:pt x="1537649" y="438013"/>
                  <a:pt x="1520113" y="450135"/>
                </a:cubicBezTo>
                <a:cubicBezTo>
                  <a:pt x="1502577" y="462274"/>
                  <a:pt x="1488420" y="468344"/>
                  <a:pt x="1477644" y="468344"/>
                </a:cubicBezTo>
                <a:cubicBezTo>
                  <a:pt x="1472247" y="468344"/>
                  <a:pt x="1463487" y="467671"/>
                  <a:pt x="1451384" y="466326"/>
                </a:cubicBezTo>
                <a:cubicBezTo>
                  <a:pt x="1439262" y="464981"/>
                  <a:pt x="1427141" y="463619"/>
                  <a:pt x="1415037" y="462274"/>
                </a:cubicBezTo>
                <a:cubicBezTo>
                  <a:pt x="1402916" y="460929"/>
                  <a:pt x="1391484" y="460257"/>
                  <a:pt x="1380708" y="460257"/>
                </a:cubicBezTo>
                <a:cubicBezTo>
                  <a:pt x="1369949" y="460257"/>
                  <a:pt x="1364570" y="461602"/>
                  <a:pt x="1364570" y="464309"/>
                </a:cubicBezTo>
                <a:cubicBezTo>
                  <a:pt x="1361862" y="466999"/>
                  <a:pt x="1360517" y="469688"/>
                  <a:pt x="1360517" y="472396"/>
                </a:cubicBezTo>
                <a:lnTo>
                  <a:pt x="1360517" y="476430"/>
                </a:lnTo>
                <a:lnTo>
                  <a:pt x="1376691" y="488570"/>
                </a:lnTo>
                <a:cubicBezTo>
                  <a:pt x="1387450" y="485880"/>
                  <a:pt x="1398209" y="487225"/>
                  <a:pt x="1409003" y="492622"/>
                </a:cubicBezTo>
                <a:cubicBezTo>
                  <a:pt x="1419744" y="497966"/>
                  <a:pt x="1430503" y="506035"/>
                  <a:pt x="1441262" y="516794"/>
                </a:cubicBezTo>
                <a:cubicBezTo>
                  <a:pt x="1452038" y="527553"/>
                  <a:pt x="1462815" y="546381"/>
                  <a:pt x="1473591" y="573260"/>
                </a:cubicBezTo>
                <a:lnTo>
                  <a:pt x="1396740" y="541037"/>
                </a:lnTo>
                <a:lnTo>
                  <a:pt x="1380549" y="557157"/>
                </a:lnTo>
                <a:cubicBezTo>
                  <a:pt x="1385946" y="565191"/>
                  <a:pt x="1389998" y="574587"/>
                  <a:pt x="1392688" y="585346"/>
                </a:cubicBezTo>
                <a:cubicBezTo>
                  <a:pt x="1395395" y="593433"/>
                  <a:pt x="1396740" y="602847"/>
                  <a:pt x="1396740" y="613588"/>
                </a:cubicBezTo>
                <a:cubicBezTo>
                  <a:pt x="1396740" y="624347"/>
                  <a:pt x="1394032" y="632416"/>
                  <a:pt x="1388653" y="637796"/>
                </a:cubicBezTo>
                <a:cubicBezTo>
                  <a:pt x="1402137" y="640503"/>
                  <a:pt x="1414258" y="641848"/>
                  <a:pt x="1425053" y="641848"/>
                </a:cubicBezTo>
                <a:cubicBezTo>
                  <a:pt x="1435847" y="644538"/>
                  <a:pt x="1445951" y="645900"/>
                  <a:pt x="1455383" y="645900"/>
                </a:cubicBezTo>
                <a:cubicBezTo>
                  <a:pt x="1464832" y="645900"/>
                  <a:pt x="1472264" y="647227"/>
                  <a:pt x="1477697" y="649882"/>
                </a:cubicBezTo>
                <a:cubicBezTo>
                  <a:pt x="1483218" y="655261"/>
                  <a:pt x="1494224" y="660658"/>
                  <a:pt x="1510699" y="666055"/>
                </a:cubicBezTo>
                <a:cubicBezTo>
                  <a:pt x="1518910" y="668710"/>
                  <a:pt x="1525775" y="671382"/>
                  <a:pt x="1531296" y="674089"/>
                </a:cubicBezTo>
                <a:lnTo>
                  <a:pt x="1556017" y="649882"/>
                </a:lnTo>
                <a:lnTo>
                  <a:pt x="1560122" y="666055"/>
                </a:lnTo>
                <a:lnTo>
                  <a:pt x="1634266" y="649882"/>
                </a:lnTo>
                <a:cubicBezTo>
                  <a:pt x="1639664" y="655261"/>
                  <a:pt x="1643698" y="661985"/>
                  <a:pt x="1646406" y="670037"/>
                </a:cubicBezTo>
                <a:cubicBezTo>
                  <a:pt x="1651785" y="688865"/>
                  <a:pt x="1651785" y="703658"/>
                  <a:pt x="1646406" y="714399"/>
                </a:cubicBezTo>
                <a:lnTo>
                  <a:pt x="1682434" y="714399"/>
                </a:lnTo>
                <a:lnTo>
                  <a:pt x="1682434" y="717697"/>
                </a:lnTo>
                <a:lnTo>
                  <a:pt x="316673" y="717697"/>
                </a:lnTo>
                <a:lnTo>
                  <a:pt x="303389" y="711055"/>
                </a:lnTo>
                <a:cubicBezTo>
                  <a:pt x="292612" y="711055"/>
                  <a:pt x="289233" y="711727"/>
                  <a:pt x="293285" y="713072"/>
                </a:cubicBezTo>
                <a:cubicBezTo>
                  <a:pt x="297337" y="714435"/>
                  <a:pt x="301372" y="715780"/>
                  <a:pt x="305424" y="717124"/>
                </a:cubicBezTo>
                <a:lnTo>
                  <a:pt x="304273" y="717697"/>
                </a:lnTo>
                <a:lnTo>
                  <a:pt x="235212" y="717697"/>
                </a:lnTo>
                <a:lnTo>
                  <a:pt x="198225" y="713072"/>
                </a:lnTo>
                <a:cubicBezTo>
                  <a:pt x="187430" y="711727"/>
                  <a:pt x="179344" y="711055"/>
                  <a:pt x="173947" y="711055"/>
                </a:cubicBezTo>
                <a:cubicBezTo>
                  <a:pt x="176654" y="711055"/>
                  <a:pt x="177999" y="709710"/>
                  <a:pt x="177999" y="707020"/>
                </a:cubicBezTo>
                <a:lnTo>
                  <a:pt x="169912" y="707020"/>
                </a:lnTo>
                <a:cubicBezTo>
                  <a:pt x="167205" y="707020"/>
                  <a:pt x="165860" y="707693"/>
                  <a:pt x="165860" y="709038"/>
                </a:cubicBezTo>
                <a:cubicBezTo>
                  <a:pt x="165860" y="710382"/>
                  <a:pt x="168549" y="711055"/>
                  <a:pt x="173947" y="711055"/>
                </a:cubicBezTo>
                <a:lnTo>
                  <a:pt x="167304" y="717697"/>
                </a:lnTo>
                <a:lnTo>
                  <a:pt x="42691" y="717697"/>
                </a:lnTo>
                <a:lnTo>
                  <a:pt x="40452" y="702083"/>
                </a:lnTo>
                <a:cubicBezTo>
                  <a:pt x="40452" y="696739"/>
                  <a:pt x="41814" y="693377"/>
                  <a:pt x="44504" y="692032"/>
                </a:cubicBezTo>
                <a:cubicBezTo>
                  <a:pt x="47194" y="690687"/>
                  <a:pt x="44504" y="687308"/>
                  <a:pt x="36417" y="681928"/>
                </a:cubicBezTo>
                <a:cubicBezTo>
                  <a:pt x="28330" y="676566"/>
                  <a:pt x="22933" y="671877"/>
                  <a:pt x="20226" y="667825"/>
                </a:cubicBezTo>
                <a:cubicBezTo>
                  <a:pt x="17536" y="663773"/>
                  <a:pt x="14846" y="660428"/>
                  <a:pt x="12139" y="657774"/>
                </a:cubicBezTo>
                <a:lnTo>
                  <a:pt x="4052" y="649687"/>
                </a:lnTo>
                <a:cubicBezTo>
                  <a:pt x="1362" y="649687"/>
                  <a:pt x="0" y="648342"/>
                  <a:pt x="0" y="645635"/>
                </a:cubicBezTo>
                <a:lnTo>
                  <a:pt x="28330" y="605307"/>
                </a:lnTo>
                <a:lnTo>
                  <a:pt x="8104" y="581170"/>
                </a:lnTo>
                <a:cubicBezTo>
                  <a:pt x="26968" y="570376"/>
                  <a:pt x="47194" y="562307"/>
                  <a:pt x="68782" y="556963"/>
                </a:cubicBezTo>
                <a:cubicBezTo>
                  <a:pt x="84956" y="551565"/>
                  <a:pt x="103165" y="550893"/>
                  <a:pt x="123390" y="554945"/>
                </a:cubicBezTo>
                <a:cubicBezTo>
                  <a:pt x="143616" y="558980"/>
                  <a:pt x="161807" y="567721"/>
                  <a:pt x="177999" y="581170"/>
                </a:cubicBezTo>
                <a:cubicBezTo>
                  <a:pt x="169912" y="567721"/>
                  <a:pt x="164515" y="554291"/>
                  <a:pt x="161807" y="540842"/>
                </a:cubicBezTo>
                <a:cubicBezTo>
                  <a:pt x="159118" y="527393"/>
                  <a:pt x="159118" y="513290"/>
                  <a:pt x="161807" y="498497"/>
                </a:cubicBezTo>
                <a:cubicBezTo>
                  <a:pt x="164515" y="483703"/>
                  <a:pt x="175291" y="465565"/>
                  <a:pt x="194172" y="444083"/>
                </a:cubicBezTo>
                <a:cubicBezTo>
                  <a:pt x="199570" y="444083"/>
                  <a:pt x="203622" y="445428"/>
                  <a:pt x="206312" y="448118"/>
                </a:cubicBezTo>
                <a:cubicBezTo>
                  <a:pt x="211709" y="453479"/>
                  <a:pt x="214398" y="462876"/>
                  <a:pt x="214398" y="476307"/>
                </a:cubicBezTo>
                <a:lnTo>
                  <a:pt x="214398" y="548876"/>
                </a:lnTo>
                <a:cubicBezTo>
                  <a:pt x="214398" y="565014"/>
                  <a:pt x="215743" y="581152"/>
                  <a:pt x="218451" y="597291"/>
                </a:cubicBezTo>
                <a:lnTo>
                  <a:pt x="254850" y="577118"/>
                </a:lnTo>
                <a:lnTo>
                  <a:pt x="242711" y="569031"/>
                </a:lnTo>
                <a:cubicBezTo>
                  <a:pt x="242711" y="566341"/>
                  <a:pt x="244074" y="562307"/>
                  <a:pt x="246763" y="556963"/>
                </a:cubicBezTo>
                <a:cubicBezTo>
                  <a:pt x="252161" y="546221"/>
                  <a:pt x="265645" y="540842"/>
                  <a:pt x="287215" y="540842"/>
                </a:cubicBezTo>
                <a:cubicBezTo>
                  <a:pt x="287215" y="538152"/>
                  <a:pt x="285870" y="534100"/>
                  <a:pt x="283163" y="528703"/>
                </a:cubicBezTo>
                <a:cubicBezTo>
                  <a:pt x="280473" y="523359"/>
                  <a:pt x="277784" y="517997"/>
                  <a:pt x="275076" y="512618"/>
                </a:cubicBezTo>
                <a:cubicBezTo>
                  <a:pt x="272387" y="507256"/>
                  <a:pt x="269679" y="500514"/>
                  <a:pt x="266989" y="492427"/>
                </a:cubicBezTo>
                <a:cubicBezTo>
                  <a:pt x="261592" y="481686"/>
                  <a:pt x="255523" y="469582"/>
                  <a:pt x="248781" y="456151"/>
                </a:cubicBezTo>
                <a:cubicBezTo>
                  <a:pt x="242039" y="442703"/>
                  <a:pt x="237332" y="433289"/>
                  <a:pt x="234624" y="427892"/>
                </a:cubicBezTo>
                <a:cubicBezTo>
                  <a:pt x="229227" y="422495"/>
                  <a:pt x="226538" y="418460"/>
                  <a:pt x="226538" y="415753"/>
                </a:cubicBezTo>
                <a:lnTo>
                  <a:pt x="226538" y="407666"/>
                </a:lnTo>
                <a:lnTo>
                  <a:pt x="287215" y="444083"/>
                </a:lnTo>
                <a:lnTo>
                  <a:pt x="230590" y="383405"/>
                </a:lnTo>
                <a:lnTo>
                  <a:pt x="238677" y="367214"/>
                </a:lnTo>
                <a:lnTo>
                  <a:pt x="275076" y="375301"/>
                </a:lnTo>
                <a:lnTo>
                  <a:pt x="287215" y="342953"/>
                </a:lnTo>
                <a:cubicBezTo>
                  <a:pt x="281818" y="342953"/>
                  <a:pt x="276421" y="341591"/>
                  <a:pt x="271042" y="338901"/>
                </a:cubicBezTo>
                <a:cubicBezTo>
                  <a:pt x="265645" y="338901"/>
                  <a:pt x="259575" y="338229"/>
                  <a:pt x="252833" y="336884"/>
                </a:cubicBezTo>
                <a:cubicBezTo>
                  <a:pt x="246091" y="335521"/>
                  <a:pt x="237332" y="334849"/>
                  <a:pt x="226538" y="334849"/>
                </a:cubicBezTo>
                <a:cubicBezTo>
                  <a:pt x="210364" y="337556"/>
                  <a:pt x="200242" y="335521"/>
                  <a:pt x="196207" y="328779"/>
                </a:cubicBezTo>
                <a:cubicBezTo>
                  <a:pt x="192155" y="322037"/>
                  <a:pt x="183396" y="320020"/>
                  <a:pt x="169912" y="322727"/>
                </a:cubicBezTo>
                <a:cubicBezTo>
                  <a:pt x="140237" y="336211"/>
                  <a:pt x="125408" y="337556"/>
                  <a:pt x="125408" y="326762"/>
                </a:cubicBezTo>
                <a:cubicBezTo>
                  <a:pt x="125408" y="321365"/>
                  <a:pt x="130805" y="311261"/>
                  <a:pt x="141581" y="296432"/>
                </a:cubicBezTo>
                <a:cubicBezTo>
                  <a:pt x="152376" y="281585"/>
                  <a:pt x="157773" y="271481"/>
                  <a:pt x="157773" y="266084"/>
                </a:cubicBezTo>
                <a:cubicBezTo>
                  <a:pt x="157773" y="263394"/>
                  <a:pt x="163170" y="256653"/>
                  <a:pt x="173947" y="245858"/>
                </a:cubicBezTo>
                <a:lnTo>
                  <a:pt x="186086" y="233719"/>
                </a:lnTo>
                <a:cubicBezTo>
                  <a:pt x="183396" y="231029"/>
                  <a:pt x="183396" y="229684"/>
                  <a:pt x="186086" y="229684"/>
                </a:cubicBezTo>
                <a:cubicBezTo>
                  <a:pt x="186086" y="229684"/>
                  <a:pt x="196880" y="236426"/>
                  <a:pt x="218451" y="249910"/>
                </a:cubicBezTo>
                <a:cubicBezTo>
                  <a:pt x="240021" y="263394"/>
                  <a:pt x="252161" y="270136"/>
                  <a:pt x="254850" y="270136"/>
                </a:cubicBezTo>
                <a:cubicBezTo>
                  <a:pt x="257558" y="272826"/>
                  <a:pt x="258903" y="272826"/>
                  <a:pt x="258903" y="270136"/>
                </a:cubicBezTo>
                <a:lnTo>
                  <a:pt x="279128" y="274171"/>
                </a:lnTo>
                <a:cubicBezTo>
                  <a:pt x="276421" y="266084"/>
                  <a:pt x="275076" y="257997"/>
                  <a:pt x="275076" y="249910"/>
                </a:cubicBezTo>
                <a:lnTo>
                  <a:pt x="275076" y="217545"/>
                </a:lnTo>
                <a:cubicBezTo>
                  <a:pt x="275076" y="212148"/>
                  <a:pt x="277111" y="208786"/>
                  <a:pt x="281146" y="207424"/>
                </a:cubicBezTo>
                <a:cubicBezTo>
                  <a:pt x="285198" y="206079"/>
                  <a:pt x="288560" y="204061"/>
                  <a:pt x="291268" y="201372"/>
                </a:cubicBezTo>
                <a:cubicBezTo>
                  <a:pt x="291268" y="198664"/>
                  <a:pt x="292612" y="197320"/>
                  <a:pt x="295302" y="197320"/>
                </a:cubicBezTo>
                <a:cubicBezTo>
                  <a:pt x="298010" y="197320"/>
                  <a:pt x="300699" y="195975"/>
                  <a:pt x="303389" y="193267"/>
                </a:cubicBezTo>
                <a:cubicBezTo>
                  <a:pt x="306096" y="190577"/>
                  <a:pt x="310131" y="189233"/>
                  <a:pt x="315528" y="189233"/>
                </a:cubicBezTo>
                <a:lnTo>
                  <a:pt x="327667" y="185180"/>
                </a:lnTo>
                <a:lnTo>
                  <a:pt x="331719" y="213493"/>
                </a:lnTo>
                <a:cubicBezTo>
                  <a:pt x="337099" y="205406"/>
                  <a:pt x="342496" y="198664"/>
                  <a:pt x="347893" y="193267"/>
                </a:cubicBezTo>
                <a:cubicBezTo>
                  <a:pt x="358599" y="182491"/>
                  <a:pt x="369305" y="183836"/>
                  <a:pt x="380010" y="197320"/>
                </a:cubicBezTo>
                <a:cubicBezTo>
                  <a:pt x="393406" y="216201"/>
                  <a:pt x="400785" y="225632"/>
                  <a:pt x="402130" y="225632"/>
                </a:cubicBezTo>
                <a:cubicBezTo>
                  <a:pt x="403475" y="225632"/>
                  <a:pt x="410854" y="226977"/>
                  <a:pt x="424249" y="229684"/>
                </a:cubicBezTo>
                <a:cubicBezTo>
                  <a:pt x="434955" y="235082"/>
                  <a:pt x="441626" y="239116"/>
                  <a:pt x="444280" y="241824"/>
                </a:cubicBezTo>
                <a:cubicBezTo>
                  <a:pt x="446988" y="244513"/>
                  <a:pt x="448333" y="247203"/>
                  <a:pt x="448333" y="249910"/>
                </a:cubicBezTo>
                <a:lnTo>
                  <a:pt x="440299" y="266084"/>
                </a:lnTo>
                <a:lnTo>
                  <a:pt x="460401" y="306536"/>
                </a:lnTo>
                <a:lnTo>
                  <a:pt x="476451" y="334849"/>
                </a:lnTo>
                <a:lnTo>
                  <a:pt x="472416" y="355075"/>
                </a:lnTo>
                <a:lnTo>
                  <a:pt x="484485" y="338901"/>
                </a:lnTo>
                <a:lnTo>
                  <a:pt x="500534" y="342953"/>
                </a:lnTo>
                <a:lnTo>
                  <a:pt x="512603" y="379353"/>
                </a:lnTo>
                <a:lnTo>
                  <a:pt x="569122" y="338901"/>
                </a:lnTo>
                <a:lnTo>
                  <a:pt x="581244" y="367214"/>
                </a:lnTo>
                <a:lnTo>
                  <a:pt x="597435" y="326762"/>
                </a:lnTo>
                <a:lnTo>
                  <a:pt x="617590" y="318675"/>
                </a:lnTo>
                <a:cubicBezTo>
                  <a:pt x="604159" y="305191"/>
                  <a:pt x="592038" y="293052"/>
                  <a:pt x="581244" y="282276"/>
                </a:cubicBezTo>
                <a:cubicBezTo>
                  <a:pt x="562380" y="257997"/>
                  <a:pt x="562380" y="241824"/>
                  <a:pt x="581244" y="233719"/>
                </a:cubicBezTo>
                <a:cubicBezTo>
                  <a:pt x="605486" y="225632"/>
                  <a:pt x="612193" y="221598"/>
                  <a:pt x="601416" y="221598"/>
                </a:cubicBezTo>
                <a:cubicBezTo>
                  <a:pt x="596055" y="221598"/>
                  <a:pt x="589348" y="222943"/>
                  <a:pt x="581244" y="225632"/>
                </a:cubicBezTo>
                <a:cubicBezTo>
                  <a:pt x="575864" y="225632"/>
                  <a:pt x="570467" y="224287"/>
                  <a:pt x="565070" y="221598"/>
                </a:cubicBezTo>
                <a:cubicBezTo>
                  <a:pt x="559673" y="218890"/>
                  <a:pt x="553603" y="217545"/>
                  <a:pt x="546861" y="217545"/>
                </a:cubicBezTo>
                <a:cubicBezTo>
                  <a:pt x="540119" y="217545"/>
                  <a:pt x="532705" y="216201"/>
                  <a:pt x="524618" y="213493"/>
                </a:cubicBezTo>
                <a:cubicBezTo>
                  <a:pt x="503047" y="210804"/>
                  <a:pt x="487546" y="212148"/>
                  <a:pt x="478097" y="217545"/>
                </a:cubicBezTo>
                <a:cubicBezTo>
                  <a:pt x="468665" y="222943"/>
                  <a:pt x="465285" y="217545"/>
                  <a:pt x="467992" y="201372"/>
                </a:cubicBezTo>
                <a:cubicBezTo>
                  <a:pt x="467992" y="187888"/>
                  <a:pt x="467302" y="177094"/>
                  <a:pt x="465957" y="169007"/>
                </a:cubicBezTo>
                <a:cubicBezTo>
                  <a:pt x="464613" y="160920"/>
                  <a:pt x="465285" y="154178"/>
                  <a:pt x="467992" y="148781"/>
                </a:cubicBezTo>
                <a:cubicBezTo>
                  <a:pt x="467992" y="143384"/>
                  <a:pt x="469337" y="142039"/>
                  <a:pt x="472027" y="144729"/>
                </a:cubicBezTo>
                <a:cubicBezTo>
                  <a:pt x="474734" y="147436"/>
                  <a:pt x="478769" y="146073"/>
                  <a:pt x="484166" y="140694"/>
                </a:cubicBezTo>
                <a:cubicBezTo>
                  <a:pt x="489563" y="135297"/>
                  <a:pt x="491580" y="130572"/>
                  <a:pt x="490236" y="126520"/>
                </a:cubicBezTo>
                <a:cubicBezTo>
                  <a:pt x="488891" y="122485"/>
                  <a:pt x="494960" y="120468"/>
                  <a:pt x="508444" y="120468"/>
                </a:cubicBezTo>
                <a:cubicBezTo>
                  <a:pt x="516531" y="123158"/>
                  <a:pt x="523946" y="126520"/>
                  <a:pt x="530688" y="130572"/>
                </a:cubicBezTo>
                <a:cubicBezTo>
                  <a:pt x="537429" y="134624"/>
                  <a:pt x="543499" y="136642"/>
                  <a:pt x="548896" y="136642"/>
                </a:cubicBezTo>
                <a:cubicBezTo>
                  <a:pt x="556983" y="133952"/>
                  <a:pt x="556983" y="128555"/>
                  <a:pt x="548896" y="120468"/>
                </a:cubicBezTo>
                <a:cubicBezTo>
                  <a:pt x="543499" y="115071"/>
                  <a:pt x="537429" y="114398"/>
                  <a:pt x="530688" y="118433"/>
                </a:cubicBezTo>
                <a:cubicBezTo>
                  <a:pt x="523946" y="122485"/>
                  <a:pt x="517876" y="117761"/>
                  <a:pt x="512479" y="104277"/>
                </a:cubicBezTo>
                <a:cubicBezTo>
                  <a:pt x="504392" y="93500"/>
                  <a:pt x="503047" y="90120"/>
                  <a:pt x="508444" y="94172"/>
                </a:cubicBezTo>
                <a:cubicBezTo>
                  <a:pt x="513824" y="98207"/>
                  <a:pt x="517876" y="90793"/>
                  <a:pt x="520566" y="71912"/>
                </a:cubicBezTo>
                <a:cubicBezTo>
                  <a:pt x="523273" y="55738"/>
                  <a:pt x="525290" y="40237"/>
                  <a:pt x="526635" y="25390"/>
                </a:cubicBezTo>
                <a:cubicBezTo>
                  <a:pt x="527998" y="10561"/>
                  <a:pt x="531360" y="11234"/>
                  <a:pt x="536757" y="27425"/>
                </a:cubicBezTo>
                <a:cubicBezTo>
                  <a:pt x="542154" y="40909"/>
                  <a:pt x="545516" y="46979"/>
                  <a:pt x="546861" y="45616"/>
                </a:cubicBezTo>
                <a:cubicBezTo>
                  <a:pt x="548224" y="44271"/>
                  <a:pt x="555638" y="42254"/>
                  <a:pt x="569122" y="39564"/>
                </a:cubicBezTo>
                <a:cubicBezTo>
                  <a:pt x="582606" y="39564"/>
                  <a:pt x="595400" y="39564"/>
                  <a:pt x="607521" y="39564"/>
                </a:cubicBezTo>
                <a:cubicBezTo>
                  <a:pt x="619625" y="39564"/>
                  <a:pt x="627039" y="36857"/>
                  <a:pt x="629729" y="31460"/>
                </a:cubicBezTo>
                <a:cubicBezTo>
                  <a:pt x="635073" y="26080"/>
                  <a:pt x="645160" y="17976"/>
                  <a:pt x="659971" y="7199"/>
                </a:cubicBezTo>
                <a:cubicBezTo>
                  <a:pt x="667376" y="1802"/>
                  <a:pt x="673605" y="-560"/>
                  <a:pt x="678657" y="112"/>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cxnSp>
        <p:nvCxnSpPr>
          <p:cNvPr id="19" name="Straight Connector 18"/>
          <p:cNvCxnSpPr>
            <a:stCxn id="18" idx="11"/>
          </p:cNvCxnSpPr>
          <p:nvPr/>
        </p:nvCxnSpPr>
        <p:spPr>
          <a:xfrm flipV="1">
            <a:off x="5378178" y="1589567"/>
            <a:ext cx="3673679" cy="112"/>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a:stCxn id="17" idx="32"/>
          </p:cNvCxnSpPr>
          <p:nvPr/>
        </p:nvCxnSpPr>
        <p:spPr>
          <a:xfrm flipV="1">
            <a:off x="6381955" y="2307208"/>
            <a:ext cx="2669902" cy="57"/>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a:stCxn id="17" idx="107"/>
          </p:cNvCxnSpPr>
          <p:nvPr/>
        </p:nvCxnSpPr>
        <p:spPr>
          <a:xfrm>
            <a:off x="6849540" y="3185255"/>
            <a:ext cx="2202317" cy="451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a:stCxn id="15" idx="47"/>
          </p:cNvCxnSpPr>
          <p:nvPr/>
        </p:nvCxnSpPr>
        <p:spPr>
          <a:xfrm flipV="1">
            <a:off x="6999010" y="4071970"/>
            <a:ext cx="2052847" cy="295"/>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a:stCxn id="14" idx="28"/>
          </p:cNvCxnSpPr>
          <p:nvPr/>
        </p:nvCxnSpPr>
        <p:spPr>
          <a:xfrm flipV="1">
            <a:off x="6453940" y="4625158"/>
            <a:ext cx="2597917" cy="17639"/>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8966796" y="1717101"/>
            <a:ext cx="2495107" cy="507831"/>
          </a:xfrm>
          <a:prstGeom prst="rect">
            <a:avLst/>
          </a:prstGeom>
          <a:noFill/>
        </p:spPr>
        <p:txBody>
          <a:bodyPr wrap="square" rtlCol="0">
            <a:spAutoFit/>
          </a:bodyPr>
          <a:lstStyle/>
          <a:p>
            <a:pPr algn="just"/>
            <a:r>
              <a:rPr lang="en-US" sz="9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5" name="TextBox 24"/>
          <p:cNvSpPr txBox="1"/>
          <p:nvPr/>
        </p:nvSpPr>
        <p:spPr>
          <a:xfrm>
            <a:off x="8966796" y="2494599"/>
            <a:ext cx="2495107" cy="507831"/>
          </a:xfrm>
          <a:prstGeom prst="rect">
            <a:avLst/>
          </a:prstGeom>
          <a:noFill/>
        </p:spPr>
        <p:txBody>
          <a:bodyPr wrap="square" rtlCol="0">
            <a:spAutoFit/>
          </a:bodyPr>
          <a:lstStyle/>
          <a:p>
            <a:pPr algn="just"/>
            <a:r>
              <a:rPr lang="en-US" sz="9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6" name="TextBox 25"/>
          <p:cNvSpPr txBox="1"/>
          <p:nvPr/>
        </p:nvSpPr>
        <p:spPr>
          <a:xfrm>
            <a:off x="8966796" y="3377099"/>
            <a:ext cx="2495107" cy="507831"/>
          </a:xfrm>
          <a:prstGeom prst="rect">
            <a:avLst/>
          </a:prstGeom>
          <a:noFill/>
        </p:spPr>
        <p:txBody>
          <a:bodyPr wrap="square" rtlCol="0">
            <a:spAutoFit/>
          </a:bodyPr>
          <a:lstStyle/>
          <a:p>
            <a:pPr algn="just"/>
            <a:r>
              <a:rPr lang="en-US" sz="9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7" name="TextBox 26"/>
          <p:cNvSpPr txBox="1"/>
          <p:nvPr/>
        </p:nvSpPr>
        <p:spPr>
          <a:xfrm>
            <a:off x="8966796" y="4094648"/>
            <a:ext cx="2495107" cy="507831"/>
          </a:xfrm>
          <a:prstGeom prst="rect">
            <a:avLst/>
          </a:prstGeom>
          <a:noFill/>
        </p:spPr>
        <p:txBody>
          <a:bodyPr wrap="square" rtlCol="0">
            <a:spAutoFit/>
          </a:bodyPr>
          <a:lstStyle/>
          <a:p>
            <a:pPr algn="just"/>
            <a:r>
              <a:rPr lang="en-US" sz="9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8" name="TextBox 27"/>
          <p:cNvSpPr txBox="1"/>
          <p:nvPr/>
        </p:nvSpPr>
        <p:spPr>
          <a:xfrm>
            <a:off x="8966796" y="4924136"/>
            <a:ext cx="2495107" cy="507831"/>
          </a:xfrm>
          <a:prstGeom prst="rect">
            <a:avLst/>
          </a:prstGeom>
          <a:noFill/>
        </p:spPr>
        <p:txBody>
          <a:bodyPr wrap="square" rtlCol="0">
            <a:spAutoFit/>
          </a:bodyPr>
          <a:lstStyle/>
          <a:p>
            <a:pPr algn="just"/>
            <a:r>
              <a:rPr lang="en-US" sz="9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9" name="TextBox 28"/>
          <p:cNvSpPr txBox="1"/>
          <p:nvPr/>
        </p:nvSpPr>
        <p:spPr>
          <a:xfrm>
            <a:off x="7940372" y="1740183"/>
            <a:ext cx="641522" cy="461665"/>
          </a:xfrm>
          <a:prstGeom prst="rect">
            <a:avLst/>
          </a:prstGeom>
          <a:noFill/>
        </p:spPr>
        <p:txBody>
          <a:bodyPr wrap="none" rtlCol="0">
            <a:spAutoFit/>
          </a:bodyPr>
          <a:lstStyle/>
          <a:p>
            <a:r>
              <a:rPr lang="en-US" sz="24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0" name="TextBox 29"/>
          <p:cNvSpPr txBox="1"/>
          <p:nvPr/>
        </p:nvSpPr>
        <p:spPr>
          <a:xfrm>
            <a:off x="7940372" y="2517357"/>
            <a:ext cx="641522" cy="461665"/>
          </a:xfrm>
          <a:prstGeom prst="rect">
            <a:avLst/>
          </a:prstGeom>
          <a:noFill/>
        </p:spPr>
        <p:txBody>
          <a:bodyPr wrap="none" rtlCol="0">
            <a:spAutoFit/>
          </a:bodyPr>
          <a:lstStyle/>
          <a:p>
            <a:r>
              <a:rPr lang="en-US" sz="24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25</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1" name="TextBox 30"/>
          <p:cNvSpPr txBox="1"/>
          <p:nvPr/>
        </p:nvSpPr>
        <p:spPr>
          <a:xfrm>
            <a:off x="7940372" y="3400181"/>
            <a:ext cx="641522" cy="461665"/>
          </a:xfrm>
          <a:prstGeom prst="rect">
            <a:avLst/>
          </a:prstGeom>
          <a:noFill/>
        </p:spPr>
        <p:txBody>
          <a:bodyPr wrap="none" rtlCol="0">
            <a:spAutoFit/>
          </a:bodyPr>
          <a:lstStyle/>
          <a:p>
            <a:r>
              <a:rPr lang="en-US" sz="24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25</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2" name="TextBox 31"/>
          <p:cNvSpPr txBox="1"/>
          <p:nvPr/>
        </p:nvSpPr>
        <p:spPr>
          <a:xfrm>
            <a:off x="7940372" y="4112986"/>
            <a:ext cx="641522" cy="461665"/>
          </a:xfrm>
          <a:prstGeom prst="rect">
            <a:avLst/>
          </a:prstGeom>
          <a:noFill/>
        </p:spPr>
        <p:txBody>
          <a:bodyPr wrap="none" rtlCol="0">
            <a:spAutoFit/>
          </a:bodyPr>
          <a:lstStyle/>
          <a:p>
            <a:r>
              <a:rPr lang="en-US" sz="24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20</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3" name="TextBox 32"/>
          <p:cNvSpPr txBox="1"/>
          <p:nvPr/>
        </p:nvSpPr>
        <p:spPr>
          <a:xfrm>
            <a:off x="7940372" y="4947218"/>
            <a:ext cx="641522" cy="461665"/>
          </a:xfrm>
          <a:prstGeom prst="rect">
            <a:avLst/>
          </a:prstGeom>
          <a:noFill/>
        </p:spPr>
        <p:txBody>
          <a:bodyPr wrap="none" rtlCol="0">
            <a:spAutoFit/>
          </a:bodyPr>
          <a:lstStyle/>
          <a:p>
            <a:r>
              <a:rPr lang="en-US" sz="24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30</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4" name="TextBox 33"/>
          <p:cNvSpPr txBox="1"/>
          <p:nvPr/>
        </p:nvSpPr>
        <p:spPr>
          <a:xfrm>
            <a:off x="839504" y="1953466"/>
            <a:ext cx="1954125" cy="861774"/>
          </a:xfrm>
          <a:prstGeom prst="rect">
            <a:avLst/>
          </a:prstGeom>
          <a:noFill/>
        </p:spPr>
        <p:txBody>
          <a:bodyPr wrap="none" rtlCol="0">
            <a:spAutoFit/>
          </a:bodyPr>
          <a:lstStyle/>
          <a:p>
            <a:r>
              <a:rPr lang="en-US" sz="13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BUSINESS</a:t>
            </a:r>
            <a:r>
              <a:rPr lang="en-US" sz="2400">
                <a:solidFill>
                  <a:srgbClr val="E74C3C"/>
                </a:solidFill>
                <a:latin typeface="Abel" panose="02000506030000020004" pitchFamily="2" charset="0"/>
                <a:ea typeface="Open Sans" panose="020B0606030504020204" pitchFamily="34" charset="0"/>
                <a:cs typeface="Open Sans" panose="020B0606030504020204" pitchFamily="34" charset="0"/>
              </a:rPr>
              <a:t> </a:t>
            </a:r>
          </a:p>
          <a:p>
            <a:r>
              <a:rPr lang="en-US" sz="2600">
                <a:solidFill>
                  <a:schemeClr val="accent6"/>
                </a:solidFill>
                <a:latin typeface="Abel" panose="02000506030000020004" pitchFamily="2" charset="0"/>
                <a:ea typeface="Open Sans" panose="020B0606030504020204" pitchFamily="34" charset="0"/>
                <a:cs typeface="Open Sans" panose="020B0606030504020204" pitchFamily="34" charset="0"/>
              </a:rPr>
              <a:t>TREE SYSTEM</a:t>
            </a:r>
          </a:p>
        </p:txBody>
      </p:sp>
      <p:sp>
        <p:nvSpPr>
          <p:cNvPr id="35" name="extBox 3"/>
          <p:cNvSpPr txBox="1"/>
          <p:nvPr/>
        </p:nvSpPr>
        <p:spPr>
          <a:xfrm>
            <a:off x="839504" y="3968595"/>
            <a:ext cx="2797701" cy="1554272"/>
          </a:xfrm>
          <a:prstGeom prst="rect">
            <a:avLst/>
          </a:prstGeom>
          <a:noFill/>
        </p:spPr>
        <p:txBody>
          <a:bodyPr wrap="square" rtlCol="0">
            <a:spAutoFit/>
          </a:bodyPr>
          <a:lstStyle/>
          <a:p>
            <a:pPr algn="just"/>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THE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3451607231"/>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down)">
                                      <p:cBhvr>
                                        <p:cTn id="7" dur="500"/>
                                        <p:tgtEl>
                                          <p:spTgt spid="14"/>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5"/>
                                        </p:tgtEl>
                                        <p:attrNameLst>
                                          <p:attrName>style.visibility</p:attrName>
                                        </p:attrNameLst>
                                      </p:cBhvr>
                                      <p:to>
                                        <p:strVal val="visible"/>
                                      </p:to>
                                    </p:set>
                                    <p:animEffect transition="in" filter="wipe(down)">
                                      <p:cBhvr>
                                        <p:cTn id="11" dur="500"/>
                                        <p:tgtEl>
                                          <p:spTgt spid="15"/>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wipe(down)">
                                      <p:cBhvr>
                                        <p:cTn id="15" dur="500"/>
                                        <p:tgtEl>
                                          <p:spTgt spid="16"/>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wipe(down)">
                                      <p:cBhvr>
                                        <p:cTn id="19" dur="500"/>
                                        <p:tgtEl>
                                          <p:spTgt spid="17"/>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18"/>
                                        </p:tgtEl>
                                        <p:attrNameLst>
                                          <p:attrName>style.visibility</p:attrName>
                                        </p:attrNameLst>
                                      </p:cBhvr>
                                      <p:to>
                                        <p:strVal val="visible"/>
                                      </p:to>
                                    </p:set>
                                    <p:animEffect transition="in" filter="wipe(down)">
                                      <p:cBhvr>
                                        <p:cTn id="23" dur="500"/>
                                        <p:tgtEl>
                                          <p:spTgt spid="18"/>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wipe(left)">
                                      <p:cBhvr>
                                        <p:cTn id="27" dur="500"/>
                                        <p:tgtEl>
                                          <p:spTgt spid="19"/>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wipe(left)">
                                      <p:cBhvr>
                                        <p:cTn id="31" dur="500"/>
                                        <p:tgtEl>
                                          <p:spTgt spid="20"/>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wipe(left)">
                                      <p:cBhvr>
                                        <p:cTn id="35" dur="500"/>
                                        <p:tgtEl>
                                          <p:spTgt spid="21"/>
                                        </p:tgtEl>
                                      </p:cBhvr>
                                    </p:animEffect>
                                  </p:childTnLst>
                                </p:cTn>
                              </p:par>
                            </p:childTnLst>
                          </p:cTn>
                        </p:par>
                        <p:par>
                          <p:cTn id="36" fill="hold">
                            <p:stCondLst>
                              <p:cond delay="4000"/>
                            </p:stCondLst>
                            <p:childTnLst>
                              <p:par>
                                <p:cTn id="37" presetID="22" presetClass="entr" presetSubtype="8" fill="hold" nodeType="after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wipe(left)">
                                      <p:cBhvr>
                                        <p:cTn id="39" dur="500"/>
                                        <p:tgtEl>
                                          <p:spTgt spid="22"/>
                                        </p:tgtEl>
                                      </p:cBhvr>
                                    </p:animEffect>
                                  </p:childTnLst>
                                </p:cTn>
                              </p:par>
                            </p:childTnLst>
                          </p:cTn>
                        </p:par>
                        <p:par>
                          <p:cTn id="40" fill="hold">
                            <p:stCondLst>
                              <p:cond delay="4500"/>
                            </p:stCondLst>
                            <p:childTnLst>
                              <p:par>
                                <p:cTn id="41" presetID="22" presetClass="entr" presetSubtype="8" fill="hold" nodeType="afterEffect">
                                  <p:stCondLst>
                                    <p:cond delay="0"/>
                                  </p:stCondLst>
                                  <p:childTnLst>
                                    <p:set>
                                      <p:cBhvr>
                                        <p:cTn id="42" dur="1" fill="hold">
                                          <p:stCondLst>
                                            <p:cond delay="0"/>
                                          </p:stCondLst>
                                        </p:cTn>
                                        <p:tgtEl>
                                          <p:spTgt spid="23"/>
                                        </p:tgtEl>
                                        <p:attrNameLst>
                                          <p:attrName>style.visibility</p:attrName>
                                        </p:attrNameLst>
                                      </p:cBhvr>
                                      <p:to>
                                        <p:strVal val="visible"/>
                                      </p:to>
                                    </p:set>
                                    <p:animEffect transition="in" filter="wipe(left)">
                                      <p:cBhvr>
                                        <p:cTn id="43" dur="500"/>
                                        <p:tgtEl>
                                          <p:spTgt spid="23"/>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9"/>
                                        </p:tgtEl>
                                        <p:attrNameLst>
                                          <p:attrName>style.visibility</p:attrName>
                                        </p:attrNameLst>
                                      </p:cBhvr>
                                      <p:to>
                                        <p:strVal val="visible"/>
                                      </p:to>
                                    </p:set>
                                    <p:animEffect transition="in" filter="fade">
                                      <p:cBhvr>
                                        <p:cTn id="46" dur="500"/>
                                        <p:tgtEl>
                                          <p:spTgt spid="29"/>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24"/>
                                        </p:tgtEl>
                                        <p:attrNameLst>
                                          <p:attrName>style.visibility</p:attrName>
                                        </p:attrNameLst>
                                      </p:cBhvr>
                                      <p:to>
                                        <p:strVal val="visible"/>
                                      </p:to>
                                    </p:set>
                                    <p:animEffect transition="in" filter="fade">
                                      <p:cBhvr>
                                        <p:cTn id="49" dur="500"/>
                                        <p:tgtEl>
                                          <p:spTgt spid="24"/>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500"/>
                                        <p:tgtEl>
                                          <p:spTgt spid="30"/>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5"/>
                                        </p:tgtEl>
                                        <p:attrNameLst>
                                          <p:attrName>style.visibility</p:attrName>
                                        </p:attrNameLst>
                                      </p:cBhvr>
                                      <p:to>
                                        <p:strVal val="visible"/>
                                      </p:to>
                                    </p:set>
                                    <p:animEffect transition="in" filter="fade">
                                      <p:cBhvr>
                                        <p:cTn id="55" dur="500"/>
                                        <p:tgtEl>
                                          <p:spTgt spid="25"/>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31"/>
                                        </p:tgtEl>
                                        <p:attrNameLst>
                                          <p:attrName>style.visibility</p:attrName>
                                        </p:attrNameLst>
                                      </p:cBhvr>
                                      <p:to>
                                        <p:strVal val="visible"/>
                                      </p:to>
                                    </p:set>
                                    <p:animEffect transition="in" filter="fade">
                                      <p:cBhvr>
                                        <p:cTn id="58" dur="500"/>
                                        <p:tgtEl>
                                          <p:spTgt spid="31"/>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fade">
                                      <p:cBhvr>
                                        <p:cTn id="61" dur="500"/>
                                        <p:tgtEl>
                                          <p:spTgt spid="26"/>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32"/>
                                        </p:tgtEl>
                                        <p:attrNameLst>
                                          <p:attrName>style.visibility</p:attrName>
                                        </p:attrNameLst>
                                      </p:cBhvr>
                                      <p:to>
                                        <p:strVal val="visible"/>
                                      </p:to>
                                    </p:set>
                                    <p:animEffect transition="in" filter="fade">
                                      <p:cBhvr>
                                        <p:cTn id="64" dur="500"/>
                                        <p:tgtEl>
                                          <p:spTgt spid="32"/>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7"/>
                                        </p:tgtEl>
                                        <p:attrNameLst>
                                          <p:attrName>style.visibility</p:attrName>
                                        </p:attrNameLst>
                                      </p:cBhvr>
                                      <p:to>
                                        <p:strVal val="visible"/>
                                      </p:to>
                                    </p:set>
                                    <p:animEffect transition="in" filter="fade">
                                      <p:cBhvr>
                                        <p:cTn id="67" dur="500"/>
                                        <p:tgtEl>
                                          <p:spTgt spid="27"/>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33"/>
                                        </p:tgtEl>
                                        <p:attrNameLst>
                                          <p:attrName>style.visibility</p:attrName>
                                        </p:attrNameLst>
                                      </p:cBhvr>
                                      <p:to>
                                        <p:strVal val="visible"/>
                                      </p:to>
                                    </p:set>
                                    <p:animEffect transition="in" filter="fade">
                                      <p:cBhvr>
                                        <p:cTn id="70" dur="500"/>
                                        <p:tgtEl>
                                          <p:spTgt spid="33"/>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28"/>
                                        </p:tgtEl>
                                        <p:attrNameLst>
                                          <p:attrName>style.visibility</p:attrName>
                                        </p:attrNameLst>
                                      </p:cBhvr>
                                      <p:to>
                                        <p:strVal val="visible"/>
                                      </p:to>
                                    </p:set>
                                    <p:animEffect transition="in" filter="fade">
                                      <p:cBhvr>
                                        <p:cTn id="7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24" grpId="0"/>
      <p:bldP spid="25" grpId="0"/>
      <p:bldP spid="26" grpId="0"/>
      <p:bldP spid="27" grpId="0"/>
      <p:bldP spid="28" grpId="0"/>
      <p:bldP spid="29" grpId="0"/>
      <p:bldP spid="30" grpId="0"/>
      <p:bldP spid="31" grpId="0"/>
      <p:bldP spid="32" grpId="0"/>
      <p:bldP spid="33"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1400862" y="2221989"/>
            <a:ext cx="1222744" cy="1222744"/>
          </a:xfrm>
          <a:prstGeom prst="ellipse">
            <a:avLst/>
          </a:prstGeom>
          <a:solidFill>
            <a:schemeClr val="tx1">
              <a:lumMod val="75000"/>
              <a:lumOff val="25000"/>
            </a:schemeClr>
          </a:solidFill>
          <a:ln w="1905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5" name="Arc 14"/>
          <p:cNvSpPr/>
          <p:nvPr/>
        </p:nvSpPr>
        <p:spPr>
          <a:xfrm>
            <a:off x="1400862" y="2221989"/>
            <a:ext cx="1222744" cy="1222744"/>
          </a:xfrm>
          <a:prstGeom prst="arc">
            <a:avLst>
              <a:gd name="adj1" fmla="val 16200000"/>
              <a:gd name="adj2" fmla="val 1957946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p:cNvCxnSpPr/>
          <p:nvPr/>
        </p:nvCxnSpPr>
        <p:spPr>
          <a:xfrm>
            <a:off x="2292957" y="1966382"/>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2292957" y="1966382"/>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3028064" y="1781716"/>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20%</a:t>
            </a:r>
          </a:p>
        </p:txBody>
      </p:sp>
      <p:sp>
        <p:nvSpPr>
          <p:cNvPr id="19" name="TextBox 18"/>
          <p:cNvSpPr txBox="1"/>
          <p:nvPr/>
        </p:nvSpPr>
        <p:spPr>
          <a:xfrm>
            <a:off x="3134066" y="2240702"/>
            <a:ext cx="115067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 Project</a:t>
            </a:r>
          </a:p>
        </p:txBody>
      </p:sp>
      <p:sp>
        <p:nvSpPr>
          <p:cNvPr id="20" name="TextBox 19"/>
          <p:cNvSpPr txBox="1"/>
          <p:nvPr/>
        </p:nvSpPr>
        <p:spPr>
          <a:xfrm>
            <a:off x="3028064" y="2553062"/>
            <a:ext cx="251334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21" name="Oval 20"/>
          <p:cNvSpPr/>
          <p:nvPr/>
        </p:nvSpPr>
        <p:spPr>
          <a:xfrm>
            <a:off x="6650592" y="2221989"/>
            <a:ext cx="1222744" cy="1222744"/>
          </a:xfrm>
          <a:prstGeom prst="ellipse">
            <a:avLst/>
          </a:prstGeom>
          <a:solidFill>
            <a:schemeClr val="tx1">
              <a:lumMod val="75000"/>
              <a:lumOff val="25000"/>
            </a:schemeClr>
          </a:solidFill>
          <a:ln w="1905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22" name="Arc 21"/>
          <p:cNvSpPr/>
          <p:nvPr/>
        </p:nvSpPr>
        <p:spPr>
          <a:xfrm>
            <a:off x="6650592" y="2221989"/>
            <a:ext cx="1222744" cy="1222744"/>
          </a:xfrm>
          <a:prstGeom prst="arc">
            <a:avLst>
              <a:gd name="adj1" fmla="val 16200000"/>
              <a:gd name="adj2" fmla="val 394488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3" name="Straight Connector 22"/>
          <p:cNvCxnSpPr/>
          <p:nvPr/>
        </p:nvCxnSpPr>
        <p:spPr>
          <a:xfrm>
            <a:off x="7542687" y="1966382"/>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7542687" y="1966382"/>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8277794" y="1781716"/>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26" name="TextBox 25"/>
          <p:cNvSpPr txBox="1"/>
          <p:nvPr/>
        </p:nvSpPr>
        <p:spPr>
          <a:xfrm>
            <a:off x="8383796" y="2240702"/>
            <a:ext cx="118335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Corporate Identity</a:t>
            </a:r>
          </a:p>
        </p:txBody>
      </p:sp>
      <p:sp>
        <p:nvSpPr>
          <p:cNvPr id="27" name="TextBox 26"/>
          <p:cNvSpPr txBox="1"/>
          <p:nvPr/>
        </p:nvSpPr>
        <p:spPr>
          <a:xfrm>
            <a:off x="8277794" y="2553062"/>
            <a:ext cx="251334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28" name="Oval 27"/>
          <p:cNvSpPr/>
          <p:nvPr/>
        </p:nvSpPr>
        <p:spPr>
          <a:xfrm>
            <a:off x="1400862" y="4641068"/>
            <a:ext cx="1222744" cy="1222744"/>
          </a:xfrm>
          <a:prstGeom prst="ellipse">
            <a:avLst/>
          </a:prstGeom>
          <a:solidFill>
            <a:schemeClr val="tx1">
              <a:lumMod val="75000"/>
              <a:lumOff val="25000"/>
            </a:schemeClr>
          </a:solidFill>
          <a:ln w="1905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29" name="Arc 28"/>
          <p:cNvSpPr/>
          <p:nvPr/>
        </p:nvSpPr>
        <p:spPr>
          <a:xfrm>
            <a:off x="1400862" y="4641068"/>
            <a:ext cx="1222744" cy="1222744"/>
          </a:xfrm>
          <a:prstGeom prst="arc">
            <a:avLst>
              <a:gd name="adj1" fmla="val 16200000"/>
              <a:gd name="adj2" fmla="val 18890495"/>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0" name="Straight Connector 29"/>
          <p:cNvCxnSpPr/>
          <p:nvPr/>
        </p:nvCxnSpPr>
        <p:spPr>
          <a:xfrm>
            <a:off x="2292957" y="4385461"/>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2292957" y="4385461"/>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3028064" y="4200795"/>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a:t>
            </a:r>
          </a:p>
        </p:txBody>
      </p:sp>
      <p:sp>
        <p:nvSpPr>
          <p:cNvPr id="33" name="TextBox 32"/>
          <p:cNvSpPr txBox="1"/>
          <p:nvPr/>
        </p:nvSpPr>
        <p:spPr>
          <a:xfrm>
            <a:off x="3134066" y="4659781"/>
            <a:ext cx="1319406"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Management Service</a:t>
            </a:r>
          </a:p>
        </p:txBody>
      </p:sp>
      <p:sp>
        <p:nvSpPr>
          <p:cNvPr id="34" name="TextBox 33"/>
          <p:cNvSpPr txBox="1"/>
          <p:nvPr/>
        </p:nvSpPr>
        <p:spPr>
          <a:xfrm>
            <a:off x="3028064" y="4972141"/>
            <a:ext cx="251334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35" name="Oval 34"/>
          <p:cNvSpPr/>
          <p:nvPr/>
        </p:nvSpPr>
        <p:spPr>
          <a:xfrm>
            <a:off x="6650592" y="4641068"/>
            <a:ext cx="1222744" cy="1222744"/>
          </a:xfrm>
          <a:prstGeom prst="ellipse">
            <a:avLst/>
          </a:prstGeom>
          <a:solidFill>
            <a:schemeClr val="tx1">
              <a:lumMod val="75000"/>
              <a:lumOff val="25000"/>
            </a:schemeClr>
          </a:solidFill>
          <a:ln w="1905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36" name="Arc 35"/>
          <p:cNvSpPr/>
          <p:nvPr/>
        </p:nvSpPr>
        <p:spPr>
          <a:xfrm>
            <a:off x="6650592" y="4641068"/>
            <a:ext cx="1222744" cy="1222744"/>
          </a:xfrm>
          <a:prstGeom prst="arc">
            <a:avLst>
              <a:gd name="adj1" fmla="val 16200000"/>
              <a:gd name="adj2" fmla="val 1016240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7" name="Straight Connector 36"/>
          <p:cNvCxnSpPr/>
          <p:nvPr/>
        </p:nvCxnSpPr>
        <p:spPr>
          <a:xfrm>
            <a:off x="7542687" y="4385461"/>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7542687" y="4385461"/>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8277794" y="4200795"/>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70%</a:t>
            </a:r>
          </a:p>
        </p:txBody>
      </p:sp>
      <p:sp>
        <p:nvSpPr>
          <p:cNvPr id="40" name="TextBox 39"/>
          <p:cNvSpPr txBox="1"/>
          <p:nvPr/>
        </p:nvSpPr>
        <p:spPr>
          <a:xfrm>
            <a:off x="8383796" y="4659781"/>
            <a:ext cx="102485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Web Developer</a:t>
            </a:r>
          </a:p>
        </p:txBody>
      </p:sp>
      <p:sp>
        <p:nvSpPr>
          <p:cNvPr id="41" name="TextBox 40"/>
          <p:cNvSpPr txBox="1"/>
          <p:nvPr/>
        </p:nvSpPr>
        <p:spPr>
          <a:xfrm>
            <a:off x="8277794" y="4972141"/>
            <a:ext cx="251334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Tree>
    <p:extLst>
      <p:ext uri="{BB962C8B-B14F-4D97-AF65-F5344CB8AC3E}">
        <p14:creationId xmlns:p14="http://schemas.microsoft.com/office/powerpoint/2010/main" val="3607276203"/>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fade">
                                      <p:cBhvr>
                                        <p:cTn id="11" dur="500"/>
                                        <p:tgtEl>
                                          <p:spTgt spid="19"/>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fade">
                                      <p:cBhvr>
                                        <p:cTn id="19" dur="500"/>
                                        <p:tgtEl>
                                          <p:spTgt spid="25"/>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26"/>
                                        </p:tgtEl>
                                        <p:attrNameLst>
                                          <p:attrName>style.visibility</p:attrName>
                                        </p:attrNameLst>
                                      </p:cBhvr>
                                      <p:to>
                                        <p:strVal val="visible"/>
                                      </p:to>
                                    </p:set>
                                    <p:animEffect transition="in" filter="fade">
                                      <p:cBhvr>
                                        <p:cTn id="23" dur="500"/>
                                        <p:tgtEl>
                                          <p:spTgt spid="26"/>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fade">
                                      <p:cBhvr>
                                        <p:cTn id="27" dur="500"/>
                                        <p:tgtEl>
                                          <p:spTgt spid="27"/>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fade">
                                      <p:cBhvr>
                                        <p:cTn id="31" dur="500"/>
                                        <p:tgtEl>
                                          <p:spTgt spid="32"/>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33"/>
                                        </p:tgtEl>
                                        <p:attrNameLst>
                                          <p:attrName>style.visibility</p:attrName>
                                        </p:attrNameLst>
                                      </p:cBhvr>
                                      <p:to>
                                        <p:strVal val="visible"/>
                                      </p:to>
                                    </p:set>
                                    <p:animEffect transition="in" filter="fade">
                                      <p:cBhvr>
                                        <p:cTn id="35" dur="500"/>
                                        <p:tgtEl>
                                          <p:spTgt spid="33"/>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34"/>
                                        </p:tgtEl>
                                        <p:attrNameLst>
                                          <p:attrName>style.visibility</p:attrName>
                                        </p:attrNameLst>
                                      </p:cBhvr>
                                      <p:to>
                                        <p:strVal val="visible"/>
                                      </p:to>
                                    </p:set>
                                    <p:animEffect transition="in" filter="fade">
                                      <p:cBhvr>
                                        <p:cTn id="39" dur="500"/>
                                        <p:tgtEl>
                                          <p:spTgt spid="34"/>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39"/>
                                        </p:tgtEl>
                                        <p:attrNameLst>
                                          <p:attrName>style.visibility</p:attrName>
                                        </p:attrNameLst>
                                      </p:cBhvr>
                                      <p:to>
                                        <p:strVal val="visible"/>
                                      </p:to>
                                    </p:set>
                                    <p:animEffect transition="in" filter="fade">
                                      <p:cBhvr>
                                        <p:cTn id="43" dur="500"/>
                                        <p:tgtEl>
                                          <p:spTgt spid="39"/>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40"/>
                                        </p:tgtEl>
                                        <p:attrNameLst>
                                          <p:attrName>style.visibility</p:attrName>
                                        </p:attrNameLst>
                                      </p:cBhvr>
                                      <p:to>
                                        <p:strVal val="visible"/>
                                      </p:to>
                                    </p:set>
                                    <p:animEffect transition="in" filter="fade">
                                      <p:cBhvr>
                                        <p:cTn id="47" dur="500"/>
                                        <p:tgtEl>
                                          <p:spTgt spid="40"/>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41"/>
                                        </p:tgtEl>
                                        <p:attrNameLst>
                                          <p:attrName>style.visibility</p:attrName>
                                        </p:attrNameLst>
                                      </p:cBhvr>
                                      <p:to>
                                        <p:strVal val="visible"/>
                                      </p:to>
                                    </p:set>
                                    <p:animEffect transition="in" filter="fade">
                                      <p:cBhvr>
                                        <p:cTn id="51" dur="500"/>
                                        <p:tgtEl>
                                          <p:spTgt spid="41"/>
                                        </p:tgtEl>
                                      </p:cBhvr>
                                    </p:animEffect>
                                  </p:childTnLst>
                                </p:cTn>
                              </p:par>
                            </p:childTnLst>
                          </p:cTn>
                        </p:par>
                        <p:par>
                          <p:cTn id="52" fill="hold">
                            <p:stCondLst>
                              <p:cond delay="6000"/>
                            </p:stCondLst>
                            <p:childTnLst>
                              <p:par>
                                <p:cTn id="53" presetID="23" presetClass="entr" presetSubtype="16" fill="hold" grpId="0" nodeType="afterEffect">
                                  <p:stCondLst>
                                    <p:cond delay="0"/>
                                  </p:stCondLst>
                                  <p:childTnLst>
                                    <p:set>
                                      <p:cBhvr>
                                        <p:cTn id="54" dur="1" fill="hold">
                                          <p:stCondLst>
                                            <p:cond delay="0"/>
                                          </p:stCondLst>
                                        </p:cTn>
                                        <p:tgtEl>
                                          <p:spTgt spid="14"/>
                                        </p:tgtEl>
                                        <p:attrNameLst>
                                          <p:attrName>style.visibility</p:attrName>
                                        </p:attrNameLst>
                                      </p:cBhvr>
                                      <p:to>
                                        <p:strVal val="visible"/>
                                      </p:to>
                                    </p:set>
                                    <p:anim calcmode="lin" valueType="num">
                                      <p:cBhvr>
                                        <p:cTn id="55" dur="500" fill="hold"/>
                                        <p:tgtEl>
                                          <p:spTgt spid="14"/>
                                        </p:tgtEl>
                                        <p:attrNameLst>
                                          <p:attrName>ppt_w</p:attrName>
                                        </p:attrNameLst>
                                      </p:cBhvr>
                                      <p:tavLst>
                                        <p:tav tm="0">
                                          <p:val>
                                            <p:fltVal val="0"/>
                                          </p:val>
                                        </p:tav>
                                        <p:tav tm="100000">
                                          <p:val>
                                            <p:strVal val="#ppt_w"/>
                                          </p:val>
                                        </p:tav>
                                      </p:tavLst>
                                    </p:anim>
                                    <p:anim calcmode="lin" valueType="num">
                                      <p:cBhvr>
                                        <p:cTn id="56" dur="500" fill="hold"/>
                                        <p:tgtEl>
                                          <p:spTgt spid="14"/>
                                        </p:tgtEl>
                                        <p:attrNameLst>
                                          <p:attrName>ppt_h</p:attrName>
                                        </p:attrNameLst>
                                      </p:cBhvr>
                                      <p:tavLst>
                                        <p:tav tm="0">
                                          <p:val>
                                            <p:fltVal val="0"/>
                                          </p:val>
                                        </p:tav>
                                        <p:tav tm="100000">
                                          <p:val>
                                            <p:strVal val="#ppt_h"/>
                                          </p:val>
                                        </p:tav>
                                      </p:tavLst>
                                    </p:anim>
                                  </p:childTnLst>
                                </p:cTn>
                              </p:par>
                            </p:childTnLst>
                          </p:cTn>
                        </p:par>
                        <p:par>
                          <p:cTn id="57" fill="hold">
                            <p:stCondLst>
                              <p:cond delay="6500"/>
                            </p:stCondLst>
                            <p:childTnLst>
                              <p:par>
                                <p:cTn id="58" presetID="23" presetClass="entr" presetSubtype="16" fill="hold" grpId="0" nodeType="afterEffect">
                                  <p:stCondLst>
                                    <p:cond delay="0"/>
                                  </p:stCondLst>
                                  <p:childTnLst>
                                    <p:set>
                                      <p:cBhvr>
                                        <p:cTn id="59" dur="1" fill="hold">
                                          <p:stCondLst>
                                            <p:cond delay="0"/>
                                          </p:stCondLst>
                                        </p:cTn>
                                        <p:tgtEl>
                                          <p:spTgt spid="21"/>
                                        </p:tgtEl>
                                        <p:attrNameLst>
                                          <p:attrName>style.visibility</p:attrName>
                                        </p:attrNameLst>
                                      </p:cBhvr>
                                      <p:to>
                                        <p:strVal val="visible"/>
                                      </p:to>
                                    </p:set>
                                    <p:anim calcmode="lin" valueType="num">
                                      <p:cBhvr>
                                        <p:cTn id="60" dur="500" fill="hold"/>
                                        <p:tgtEl>
                                          <p:spTgt spid="21"/>
                                        </p:tgtEl>
                                        <p:attrNameLst>
                                          <p:attrName>ppt_w</p:attrName>
                                        </p:attrNameLst>
                                      </p:cBhvr>
                                      <p:tavLst>
                                        <p:tav tm="0">
                                          <p:val>
                                            <p:fltVal val="0"/>
                                          </p:val>
                                        </p:tav>
                                        <p:tav tm="100000">
                                          <p:val>
                                            <p:strVal val="#ppt_w"/>
                                          </p:val>
                                        </p:tav>
                                      </p:tavLst>
                                    </p:anim>
                                    <p:anim calcmode="lin" valueType="num">
                                      <p:cBhvr>
                                        <p:cTn id="61" dur="500" fill="hold"/>
                                        <p:tgtEl>
                                          <p:spTgt spid="21"/>
                                        </p:tgtEl>
                                        <p:attrNameLst>
                                          <p:attrName>ppt_h</p:attrName>
                                        </p:attrNameLst>
                                      </p:cBhvr>
                                      <p:tavLst>
                                        <p:tav tm="0">
                                          <p:val>
                                            <p:fltVal val="0"/>
                                          </p:val>
                                        </p:tav>
                                        <p:tav tm="100000">
                                          <p:val>
                                            <p:strVal val="#ppt_h"/>
                                          </p:val>
                                        </p:tav>
                                      </p:tavLst>
                                    </p:anim>
                                  </p:childTnLst>
                                </p:cTn>
                              </p:par>
                            </p:childTnLst>
                          </p:cTn>
                        </p:par>
                        <p:par>
                          <p:cTn id="62" fill="hold">
                            <p:stCondLst>
                              <p:cond delay="7000"/>
                            </p:stCondLst>
                            <p:childTnLst>
                              <p:par>
                                <p:cTn id="63" presetID="23" presetClass="entr" presetSubtype="16" fill="hold" grpId="0" nodeType="afterEffect">
                                  <p:stCondLst>
                                    <p:cond delay="0"/>
                                  </p:stCondLst>
                                  <p:childTnLst>
                                    <p:set>
                                      <p:cBhvr>
                                        <p:cTn id="64" dur="1" fill="hold">
                                          <p:stCondLst>
                                            <p:cond delay="0"/>
                                          </p:stCondLst>
                                        </p:cTn>
                                        <p:tgtEl>
                                          <p:spTgt spid="28"/>
                                        </p:tgtEl>
                                        <p:attrNameLst>
                                          <p:attrName>style.visibility</p:attrName>
                                        </p:attrNameLst>
                                      </p:cBhvr>
                                      <p:to>
                                        <p:strVal val="visible"/>
                                      </p:to>
                                    </p:set>
                                    <p:anim calcmode="lin" valueType="num">
                                      <p:cBhvr>
                                        <p:cTn id="65" dur="500" fill="hold"/>
                                        <p:tgtEl>
                                          <p:spTgt spid="28"/>
                                        </p:tgtEl>
                                        <p:attrNameLst>
                                          <p:attrName>ppt_w</p:attrName>
                                        </p:attrNameLst>
                                      </p:cBhvr>
                                      <p:tavLst>
                                        <p:tav tm="0">
                                          <p:val>
                                            <p:fltVal val="0"/>
                                          </p:val>
                                        </p:tav>
                                        <p:tav tm="100000">
                                          <p:val>
                                            <p:strVal val="#ppt_w"/>
                                          </p:val>
                                        </p:tav>
                                      </p:tavLst>
                                    </p:anim>
                                    <p:anim calcmode="lin" valueType="num">
                                      <p:cBhvr>
                                        <p:cTn id="66" dur="500" fill="hold"/>
                                        <p:tgtEl>
                                          <p:spTgt spid="28"/>
                                        </p:tgtEl>
                                        <p:attrNameLst>
                                          <p:attrName>ppt_h</p:attrName>
                                        </p:attrNameLst>
                                      </p:cBhvr>
                                      <p:tavLst>
                                        <p:tav tm="0">
                                          <p:val>
                                            <p:fltVal val="0"/>
                                          </p:val>
                                        </p:tav>
                                        <p:tav tm="100000">
                                          <p:val>
                                            <p:strVal val="#ppt_h"/>
                                          </p:val>
                                        </p:tav>
                                      </p:tavLst>
                                    </p:anim>
                                  </p:childTnLst>
                                </p:cTn>
                              </p:par>
                            </p:childTnLst>
                          </p:cTn>
                        </p:par>
                        <p:par>
                          <p:cTn id="67" fill="hold">
                            <p:stCondLst>
                              <p:cond delay="7500"/>
                            </p:stCondLst>
                            <p:childTnLst>
                              <p:par>
                                <p:cTn id="68" presetID="23" presetClass="entr" presetSubtype="16" fill="hold" grpId="0" nodeType="afterEffect">
                                  <p:stCondLst>
                                    <p:cond delay="0"/>
                                  </p:stCondLst>
                                  <p:childTnLst>
                                    <p:set>
                                      <p:cBhvr>
                                        <p:cTn id="69" dur="1" fill="hold">
                                          <p:stCondLst>
                                            <p:cond delay="0"/>
                                          </p:stCondLst>
                                        </p:cTn>
                                        <p:tgtEl>
                                          <p:spTgt spid="35"/>
                                        </p:tgtEl>
                                        <p:attrNameLst>
                                          <p:attrName>style.visibility</p:attrName>
                                        </p:attrNameLst>
                                      </p:cBhvr>
                                      <p:to>
                                        <p:strVal val="visible"/>
                                      </p:to>
                                    </p:set>
                                    <p:anim calcmode="lin" valueType="num">
                                      <p:cBhvr>
                                        <p:cTn id="70" dur="500" fill="hold"/>
                                        <p:tgtEl>
                                          <p:spTgt spid="35"/>
                                        </p:tgtEl>
                                        <p:attrNameLst>
                                          <p:attrName>ppt_w</p:attrName>
                                        </p:attrNameLst>
                                      </p:cBhvr>
                                      <p:tavLst>
                                        <p:tav tm="0">
                                          <p:val>
                                            <p:fltVal val="0"/>
                                          </p:val>
                                        </p:tav>
                                        <p:tav tm="100000">
                                          <p:val>
                                            <p:strVal val="#ppt_w"/>
                                          </p:val>
                                        </p:tav>
                                      </p:tavLst>
                                    </p:anim>
                                    <p:anim calcmode="lin" valueType="num">
                                      <p:cBhvr>
                                        <p:cTn id="71" dur="500" fill="hold"/>
                                        <p:tgtEl>
                                          <p:spTgt spid="3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8" grpId="0"/>
      <p:bldP spid="19" grpId="0" animBg="1"/>
      <p:bldP spid="20" grpId="0"/>
      <p:bldP spid="21" grpId="0" animBg="1"/>
      <p:bldP spid="25" grpId="0"/>
      <p:bldP spid="26" grpId="0" animBg="1"/>
      <p:bldP spid="27" grpId="0"/>
      <p:bldP spid="28" grpId="0" animBg="1"/>
      <p:bldP spid="32" grpId="0"/>
      <p:bldP spid="33" grpId="0" animBg="1"/>
      <p:bldP spid="34" grpId="0"/>
      <p:bldP spid="35" grpId="0" animBg="1"/>
      <p:bldP spid="39" grpId="0"/>
      <p:bldP spid="40" grpId="0" animBg="1"/>
      <p:bldP spid="41"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6096000" y="1944046"/>
            <a:ext cx="1863126" cy="1863124"/>
          </a:xfrm>
          <a:custGeom>
            <a:avLst/>
            <a:gdLst>
              <a:gd name="connsiteX0" fmla="*/ 0 w 1863126"/>
              <a:gd name="connsiteY0" fmla="*/ 0 h 1863124"/>
              <a:gd name="connsiteX1" fmla="*/ 178252 w 1863126"/>
              <a:gd name="connsiteY1" fmla="*/ 9000 h 1863124"/>
              <a:gd name="connsiteX2" fmla="*/ 1854125 w 1863126"/>
              <a:gd name="connsiteY2" fmla="*/ 1684873 h 1863124"/>
              <a:gd name="connsiteX3" fmla="*/ 1863126 w 1863126"/>
              <a:gd name="connsiteY3" fmla="*/ 1863124 h 1863124"/>
              <a:gd name="connsiteX4" fmla="*/ 1406884 w 1863126"/>
              <a:gd name="connsiteY4" fmla="*/ 1863124 h 1863124"/>
              <a:gd name="connsiteX5" fmla="*/ 1400238 w 1863126"/>
              <a:gd name="connsiteY5" fmla="*/ 1731521 h 1863124"/>
              <a:gd name="connsiteX6" fmla="*/ 131603 w 1863126"/>
              <a:gd name="connsiteY6" fmla="*/ 462886 h 1863124"/>
              <a:gd name="connsiteX7" fmla="*/ 0 w 1863126"/>
              <a:gd name="connsiteY7" fmla="*/ 456241 h 1863124"/>
              <a:gd name="connsiteX8" fmla="*/ 0 w 1863126"/>
              <a:gd name="connsiteY8" fmla="*/ 0 h 186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126" h="1863124">
                <a:moveTo>
                  <a:pt x="0" y="0"/>
                </a:moveTo>
                <a:lnTo>
                  <a:pt x="178252" y="9000"/>
                </a:lnTo>
                <a:cubicBezTo>
                  <a:pt x="1061892" y="98739"/>
                  <a:pt x="1764386" y="801233"/>
                  <a:pt x="1854125" y="1684873"/>
                </a:cubicBezTo>
                <a:lnTo>
                  <a:pt x="1863126" y="1863124"/>
                </a:lnTo>
                <a:lnTo>
                  <a:pt x="1406884" y="1863124"/>
                </a:lnTo>
                <a:lnTo>
                  <a:pt x="1400238" y="1731521"/>
                </a:lnTo>
                <a:cubicBezTo>
                  <a:pt x="1332306" y="1062606"/>
                  <a:pt x="800519" y="530818"/>
                  <a:pt x="131603" y="462886"/>
                </a:cubicBezTo>
                <a:lnTo>
                  <a:pt x="0" y="456241"/>
                </a:lnTo>
                <a:lnTo>
                  <a:pt x="0" y="0"/>
                </a:ln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4205444" y="1944046"/>
            <a:ext cx="1863124" cy="1863124"/>
          </a:xfrm>
          <a:custGeom>
            <a:avLst/>
            <a:gdLst>
              <a:gd name="connsiteX0" fmla="*/ 1863124 w 1863124"/>
              <a:gd name="connsiteY0" fmla="*/ 0 h 1863124"/>
              <a:gd name="connsiteX1" fmla="*/ 1863124 w 1863124"/>
              <a:gd name="connsiteY1" fmla="*/ 456241 h 1863124"/>
              <a:gd name="connsiteX2" fmla="*/ 1731521 w 1863124"/>
              <a:gd name="connsiteY2" fmla="*/ 462886 h 1863124"/>
              <a:gd name="connsiteX3" fmla="*/ 462886 w 1863124"/>
              <a:gd name="connsiteY3" fmla="*/ 1731521 h 1863124"/>
              <a:gd name="connsiteX4" fmla="*/ 456240 w 1863124"/>
              <a:gd name="connsiteY4" fmla="*/ 1863124 h 1863124"/>
              <a:gd name="connsiteX5" fmla="*/ 0 w 1863124"/>
              <a:gd name="connsiteY5" fmla="*/ 1863124 h 1863124"/>
              <a:gd name="connsiteX6" fmla="*/ 9001 w 1863124"/>
              <a:gd name="connsiteY6" fmla="*/ 1684873 h 1863124"/>
              <a:gd name="connsiteX7" fmla="*/ 1684874 w 1863124"/>
              <a:gd name="connsiteY7" fmla="*/ 9000 h 1863124"/>
              <a:gd name="connsiteX8" fmla="*/ 1863124 w 1863124"/>
              <a:gd name="connsiteY8" fmla="*/ 0 h 186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124" h="1863124">
                <a:moveTo>
                  <a:pt x="1863124" y="0"/>
                </a:moveTo>
                <a:lnTo>
                  <a:pt x="1863124" y="456241"/>
                </a:lnTo>
                <a:lnTo>
                  <a:pt x="1731521" y="462886"/>
                </a:lnTo>
                <a:cubicBezTo>
                  <a:pt x="1062605" y="530818"/>
                  <a:pt x="530818" y="1062606"/>
                  <a:pt x="462886" y="1731521"/>
                </a:cubicBezTo>
                <a:lnTo>
                  <a:pt x="456240" y="1863124"/>
                </a:lnTo>
                <a:lnTo>
                  <a:pt x="0" y="1863124"/>
                </a:lnTo>
                <a:lnTo>
                  <a:pt x="9001" y="1684873"/>
                </a:lnTo>
                <a:cubicBezTo>
                  <a:pt x="98740" y="801233"/>
                  <a:pt x="801234" y="98739"/>
                  <a:pt x="1684874" y="9000"/>
                </a:cubicBezTo>
                <a:lnTo>
                  <a:pt x="1863124"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a:off x="4205444" y="3834603"/>
            <a:ext cx="1863124" cy="1863125"/>
          </a:xfrm>
          <a:custGeom>
            <a:avLst/>
            <a:gdLst>
              <a:gd name="connsiteX0" fmla="*/ 0 w 1863124"/>
              <a:gd name="connsiteY0" fmla="*/ 0 h 1863125"/>
              <a:gd name="connsiteX1" fmla="*/ 456240 w 1863124"/>
              <a:gd name="connsiteY1" fmla="*/ 0 h 1863125"/>
              <a:gd name="connsiteX2" fmla="*/ 462886 w 1863124"/>
              <a:gd name="connsiteY2" fmla="*/ 131603 h 1863125"/>
              <a:gd name="connsiteX3" fmla="*/ 1731521 w 1863124"/>
              <a:gd name="connsiteY3" fmla="*/ 1400238 h 1863125"/>
              <a:gd name="connsiteX4" fmla="*/ 1863124 w 1863124"/>
              <a:gd name="connsiteY4" fmla="*/ 1406884 h 1863125"/>
              <a:gd name="connsiteX5" fmla="*/ 1863124 w 1863124"/>
              <a:gd name="connsiteY5" fmla="*/ 1863125 h 1863125"/>
              <a:gd name="connsiteX6" fmla="*/ 1684874 w 1863124"/>
              <a:gd name="connsiteY6" fmla="*/ 1854124 h 1863125"/>
              <a:gd name="connsiteX7" fmla="*/ 9001 w 1863124"/>
              <a:gd name="connsiteY7" fmla="*/ 178251 h 1863125"/>
              <a:gd name="connsiteX8" fmla="*/ 0 w 1863124"/>
              <a:gd name="connsiteY8" fmla="*/ 0 h 186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124" h="1863125">
                <a:moveTo>
                  <a:pt x="0" y="0"/>
                </a:moveTo>
                <a:lnTo>
                  <a:pt x="456240" y="0"/>
                </a:lnTo>
                <a:lnTo>
                  <a:pt x="462886" y="131603"/>
                </a:lnTo>
                <a:cubicBezTo>
                  <a:pt x="530818" y="800519"/>
                  <a:pt x="1062605" y="1332306"/>
                  <a:pt x="1731521" y="1400238"/>
                </a:cubicBezTo>
                <a:lnTo>
                  <a:pt x="1863124" y="1406884"/>
                </a:lnTo>
                <a:lnTo>
                  <a:pt x="1863124" y="1863125"/>
                </a:lnTo>
                <a:lnTo>
                  <a:pt x="1684874" y="1854124"/>
                </a:lnTo>
                <a:cubicBezTo>
                  <a:pt x="801234" y="1764385"/>
                  <a:pt x="98740" y="1061891"/>
                  <a:pt x="9001" y="178251"/>
                </a:cubicBezTo>
                <a:lnTo>
                  <a:pt x="0" y="0"/>
                </a:ln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a:off x="6096000" y="3834603"/>
            <a:ext cx="1863126" cy="1863125"/>
          </a:xfrm>
          <a:custGeom>
            <a:avLst/>
            <a:gdLst>
              <a:gd name="connsiteX0" fmla="*/ 1406884 w 1863126"/>
              <a:gd name="connsiteY0" fmla="*/ 0 h 1863125"/>
              <a:gd name="connsiteX1" fmla="*/ 1863126 w 1863126"/>
              <a:gd name="connsiteY1" fmla="*/ 0 h 1863125"/>
              <a:gd name="connsiteX2" fmla="*/ 1854125 w 1863126"/>
              <a:gd name="connsiteY2" fmla="*/ 178251 h 1863125"/>
              <a:gd name="connsiteX3" fmla="*/ 178252 w 1863126"/>
              <a:gd name="connsiteY3" fmla="*/ 1854124 h 1863125"/>
              <a:gd name="connsiteX4" fmla="*/ 0 w 1863126"/>
              <a:gd name="connsiteY4" fmla="*/ 1863125 h 1863125"/>
              <a:gd name="connsiteX5" fmla="*/ 0 w 1863126"/>
              <a:gd name="connsiteY5" fmla="*/ 1406884 h 1863125"/>
              <a:gd name="connsiteX6" fmla="*/ 131603 w 1863126"/>
              <a:gd name="connsiteY6" fmla="*/ 1400238 h 1863125"/>
              <a:gd name="connsiteX7" fmla="*/ 1400238 w 1863126"/>
              <a:gd name="connsiteY7" fmla="*/ 131603 h 1863125"/>
              <a:gd name="connsiteX8" fmla="*/ 1406884 w 1863126"/>
              <a:gd name="connsiteY8" fmla="*/ 0 h 186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126" h="1863125">
                <a:moveTo>
                  <a:pt x="1406884" y="0"/>
                </a:moveTo>
                <a:lnTo>
                  <a:pt x="1863126" y="0"/>
                </a:lnTo>
                <a:lnTo>
                  <a:pt x="1854125" y="178251"/>
                </a:lnTo>
                <a:cubicBezTo>
                  <a:pt x="1764386" y="1061891"/>
                  <a:pt x="1061892" y="1764385"/>
                  <a:pt x="178252" y="1854124"/>
                </a:cubicBezTo>
                <a:lnTo>
                  <a:pt x="0" y="1863125"/>
                </a:lnTo>
                <a:lnTo>
                  <a:pt x="0" y="1406884"/>
                </a:lnTo>
                <a:lnTo>
                  <a:pt x="131603" y="1400238"/>
                </a:lnTo>
                <a:cubicBezTo>
                  <a:pt x="800519" y="1332306"/>
                  <a:pt x="1332306" y="800519"/>
                  <a:pt x="1400238" y="131603"/>
                </a:cubicBezTo>
                <a:lnTo>
                  <a:pt x="1406884"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unded Rectangle 17"/>
          <p:cNvSpPr/>
          <p:nvPr/>
        </p:nvSpPr>
        <p:spPr>
          <a:xfrm>
            <a:off x="7852800" y="3369659"/>
            <a:ext cx="437511" cy="437511"/>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sp>
        <p:nvSpPr>
          <p:cNvPr id="19" name="Rounded Rectangle 18"/>
          <p:cNvSpPr/>
          <p:nvPr/>
        </p:nvSpPr>
        <p:spPr>
          <a:xfrm>
            <a:off x="7852800" y="3834603"/>
            <a:ext cx="437511" cy="437511"/>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sp>
        <p:nvSpPr>
          <p:cNvPr id="20" name="Rounded Rectangle 19"/>
          <p:cNvSpPr/>
          <p:nvPr/>
        </p:nvSpPr>
        <p:spPr>
          <a:xfrm>
            <a:off x="3874259" y="3834603"/>
            <a:ext cx="437511" cy="437511"/>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21" name="Rounded Rectangle 20"/>
          <p:cNvSpPr/>
          <p:nvPr/>
        </p:nvSpPr>
        <p:spPr>
          <a:xfrm>
            <a:off x="3874259" y="3369658"/>
            <a:ext cx="437511" cy="437511"/>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sp>
        <p:nvSpPr>
          <p:cNvPr id="22" name="TextBox 21"/>
          <p:cNvSpPr txBox="1"/>
          <p:nvPr/>
        </p:nvSpPr>
        <p:spPr>
          <a:xfrm>
            <a:off x="4795745" y="3242133"/>
            <a:ext cx="2573079" cy="1184940"/>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 CIRCULAR </a:t>
            </a:r>
          </a:p>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ELEMENTS</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23" name="TextBox 22"/>
          <p:cNvSpPr txBox="1"/>
          <p:nvPr/>
        </p:nvSpPr>
        <p:spPr>
          <a:xfrm>
            <a:off x="8290311" y="2552442"/>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4" name="TextBox 23"/>
          <p:cNvSpPr txBox="1"/>
          <p:nvPr/>
        </p:nvSpPr>
        <p:spPr>
          <a:xfrm>
            <a:off x="8290310" y="4427073"/>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5" name="TextBox 24"/>
          <p:cNvSpPr txBox="1"/>
          <p:nvPr/>
        </p:nvSpPr>
        <p:spPr>
          <a:xfrm>
            <a:off x="1127900" y="2552441"/>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6" name="TextBox 25"/>
          <p:cNvSpPr txBox="1"/>
          <p:nvPr/>
        </p:nvSpPr>
        <p:spPr>
          <a:xfrm>
            <a:off x="1127899" y="4427073"/>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Tree>
    <p:extLst>
      <p:ext uri="{BB962C8B-B14F-4D97-AF65-F5344CB8AC3E}">
        <p14:creationId xmlns:p14="http://schemas.microsoft.com/office/powerpoint/2010/main" val="40330148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fade">
                                      <p:cBhvr>
                                        <p:cTn id="11" dur="500"/>
                                        <p:tgtEl>
                                          <p:spTgt spid="2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6"/>
                                        </p:tgtEl>
                                        <p:attrNameLst>
                                          <p:attrName>style.visibility</p:attrName>
                                        </p:attrNameLst>
                                      </p:cBhvr>
                                      <p:to>
                                        <p:strVal val="visible"/>
                                      </p:to>
                                    </p:set>
                                    <p:animEffect transition="in" filter="fade">
                                      <p:cBhvr>
                                        <p:cTn id="15" dur="500"/>
                                        <p:tgtEl>
                                          <p:spTgt spid="26"/>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P spid="25" grpId="0"/>
      <p:bldP spid="26"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77</a:t>
            </a:r>
          </a:p>
        </p:txBody>
      </p:sp>
      <p:sp>
        <p:nvSpPr>
          <p:cNvPr id="11" name="Freeform 10"/>
          <p:cNvSpPr/>
          <p:nvPr/>
        </p:nvSpPr>
        <p:spPr>
          <a:xfrm>
            <a:off x="9391717" y="2222209"/>
            <a:ext cx="914400" cy="914400"/>
          </a:xfrm>
          <a:custGeom>
            <a:avLst/>
            <a:gdLst>
              <a:gd name="connsiteX0" fmla="*/ 88605 w 914400"/>
              <a:gd name="connsiteY0" fmla="*/ 0 h 914400"/>
              <a:gd name="connsiteX1" fmla="*/ 825795 w 914400"/>
              <a:gd name="connsiteY1" fmla="*/ 0 h 914400"/>
              <a:gd name="connsiteX2" fmla="*/ 914400 w 914400"/>
              <a:gd name="connsiteY2" fmla="*/ 88605 h 914400"/>
              <a:gd name="connsiteX3" fmla="*/ 914400 w 914400"/>
              <a:gd name="connsiteY3" fmla="*/ 825795 h 914400"/>
              <a:gd name="connsiteX4" fmla="*/ 825795 w 914400"/>
              <a:gd name="connsiteY4" fmla="*/ 914400 h 914400"/>
              <a:gd name="connsiteX5" fmla="*/ 88605 w 914400"/>
              <a:gd name="connsiteY5" fmla="*/ 914400 h 914400"/>
              <a:gd name="connsiteX6" fmla="*/ 0 w 914400"/>
              <a:gd name="connsiteY6" fmla="*/ 825795 h 914400"/>
              <a:gd name="connsiteX7" fmla="*/ 0 w 914400"/>
              <a:gd name="connsiteY7" fmla="*/ 88605 h 914400"/>
              <a:gd name="connsiteX8" fmla="*/ 88605 w 914400"/>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914400">
                <a:moveTo>
                  <a:pt x="88605" y="0"/>
                </a:moveTo>
                <a:lnTo>
                  <a:pt x="825795" y="0"/>
                </a:lnTo>
                <a:cubicBezTo>
                  <a:pt x="874730" y="0"/>
                  <a:pt x="914400" y="39670"/>
                  <a:pt x="914400" y="88605"/>
                </a:cubicBezTo>
                <a:lnTo>
                  <a:pt x="914400" y="825795"/>
                </a:lnTo>
                <a:cubicBezTo>
                  <a:pt x="914400" y="874730"/>
                  <a:pt x="874730" y="914400"/>
                  <a:pt x="825795" y="914400"/>
                </a:cubicBezTo>
                <a:lnTo>
                  <a:pt x="88605" y="914400"/>
                </a:lnTo>
                <a:cubicBezTo>
                  <a:pt x="39670" y="914400"/>
                  <a:pt x="0" y="874730"/>
                  <a:pt x="0" y="825795"/>
                </a:cubicBezTo>
                <a:lnTo>
                  <a:pt x="0" y="88605"/>
                </a:lnTo>
                <a:cubicBezTo>
                  <a:pt x="0" y="39670"/>
                  <a:pt x="39670" y="0"/>
                  <a:pt x="88605" y="0"/>
                </a:cubicBez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2" name="Freeform 11"/>
          <p:cNvSpPr/>
          <p:nvPr/>
        </p:nvSpPr>
        <p:spPr>
          <a:xfrm>
            <a:off x="10355232" y="2222209"/>
            <a:ext cx="788126" cy="914400"/>
          </a:xfrm>
          <a:custGeom>
            <a:avLst/>
            <a:gdLst>
              <a:gd name="connsiteX0" fmla="*/ 88605 w 788126"/>
              <a:gd name="connsiteY0" fmla="*/ 0 h 914400"/>
              <a:gd name="connsiteX1" fmla="*/ 565723 w 788126"/>
              <a:gd name="connsiteY1" fmla="*/ 0 h 914400"/>
              <a:gd name="connsiteX2" fmla="*/ 624739 w 788126"/>
              <a:gd name="connsiteY2" fmla="*/ 81926 h 914400"/>
              <a:gd name="connsiteX3" fmla="*/ 678784 w 788126"/>
              <a:gd name="connsiteY3" fmla="*/ 179004 h 914400"/>
              <a:gd name="connsiteX4" fmla="*/ 782414 w 788126"/>
              <a:gd name="connsiteY4" fmla="*/ 760666 h 914400"/>
              <a:gd name="connsiteX5" fmla="*/ 754759 w 788126"/>
              <a:gd name="connsiteY5" fmla="*/ 914400 h 914400"/>
              <a:gd name="connsiteX6" fmla="*/ 88605 w 788126"/>
              <a:gd name="connsiteY6" fmla="*/ 914400 h 914400"/>
              <a:gd name="connsiteX7" fmla="*/ 0 w 788126"/>
              <a:gd name="connsiteY7" fmla="*/ 825795 h 914400"/>
              <a:gd name="connsiteX8" fmla="*/ 0 w 788126"/>
              <a:gd name="connsiteY8" fmla="*/ 88605 h 914400"/>
              <a:gd name="connsiteX9" fmla="*/ 88605 w 788126"/>
              <a:gd name="connsiteY9"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8126" h="914400">
                <a:moveTo>
                  <a:pt x="88605" y="0"/>
                </a:moveTo>
                <a:lnTo>
                  <a:pt x="565723" y="0"/>
                </a:lnTo>
                <a:lnTo>
                  <a:pt x="624739" y="81926"/>
                </a:lnTo>
                <a:cubicBezTo>
                  <a:pt x="644397" y="112792"/>
                  <a:pt x="662474" y="145138"/>
                  <a:pt x="678784" y="179004"/>
                </a:cubicBezTo>
                <a:cubicBezTo>
                  <a:pt x="777220" y="382199"/>
                  <a:pt x="800744" y="581052"/>
                  <a:pt x="782414" y="760666"/>
                </a:cubicBezTo>
                <a:lnTo>
                  <a:pt x="754759" y="914400"/>
                </a:lnTo>
                <a:lnTo>
                  <a:pt x="88605" y="914400"/>
                </a:lnTo>
                <a:cubicBezTo>
                  <a:pt x="39670" y="914400"/>
                  <a:pt x="0" y="874730"/>
                  <a:pt x="0" y="825795"/>
                </a:cubicBezTo>
                <a:lnTo>
                  <a:pt x="0" y="88605"/>
                </a:lnTo>
                <a:cubicBezTo>
                  <a:pt x="0" y="39670"/>
                  <a:pt x="39670" y="0"/>
                  <a:pt x="88605"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3" name="Rounded Rectangle 12"/>
          <p:cNvSpPr/>
          <p:nvPr/>
        </p:nvSpPr>
        <p:spPr>
          <a:xfrm>
            <a:off x="9391717" y="3195088"/>
            <a:ext cx="914400" cy="914400"/>
          </a:xfrm>
          <a:prstGeom prst="roundRect">
            <a:avLst>
              <a:gd name="adj" fmla="val 969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4" name="Rounded Rectangle 13"/>
          <p:cNvSpPr/>
          <p:nvPr/>
        </p:nvSpPr>
        <p:spPr>
          <a:xfrm>
            <a:off x="9391717" y="4167967"/>
            <a:ext cx="914400" cy="914400"/>
          </a:xfrm>
          <a:prstGeom prst="roundRect">
            <a:avLst>
              <a:gd name="adj" fmla="val 969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Freeform 14"/>
          <p:cNvSpPr>
            <a:spLocks/>
          </p:cNvSpPr>
          <p:nvPr/>
        </p:nvSpPr>
        <p:spPr bwMode="auto">
          <a:xfrm>
            <a:off x="9026050" y="1882610"/>
            <a:ext cx="316552" cy="281120"/>
          </a:xfrm>
          <a:custGeom>
            <a:avLst/>
            <a:gdLst>
              <a:gd name="connsiteX0" fmla="*/ 316552 w 316552"/>
              <a:gd name="connsiteY0" fmla="*/ 0 h 281120"/>
              <a:gd name="connsiteX1" fmla="*/ 316552 w 316552"/>
              <a:gd name="connsiteY1" fmla="*/ 192515 h 281120"/>
              <a:gd name="connsiteX2" fmla="*/ 227947 w 316552"/>
              <a:gd name="connsiteY2" fmla="*/ 281120 h 281120"/>
              <a:gd name="connsiteX3" fmla="*/ 0 w 316552"/>
              <a:gd name="connsiteY3" fmla="*/ 281120 h 281120"/>
              <a:gd name="connsiteX4" fmla="*/ 19113 w 316552"/>
              <a:gd name="connsiteY4" fmla="*/ 249462 h 281120"/>
              <a:gd name="connsiteX5" fmla="*/ 249552 w 316552"/>
              <a:gd name="connsiteY5" fmla="*/ 35358 h 28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6552" h="281120">
                <a:moveTo>
                  <a:pt x="316552" y="0"/>
                </a:moveTo>
                <a:lnTo>
                  <a:pt x="316552" y="192515"/>
                </a:lnTo>
                <a:cubicBezTo>
                  <a:pt x="316552" y="241450"/>
                  <a:pt x="276882" y="281120"/>
                  <a:pt x="227947" y="281120"/>
                </a:cubicBezTo>
                <a:lnTo>
                  <a:pt x="0" y="281120"/>
                </a:lnTo>
                <a:lnTo>
                  <a:pt x="19113" y="249462"/>
                </a:lnTo>
                <a:cubicBezTo>
                  <a:pt x="73615" y="171527"/>
                  <a:pt x="149288" y="97174"/>
                  <a:pt x="249552" y="35358"/>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6" name="Freeform 15"/>
          <p:cNvSpPr>
            <a:spLocks/>
          </p:cNvSpPr>
          <p:nvPr/>
        </p:nvSpPr>
        <p:spPr bwMode="auto">
          <a:xfrm>
            <a:off x="9391717" y="1762196"/>
            <a:ext cx="914400" cy="401534"/>
          </a:xfrm>
          <a:custGeom>
            <a:avLst/>
            <a:gdLst>
              <a:gd name="connsiteX0" fmla="*/ 427078 w 914400"/>
              <a:gd name="connsiteY0" fmla="*/ 566 h 401534"/>
              <a:gd name="connsiteX1" fmla="*/ 808302 w 914400"/>
              <a:gd name="connsiteY1" fmla="*/ 38979 h 401534"/>
              <a:gd name="connsiteX2" fmla="*/ 914400 w 914400"/>
              <a:gd name="connsiteY2" fmla="*/ 70331 h 401534"/>
              <a:gd name="connsiteX3" fmla="*/ 914400 w 914400"/>
              <a:gd name="connsiteY3" fmla="*/ 312929 h 401534"/>
              <a:gd name="connsiteX4" fmla="*/ 825795 w 914400"/>
              <a:gd name="connsiteY4" fmla="*/ 401534 h 401534"/>
              <a:gd name="connsiteX5" fmla="*/ 88605 w 914400"/>
              <a:gd name="connsiteY5" fmla="*/ 401534 h 401534"/>
              <a:gd name="connsiteX6" fmla="*/ 0 w 914400"/>
              <a:gd name="connsiteY6" fmla="*/ 312929 h 401534"/>
              <a:gd name="connsiteX7" fmla="*/ 0 w 914400"/>
              <a:gd name="connsiteY7" fmla="*/ 95656 h 401534"/>
              <a:gd name="connsiteX8" fmla="*/ 118215 w 914400"/>
              <a:gd name="connsiteY8" fmla="*/ 51509 h 401534"/>
              <a:gd name="connsiteX9" fmla="*/ 261871 w 914400"/>
              <a:gd name="connsiteY9" fmla="*/ 16890 h 401534"/>
              <a:gd name="connsiteX10" fmla="*/ 427078 w 914400"/>
              <a:gd name="connsiteY10" fmla="*/ 566 h 401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401534">
                <a:moveTo>
                  <a:pt x="427078" y="566"/>
                </a:moveTo>
                <a:cubicBezTo>
                  <a:pt x="544840" y="-2847"/>
                  <a:pt x="675871" y="9105"/>
                  <a:pt x="808302" y="38979"/>
                </a:cubicBezTo>
                <a:lnTo>
                  <a:pt x="914400" y="70331"/>
                </a:lnTo>
                <a:lnTo>
                  <a:pt x="914400" y="312929"/>
                </a:lnTo>
                <a:cubicBezTo>
                  <a:pt x="914400" y="361864"/>
                  <a:pt x="874730" y="401534"/>
                  <a:pt x="825795" y="401534"/>
                </a:cubicBezTo>
                <a:lnTo>
                  <a:pt x="88605" y="401534"/>
                </a:lnTo>
                <a:cubicBezTo>
                  <a:pt x="39670" y="401534"/>
                  <a:pt x="0" y="361864"/>
                  <a:pt x="0" y="312929"/>
                </a:cubicBezTo>
                <a:lnTo>
                  <a:pt x="0" y="95656"/>
                </a:lnTo>
                <a:lnTo>
                  <a:pt x="118215" y="51509"/>
                </a:lnTo>
                <a:cubicBezTo>
                  <a:pt x="163072" y="37803"/>
                  <a:pt x="210915" y="26152"/>
                  <a:pt x="261871" y="16890"/>
                </a:cubicBezTo>
                <a:cubicBezTo>
                  <a:pt x="312633" y="7820"/>
                  <a:pt x="368197" y="2273"/>
                  <a:pt x="427078" y="56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7" name="Freeform 16"/>
          <p:cNvSpPr>
            <a:spLocks/>
          </p:cNvSpPr>
          <p:nvPr/>
        </p:nvSpPr>
        <p:spPr bwMode="auto">
          <a:xfrm>
            <a:off x="10355232" y="1847040"/>
            <a:ext cx="514017" cy="316690"/>
          </a:xfrm>
          <a:custGeom>
            <a:avLst/>
            <a:gdLst>
              <a:gd name="connsiteX0" fmla="*/ 0 w 514017"/>
              <a:gd name="connsiteY0" fmla="*/ 0 h 316690"/>
              <a:gd name="connsiteX1" fmla="*/ 42999 w 514017"/>
              <a:gd name="connsiteY1" fmla="*/ 12706 h 316690"/>
              <a:gd name="connsiteX2" fmla="*/ 489289 w 514017"/>
              <a:gd name="connsiteY2" fmla="*/ 289332 h 316690"/>
              <a:gd name="connsiteX3" fmla="*/ 514017 w 514017"/>
              <a:gd name="connsiteY3" fmla="*/ 316690 h 316690"/>
              <a:gd name="connsiteX4" fmla="*/ 88605 w 514017"/>
              <a:gd name="connsiteY4" fmla="*/ 316690 h 316690"/>
              <a:gd name="connsiteX5" fmla="*/ 0 w 514017"/>
              <a:gd name="connsiteY5" fmla="*/ 228085 h 316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4017" h="316690">
                <a:moveTo>
                  <a:pt x="0" y="0"/>
                </a:moveTo>
                <a:lnTo>
                  <a:pt x="42999" y="12706"/>
                </a:lnTo>
                <a:cubicBezTo>
                  <a:pt x="206578" y="73250"/>
                  <a:pt x="363069" y="163794"/>
                  <a:pt x="489289" y="289332"/>
                </a:cubicBezTo>
                <a:lnTo>
                  <a:pt x="514017" y="316690"/>
                </a:lnTo>
                <a:lnTo>
                  <a:pt x="88605" y="316690"/>
                </a:lnTo>
                <a:cubicBezTo>
                  <a:pt x="39670" y="316690"/>
                  <a:pt x="0" y="277020"/>
                  <a:pt x="0" y="22808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8" name="Freeform 17"/>
          <p:cNvSpPr>
            <a:spLocks/>
          </p:cNvSpPr>
          <p:nvPr/>
        </p:nvSpPr>
        <p:spPr bwMode="auto">
          <a:xfrm>
            <a:off x="8653315" y="2222209"/>
            <a:ext cx="689287" cy="914400"/>
          </a:xfrm>
          <a:custGeom>
            <a:avLst/>
            <a:gdLst>
              <a:gd name="connsiteX0" fmla="*/ 339377 w 689287"/>
              <a:gd name="connsiteY0" fmla="*/ 0 h 914400"/>
              <a:gd name="connsiteX1" fmla="*/ 600682 w 689287"/>
              <a:gd name="connsiteY1" fmla="*/ 0 h 914400"/>
              <a:gd name="connsiteX2" fmla="*/ 689287 w 689287"/>
              <a:gd name="connsiteY2" fmla="*/ 88605 h 914400"/>
              <a:gd name="connsiteX3" fmla="*/ 689287 w 689287"/>
              <a:gd name="connsiteY3" fmla="*/ 825795 h 914400"/>
              <a:gd name="connsiteX4" fmla="*/ 600682 w 689287"/>
              <a:gd name="connsiteY4" fmla="*/ 914400 h 914400"/>
              <a:gd name="connsiteX5" fmla="*/ 0 w 689287"/>
              <a:gd name="connsiteY5" fmla="*/ 914400 h 914400"/>
              <a:gd name="connsiteX6" fmla="*/ 63002 w 689287"/>
              <a:gd name="connsiteY6" fmla="*/ 853619 h 914400"/>
              <a:gd name="connsiteX7" fmla="*/ 104693 w 689287"/>
              <a:gd name="connsiteY7" fmla="*/ 665283 h 914400"/>
              <a:gd name="connsiteX8" fmla="*/ 310059 w 689287"/>
              <a:gd name="connsiteY8" fmla="*/ 67855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287" h="914400">
                <a:moveTo>
                  <a:pt x="339377" y="0"/>
                </a:moveTo>
                <a:lnTo>
                  <a:pt x="600682" y="0"/>
                </a:lnTo>
                <a:cubicBezTo>
                  <a:pt x="649617" y="0"/>
                  <a:pt x="689287" y="39670"/>
                  <a:pt x="689287" y="88605"/>
                </a:cubicBezTo>
                <a:lnTo>
                  <a:pt x="689287" y="825795"/>
                </a:lnTo>
                <a:cubicBezTo>
                  <a:pt x="689287" y="874730"/>
                  <a:pt x="649617" y="914400"/>
                  <a:pt x="600682" y="914400"/>
                </a:cubicBezTo>
                <a:lnTo>
                  <a:pt x="0" y="914400"/>
                </a:lnTo>
                <a:lnTo>
                  <a:pt x="63002" y="853619"/>
                </a:lnTo>
                <a:cubicBezTo>
                  <a:pt x="135575" y="799588"/>
                  <a:pt x="112413" y="728576"/>
                  <a:pt x="104693" y="665283"/>
                </a:cubicBezTo>
                <a:cubicBezTo>
                  <a:pt x="95428" y="577289"/>
                  <a:pt x="256015" y="154304"/>
                  <a:pt x="310059" y="67855"/>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9" name="Freeform 18"/>
          <p:cNvSpPr>
            <a:spLocks/>
          </p:cNvSpPr>
          <p:nvPr/>
        </p:nvSpPr>
        <p:spPr bwMode="auto">
          <a:xfrm>
            <a:off x="8442031" y="3195088"/>
            <a:ext cx="900571" cy="914400"/>
          </a:xfrm>
          <a:custGeom>
            <a:avLst/>
            <a:gdLst>
              <a:gd name="connsiteX0" fmla="*/ 155420 w 900571"/>
              <a:gd name="connsiteY0" fmla="*/ 0 h 914400"/>
              <a:gd name="connsiteX1" fmla="*/ 811966 w 900571"/>
              <a:gd name="connsiteY1" fmla="*/ 0 h 914400"/>
              <a:gd name="connsiteX2" fmla="*/ 900571 w 900571"/>
              <a:gd name="connsiteY2" fmla="*/ 88605 h 914400"/>
              <a:gd name="connsiteX3" fmla="*/ 900571 w 900571"/>
              <a:gd name="connsiteY3" fmla="*/ 825795 h 914400"/>
              <a:gd name="connsiteX4" fmla="*/ 811966 w 900571"/>
              <a:gd name="connsiteY4" fmla="*/ 914400 h 914400"/>
              <a:gd name="connsiteX5" fmla="*/ 185787 w 900571"/>
              <a:gd name="connsiteY5" fmla="*/ 914400 h 914400"/>
              <a:gd name="connsiteX6" fmla="*/ 196743 w 900571"/>
              <a:gd name="connsiteY6" fmla="*/ 883930 h 914400"/>
              <a:gd name="connsiteX7" fmla="*/ 220243 w 900571"/>
              <a:gd name="connsiteY7" fmla="*/ 831684 h 914400"/>
              <a:gd name="connsiteX8" fmla="*/ 167743 w 900571"/>
              <a:gd name="connsiteY8" fmla="*/ 737516 h 914400"/>
              <a:gd name="connsiteX9" fmla="*/ 197081 w 900571"/>
              <a:gd name="connsiteY9" fmla="*/ 623279 h 914400"/>
              <a:gd name="connsiteX10" fmla="*/ 122964 w 900571"/>
              <a:gd name="connsiteY10" fmla="*/ 544548 h 914400"/>
              <a:gd name="connsiteX11" fmla="*/ 170831 w 900571"/>
              <a:gd name="connsiteY11" fmla="*/ 402524 h 914400"/>
              <a:gd name="connsiteX12" fmla="*/ 28774 w 900571"/>
              <a:gd name="connsiteY12" fmla="*/ 285200 h 914400"/>
              <a:gd name="connsiteX13" fmla="*/ 87450 w 900571"/>
              <a:gd name="connsiteY13" fmla="*/ 81426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00571" h="914400">
                <a:moveTo>
                  <a:pt x="155420" y="0"/>
                </a:moveTo>
                <a:lnTo>
                  <a:pt x="811966" y="0"/>
                </a:lnTo>
                <a:cubicBezTo>
                  <a:pt x="860901" y="0"/>
                  <a:pt x="900571" y="39670"/>
                  <a:pt x="900571" y="88605"/>
                </a:cubicBezTo>
                <a:lnTo>
                  <a:pt x="900571" y="825795"/>
                </a:lnTo>
                <a:cubicBezTo>
                  <a:pt x="900571" y="874730"/>
                  <a:pt x="860901" y="914400"/>
                  <a:pt x="811966" y="914400"/>
                </a:cubicBezTo>
                <a:lnTo>
                  <a:pt x="185787" y="914400"/>
                </a:lnTo>
                <a:lnTo>
                  <a:pt x="196743" y="883930"/>
                </a:lnTo>
                <a:cubicBezTo>
                  <a:pt x="206732" y="861690"/>
                  <a:pt x="215996" y="843648"/>
                  <a:pt x="220243" y="831684"/>
                </a:cubicBezTo>
                <a:cubicBezTo>
                  <a:pt x="238772" y="783828"/>
                  <a:pt x="200169" y="774565"/>
                  <a:pt x="167743" y="737516"/>
                </a:cubicBezTo>
                <a:cubicBezTo>
                  <a:pt x="136861" y="698922"/>
                  <a:pt x="197081" y="623279"/>
                  <a:pt x="197081" y="623279"/>
                </a:cubicBezTo>
                <a:cubicBezTo>
                  <a:pt x="197081" y="623279"/>
                  <a:pt x="150758" y="620191"/>
                  <a:pt x="122964" y="544548"/>
                </a:cubicBezTo>
                <a:cubicBezTo>
                  <a:pt x="95170" y="470449"/>
                  <a:pt x="160023" y="467361"/>
                  <a:pt x="170831" y="402524"/>
                </a:cubicBezTo>
                <a:cubicBezTo>
                  <a:pt x="181640" y="336143"/>
                  <a:pt x="96714" y="360843"/>
                  <a:pt x="28774" y="285200"/>
                </a:cubicBezTo>
                <a:cubicBezTo>
                  <a:pt x="-40711" y="211100"/>
                  <a:pt x="30318" y="147807"/>
                  <a:pt x="87450" y="8142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0" name="Freeform 19"/>
          <p:cNvSpPr>
            <a:spLocks/>
          </p:cNvSpPr>
          <p:nvPr/>
        </p:nvSpPr>
        <p:spPr bwMode="auto">
          <a:xfrm>
            <a:off x="10355232" y="3195088"/>
            <a:ext cx="738309" cy="914400"/>
          </a:xfrm>
          <a:custGeom>
            <a:avLst/>
            <a:gdLst>
              <a:gd name="connsiteX0" fmla="*/ 88605 w 738309"/>
              <a:gd name="connsiteY0" fmla="*/ 0 h 914400"/>
              <a:gd name="connsiteX1" fmla="*/ 738309 w 738309"/>
              <a:gd name="connsiteY1" fmla="*/ 0 h 914400"/>
              <a:gd name="connsiteX2" fmla="*/ 699744 w 738309"/>
              <a:gd name="connsiteY2" fmla="*/ 116947 h 914400"/>
              <a:gd name="connsiteX3" fmla="*/ 495035 w 738309"/>
              <a:gd name="connsiteY3" fmla="*/ 456555 h 914400"/>
              <a:gd name="connsiteX4" fmla="*/ 236422 w 738309"/>
              <a:gd name="connsiteY4" fmla="*/ 874884 h 914400"/>
              <a:gd name="connsiteX5" fmla="*/ 227850 w 738309"/>
              <a:gd name="connsiteY5" fmla="*/ 914400 h 914400"/>
              <a:gd name="connsiteX6" fmla="*/ 88605 w 738309"/>
              <a:gd name="connsiteY6" fmla="*/ 914400 h 914400"/>
              <a:gd name="connsiteX7" fmla="*/ 0 w 738309"/>
              <a:gd name="connsiteY7" fmla="*/ 825795 h 914400"/>
              <a:gd name="connsiteX8" fmla="*/ 0 w 738309"/>
              <a:gd name="connsiteY8" fmla="*/ 88605 h 914400"/>
              <a:gd name="connsiteX9" fmla="*/ 88605 w 738309"/>
              <a:gd name="connsiteY9"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8309" h="914400">
                <a:moveTo>
                  <a:pt x="88605" y="0"/>
                </a:moveTo>
                <a:lnTo>
                  <a:pt x="738309" y="0"/>
                </a:lnTo>
                <a:lnTo>
                  <a:pt x="699744" y="116947"/>
                </a:lnTo>
                <a:cubicBezTo>
                  <a:pt x="640302" y="264287"/>
                  <a:pt x="561046" y="382455"/>
                  <a:pt x="495035" y="456555"/>
                </a:cubicBezTo>
                <a:cubicBezTo>
                  <a:pt x="363015" y="603596"/>
                  <a:pt x="279633" y="715035"/>
                  <a:pt x="236422" y="874884"/>
                </a:cubicBezTo>
                <a:lnTo>
                  <a:pt x="227850" y="914400"/>
                </a:lnTo>
                <a:lnTo>
                  <a:pt x="88605" y="914400"/>
                </a:lnTo>
                <a:cubicBezTo>
                  <a:pt x="39670" y="914400"/>
                  <a:pt x="0" y="874730"/>
                  <a:pt x="0" y="825795"/>
                </a:cubicBezTo>
                <a:lnTo>
                  <a:pt x="0" y="88605"/>
                </a:lnTo>
                <a:cubicBezTo>
                  <a:pt x="0" y="39670"/>
                  <a:pt x="39670" y="0"/>
                  <a:pt x="8860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1" name="Freeform 20"/>
          <p:cNvSpPr>
            <a:spLocks/>
          </p:cNvSpPr>
          <p:nvPr/>
        </p:nvSpPr>
        <p:spPr bwMode="auto">
          <a:xfrm>
            <a:off x="8602656" y="4167967"/>
            <a:ext cx="739946" cy="704961"/>
          </a:xfrm>
          <a:custGeom>
            <a:avLst/>
            <a:gdLst>
              <a:gd name="connsiteX0" fmla="*/ 6341 w 739946"/>
              <a:gd name="connsiteY0" fmla="*/ 0 h 704961"/>
              <a:gd name="connsiteX1" fmla="*/ 651341 w 739946"/>
              <a:gd name="connsiteY1" fmla="*/ 0 h 704961"/>
              <a:gd name="connsiteX2" fmla="*/ 739946 w 739946"/>
              <a:gd name="connsiteY2" fmla="*/ 88605 h 704961"/>
              <a:gd name="connsiteX3" fmla="*/ 739946 w 739946"/>
              <a:gd name="connsiteY3" fmla="*/ 704961 h 704961"/>
              <a:gd name="connsiteX4" fmla="*/ 736900 w 739946"/>
              <a:gd name="connsiteY4" fmla="*/ 679110 h 704961"/>
              <a:gd name="connsiteX5" fmla="*/ 732846 w 739946"/>
              <a:gd name="connsiteY5" fmla="*/ 582819 h 704961"/>
              <a:gd name="connsiteX6" fmla="*/ 627847 w 739946"/>
              <a:gd name="connsiteY6" fmla="*/ 325014 h 704961"/>
              <a:gd name="connsiteX7" fmla="*/ 501231 w 739946"/>
              <a:gd name="connsiteY7" fmla="*/ 252459 h 704961"/>
              <a:gd name="connsiteX8" fmla="*/ 42632 w 739946"/>
              <a:gd name="connsiteY8" fmla="*/ 173728 h 704961"/>
              <a:gd name="connsiteX9" fmla="*/ 779 w 739946"/>
              <a:gd name="connsiteY9" fmla="*/ 33109 h 704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9946" h="704961">
                <a:moveTo>
                  <a:pt x="6341" y="0"/>
                </a:moveTo>
                <a:lnTo>
                  <a:pt x="651341" y="0"/>
                </a:lnTo>
                <a:cubicBezTo>
                  <a:pt x="700276" y="0"/>
                  <a:pt x="739946" y="39670"/>
                  <a:pt x="739946" y="88605"/>
                </a:cubicBezTo>
                <a:lnTo>
                  <a:pt x="739946" y="704961"/>
                </a:lnTo>
                <a:lnTo>
                  <a:pt x="736900" y="679110"/>
                </a:lnTo>
                <a:cubicBezTo>
                  <a:pt x="734777" y="644569"/>
                  <a:pt x="735935" y="614466"/>
                  <a:pt x="732846" y="582819"/>
                </a:cubicBezTo>
                <a:cubicBezTo>
                  <a:pt x="725126" y="521069"/>
                  <a:pt x="643288" y="446970"/>
                  <a:pt x="627847" y="325014"/>
                </a:cubicBezTo>
                <a:cubicBezTo>
                  <a:pt x="613951" y="203059"/>
                  <a:pt x="572260" y="235477"/>
                  <a:pt x="501231" y="252459"/>
                </a:cubicBezTo>
                <a:cubicBezTo>
                  <a:pt x="430202" y="269440"/>
                  <a:pt x="138367" y="294140"/>
                  <a:pt x="42632" y="173728"/>
                </a:cubicBezTo>
                <a:cubicBezTo>
                  <a:pt x="6153" y="127995"/>
                  <a:pt x="-2967" y="79005"/>
                  <a:pt x="779" y="3310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2" name="Freeform 21"/>
          <p:cNvSpPr>
            <a:spLocks/>
          </p:cNvSpPr>
          <p:nvPr/>
        </p:nvSpPr>
        <p:spPr bwMode="auto">
          <a:xfrm>
            <a:off x="10355232" y="4167967"/>
            <a:ext cx="541118" cy="914400"/>
          </a:xfrm>
          <a:custGeom>
            <a:avLst/>
            <a:gdLst>
              <a:gd name="connsiteX0" fmla="*/ 88605 w 541118"/>
              <a:gd name="connsiteY0" fmla="*/ 0 h 914400"/>
              <a:gd name="connsiteX1" fmla="*/ 216420 w 541118"/>
              <a:gd name="connsiteY1" fmla="*/ 0 h 914400"/>
              <a:gd name="connsiteX2" fmla="*/ 206288 w 541118"/>
              <a:gd name="connsiteY2" fmla="*/ 81103 h 914400"/>
              <a:gd name="connsiteX3" fmla="*/ 481138 w 541118"/>
              <a:gd name="connsiteY3" fmla="*/ 802030 h 914400"/>
              <a:gd name="connsiteX4" fmla="*/ 541118 w 541118"/>
              <a:gd name="connsiteY4" fmla="*/ 914400 h 914400"/>
              <a:gd name="connsiteX5" fmla="*/ 88605 w 541118"/>
              <a:gd name="connsiteY5" fmla="*/ 914400 h 914400"/>
              <a:gd name="connsiteX6" fmla="*/ 0 w 541118"/>
              <a:gd name="connsiteY6" fmla="*/ 825795 h 914400"/>
              <a:gd name="connsiteX7" fmla="*/ 0 w 541118"/>
              <a:gd name="connsiteY7" fmla="*/ 88605 h 914400"/>
              <a:gd name="connsiteX8" fmla="*/ 88605 w 541118"/>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1118" h="914400">
                <a:moveTo>
                  <a:pt x="88605" y="0"/>
                </a:moveTo>
                <a:lnTo>
                  <a:pt x="216420" y="0"/>
                </a:lnTo>
                <a:lnTo>
                  <a:pt x="206288" y="81103"/>
                </a:lnTo>
                <a:cubicBezTo>
                  <a:pt x="184671" y="320383"/>
                  <a:pt x="360698" y="578188"/>
                  <a:pt x="481138" y="802030"/>
                </a:cubicBezTo>
                <a:lnTo>
                  <a:pt x="541118" y="914400"/>
                </a:lnTo>
                <a:lnTo>
                  <a:pt x="88605" y="914400"/>
                </a:lnTo>
                <a:cubicBezTo>
                  <a:pt x="39670" y="914400"/>
                  <a:pt x="0" y="874730"/>
                  <a:pt x="0" y="825795"/>
                </a:cubicBezTo>
                <a:lnTo>
                  <a:pt x="0" y="88605"/>
                </a:lnTo>
                <a:cubicBezTo>
                  <a:pt x="0" y="39670"/>
                  <a:pt x="39670" y="0"/>
                  <a:pt x="88605"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3" name="Freeform 22"/>
          <p:cNvSpPr>
            <a:spLocks/>
          </p:cNvSpPr>
          <p:nvPr/>
        </p:nvSpPr>
        <p:spPr bwMode="auto">
          <a:xfrm>
            <a:off x="8898521" y="5166893"/>
            <a:ext cx="444081" cy="766398"/>
          </a:xfrm>
          <a:custGeom>
            <a:avLst/>
            <a:gdLst>
              <a:gd name="connsiteX0" fmla="*/ 418194 w 444081"/>
              <a:gd name="connsiteY0" fmla="*/ 0 h 766398"/>
              <a:gd name="connsiteX1" fmla="*/ 437118 w 444081"/>
              <a:gd name="connsiteY1" fmla="*/ 28069 h 766398"/>
              <a:gd name="connsiteX2" fmla="*/ 444081 w 444081"/>
              <a:gd name="connsiteY2" fmla="*/ 62558 h 766398"/>
              <a:gd name="connsiteX3" fmla="*/ 444081 w 444081"/>
              <a:gd name="connsiteY3" fmla="*/ 766398 h 766398"/>
              <a:gd name="connsiteX4" fmla="*/ 404441 w 444081"/>
              <a:gd name="connsiteY4" fmla="*/ 766398 h 766398"/>
              <a:gd name="connsiteX5" fmla="*/ 0 w 444081"/>
              <a:gd name="connsiteY5" fmla="*/ 766398 h 766398"/>
              <a:gd name="connsiteX6" fmla="*/ 416257 w 444081"/>
              <a:gd name="connsiteY6" fmla="*/ 5503 h 76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4081" h="766398">
                <a:moveTo>
                  <a:pt x="418194" y="0"/>
                </a:moveTo>
                <a:lnTo>
                  <a:pt x="437118" y="28069"/>
                </a:lnTo>
                <a:cubicBezTo>
                  <a:pt x="441602" y="38670"/>
                  <a:pt x="444081" y="50325"/>
                  <a:pt x="444081" y="62558"/>
                </a:cubicBezTo>
                <a:lnTo>
                  <a:pt x="444081" y="766398"/>
                </a:lnTo>
                <a:lnTo>
                  <a:pt x="404441" y="766398"/>
                </a:lnTo>
                <a:cubicBezTo>
                  <a:pt x="278228" y="766398"/>
                  <a:pt x="143602" y="766398"/>
                  <a:pt x="0" y="766398"/>
                </a:cubicBezTo>
                <a:cubicBezTo>
                  <a:pt x="104227" y="497787"/>
                  <a:pt x="319630" y="226571"/>
                  <a:pt x="416257" y="5503"/>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4" name="Freeform 23"/>
          <p:cNvSpPr>
            <a:spLocks/>
          </p:cNvSpPr>
          <p:nvPr/>
        </p:nvSpPr>
        <p:spPr bwMode="auto">
          <a:xfrm>
            <a:off x="10355232" y="5140846"/>
            <a:ext cx="840914" cy="792445"/>
          </a:xfrm>
          <a:custGeom>
            <a:avLst/>
            <a:gdLst>
              <a:gd name="connsiteX0" fmla="*/ 88605 w 840914"/>
              <a:gd name="connsiteY0" fmla="*/ 0 h 792445"/>
              <a:gd name="connsiteX1" fmla="*/ 572304 w 840914"/>
              <a:gd name="connsiteY1" fmla="*/ 0 h 792445"/>
              <a:gd name="connsiteX2" fmla="*/ 621980 w 840914"/>
              <a:gd name="connsiteY2" fmla="*/ 96224 h 792445"/>
              <a:gd name="connsiteX3" fmla="*/ 840914 w 840914"/>
              <a:gd name="connsiteY3" fmla="*/ 792445 h 792445"/>
              <a:gd name="connsiteX4" fmla="*/ 94298 w 840914"/>
              <a:gd name="connsiteY4" fmla="*/ 792445 h 792445"/>
              <a:gd name="connsiteX5" fmla="*/ 0 w 840914"/>
              <a:gd name="connsiteY5" fmla="*/ 792445 h 792445"/>
              <a:gd name="connsiteX6" fmla="*/ 0 w 840914"/>
              <a:gd name="connsiteY6" fmla="*/ 88605 h 792445"/>
              <a:gd name="connsiteX7" fmla="*/ 88605 w 840914"/>
              <a:gd name="connsiteY7" fmla="*/ 0 h 792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914" h="792445">
                <a:moveTo>
                  <a:pt x="88605" y="0"/>
                </a:moveTo>
                <a:lnTo>
                  <a:pt x="572304" y="0"/>
                </a:lnTo>
                <a:lnTo>
                  <a:pt x="621980" y="96224"/>
                </a:lnTo>
                <a:cubicBezTo>
                  <a:pt x="707374" y="268297"/>
                  <a:pt x="795556" y="487556"/>
                  <a:pt x="840914" y="792445"/>
                </a:cubicBezTo>
                <a:cubicBezTo>
                  <a:pt x="840914" y="792445"/>
                  <a:pt x="840914" y="792445"/>
                  <a:pt x="94298" y="792445"/>
                </a:cubicBezTo>
                <a:lnTo>
                  <a:pt x="0" y="792445"/>
                </a:lnTo>
                <a:lnTo>
                  <a:pt x="0" y="88605"/>
                </a:lnTo>
                <a:cubicBezTo>
                  <a:pt x="0" y="39670"/>
                  <a:pt x="39670" y="0"/>
                  <a:pt x="8860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5" name="Freeform 24"/>
          <p:cNvSpPr>
            <a:spLocks/>
          </p:cNvSpPr>
          <p:nvPr/>
        </p:nvSpPr>
        <p:spPr bwMode="auto">
          <a:xfrm>
            <a:off x="9391717" y="5140846"/>
            <a:ext cx="914400" cy="792445"/>
          </a:xfrm>
          <a:custGeom>
            <a:avLst/>
            <a:gdLst>
              <a:gd name="connsiteX0" fmla="*/ 88605 w 914400"/>
              <a:gd name="connsiteY0" fmla="*/ 0 h 792445"/>
              <a:gd name="connsiteX1" fmla="*/ 825795 w 914400"/>
              <a:gd name="connsiteY1" fmla="*/ 0 h 792445"/>
              <a:gd name="connsiteX2" fmla="*/ 914400 w 914400"/>
              <a:gd name="connsiteY2" fmla="*/ 88605 h 792445"/>
              <a:gd name="connsiteX3" fmla="*/ 914400 w 914400"/>
              <a:gd name="connsiteY3" fmla="*/ 792445 h 792445"/>
              <a:gd name="connsiteX4" fmla="*/ 835119 w 914400"/>
              <a:gd name="connsiteY4" fmla="*/ 792445 h 792445"/>
              <a:gd name="connsiteX5" fmla="*/ 94323 w 914400"/>
              <a:gd name="connsiteY5" fmla="*/ 792445 h 792445"/>
              <a:gd name="connsiteX6" fmla="*/ 0 w 914400"/>
              <a:gd name="connsiteY6" fmla="*/ 792445 h 792445"/>
              <a:gd name="connsiteX7" fmla="*/ 0 w 914400"/>
              <a:gd name="connsiteY7" fmla="*/ 88605 h 792445"/>
              <a:gd name="connsiteX8" fmla="*/ 88605 w 914400"/>
              <a:gd name="connsiteY8" fmla="*/ 0 h 792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792445">
                <a:moveTo>
                  <a:pt x="88605" y="0"/>
                </a:moveTo>
                <a:lnTo>
                  <a:pt x="825795" y="0"/>
                </a:lnTo>
                <a:cubicBezTo>
                  <a:pt x="874730" y="0"/>
                  <a:pt x="914400" y="39670"/>
                  <a:pt x="914400" y="88605"/>
                </a:cubicBezTo>
                <a:lnTo>
                  <a:pt x="914400" y="792445"/>
                </a:lnTo>
                <a:lnTo>
                  <a:pt x="835119" y="792445"/>
                </a:lnTo>
                <a:cubicBezTo>
                  <a:pt x="633179" y="792445"/>
                  <a:pt x="389169" y="792445"/>
                  <a:pt x="94323" y="792445"/>
                </a:cubicBezTo>
                <a:lnTo>
                  <a:pt x="0" y="792445"/>
                </a:lnTo>
                <a:lnTo>
                  <a:pt x="0" y="88605"/>
                </a:lnTo>
                <a:cubicBezTo>
                  <a:pt x="0" y="39670"/>
                  <a:pt x="39670" y="0"/>
                  <a:pt x="8860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6" name="Oval 25"/>
          <p:cNvSpPr/>
          <p:nvPr/>
        </p:nvSpPr>
        <p:spPr>
          <a:xfrm>
            <a:off x="4949405" y="2870799"/>
            <a:ext cx="489093" cy="48909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27" name="TextBox 26"/>
          <p:cNvSpPr txBox="1"/>
          <p:nvPr/>
        </p:nvSpPr>
        <p:spPr>
          <a:xfrm>
            <a:off x="5487613" y="2862698"/>
            <a:ext cx="2495107"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8" name="Oval 27"/>
          <p:cNvSpPr/>
          <p:nvPr/>
        </p:nvSpPr>
        <p:spPr>
          <a:xfrm>
            <a:off x="4949405" y="3718876"/>
            <a:ext cx="489093" cy="4890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29" name="TextBox 28"/>
          <p:cNvSpPr txBox="1"/>
          <p:nvPr/>
        </p:nvSpPr>
        <p:spPr>
          <a:xfrm>
            <a:off x="5487613" y="3710775"/>
            <a:ext cx="2495107"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0" name="Oval 29"/>
          <p:cNvSpPr/>
          <p:nvPr/>
        </p:nvSpPr>
        <p:spPr>
          <a:xfrm>
            <a:off x="4949405" y="4566953"/>
            <a:ext cx="489093" cy="48909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1" name="TextBox 30"/>
          <p:cNvSpPr txBox="1"/>
          <p:nvPr/>
        </p:nvSpPr>
        <p:spPr>
          <a:xfrm>
            <a:off x="5487613" y="4558852"/>
            <a:ext cx="2495107"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2" name="Oval 31"/>
          <p:cNvSpPr/>
          <p:nvPr/>
        </p:nvSpPr>
        <p:spPr>
          <a:xfrm>
            <a:off x="4949405" y="5406929"/>
            <a:ext cx="489093" cy="4890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3" name="TextBox 32"/>
          <p:cNvSpPr txBox="1"/>
          <p:nvPr/>
        </p:nvSpPr>
        <p:spPr>
          <a:xfrm>
            <a:off x="5487613" y="5398828"/>
            <a:ext cx="2495107"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4" name="extBox 3"/>
          <p:cNvSpPr txBox="1"/>
          <p:nvPr/>
        </p:nvSpPr>
        <p:spPr>
          <a:xfrm>
            <a:off x="819116" y="1992858"/>
            <a:ext cx="3459694" cy="12772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35" name="Oval 34"/>
          <p:cNvSpPr/>
          <p:nvPr/>
        </p:nvSpPr>
        <p:spPr>
          <a:xfrm>
            <a:off x="4944840" y="2003984"/>
            <a:ext cx="489093" cy="4890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6" name="TextBox 35"/>
          <p:cNvSpPr txBox="1"/>
          <p:nvPr/>
        </p:nvSpPr>
        <p:spPr>
          <a:xfrm>
            <a:off x="5483048" y="1995883"/>
            <a:ext cx="2495107"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7" name="Freeform 36"/>
          <p:cNvSpPr/>
          <p:nvPr/>
        </p:nvSpPr>
        <p:spPr>
          <a:xfrm>
            <a:off x="914400" y="4264721"/>
            <a:ext cx="803807" cy="1205708"/>
          </a:xfrm>
          <a:custGeom>
            <a:avLst/>
            <a:gdLst>
              <a:gd name="connsiteX0" fmla="*/ 643629 w 1287247"/>
              <a:gd name="connsiteY0" fmla="*/ 0 h 1930866"/>
              <a:gd name="connsiteX1" fmla="*/ 878070 w 1287247"/>
              <a:gd name="connsiteY1" fmla="*/ 40856 h 1930866"/>
              <a:gd name="connsiteX2" fmla="*/ 1084231 w 1287247"/>
              <a:gd name="connsiteY2" fmla="*/ 152731 h 1930866"/>
              <a:gd name="connsiteX3" fmla="*/ 1231305 w 1287247"/>
              <a:gd name="connsiteY3" fmla="*/ 331240 h 1930866"/>
              <a:gd name="connsiteX4" fmla="*/ 1287247 w 1287247"/>
              <a:gd name="connsiteY4" fmla="*/ 563169 h 1930866"/>
              <a:gd name="connsiteX5" fmla="*/ 1157763 w 1287247"/>
              <a:gd name="connsiteY5" fmla="*/ 900065 h 1930866"/>
              <a:gd name="connsiteX6" fmla="*/ 1064118 w 1287247"/>
              <a:gd name="connsiteY6" fmla="*/ 1009427 h 1930866"/>
              <a:gd name="connsiteX7" fmla="*/ 989315 w 1287247"/>
              <a:gd name="connsiteY7" fmla="*/ 1129481 h 1930866"/>
              <a:gd name="connsiteX8" fmla="*/ 946577 w 1287247"/>
              <a:gd name="connsiteY8" fmla="*/ 1264612 h 1930866"/>
              <a:gd name="connsiteX9" fmla="*/ 1005663 w 1287247"/>
              <a:gd name="connsiteY9" fmla="*/ 1367697 h 1930866"/>
              <a:gd name="connsiteX10" fmla="*/ 974238 w 1287247"/>
              <a:gd name="connsiteY10" fmla="*/ 1448147 h 1930866"/>
              <a:gd name="connsiteX11" fmla="*/ 1005663 w 1287247"/>
              <a:gd name="connsiteY11" fmla="*/ 1528597 h 1930866"/>
              <a:gd name="connsiteX12" fmla="*/ 949090 w 1287247"/>
              <a:gd name="connsiteY12" fmla="*/ 1630421 h 1930866"/>
              <a:gd name="connsiteX13" fmla="*/ 965438 w 1287247"/>
              <a:gd name="connsiteY13" fmla="*/ 1689507 h 1930866"/>
              <a:gd name="connsiteX14" fmla="*/ 925834 w 1287247"/>
              <a:gd name="connsiteY14" fmla="*/ 1778756 h 1930866"/>
              <a:gd name="connsiteX15" fmla="*/ 828415 w 1287247"/>
              <a:gd name="connsiteY15" fmla="*/ 1810182 h 1930866"/>
              <a:gd name="connsiteX16" fmla="*/ 752991 w 1287247"/>
              <a:gd name="connsiteY16" fmla="*/ 1898180 h 1930866"/>
              <a:gd name="connsiteX17" fmla="*/ 643629 w 1287247"/>
              <a:gd name="connsiteY17" fmla="*/ 1930866 h 1930866"/>
              <a:gd name="connsiteX18" fmla="*/ 534257 w 1287247"/>
              <a:gd name="connsiteY18" fmla="*/ 1898180 h 1930866"/>
              <a:gd name="connsiteX19" fmla="*/ 458832 w 1287247"/>
              <a:gd name="connsiteY19" fmla="*/ 1810182 h 1930866"/>
              <a:gd name="connsiteX20" fmla="*/ 361414 w 1287247"/>
              <a:gd name="connsiteY20" fmla="*/ 1778756 h 1930866"/>
              <a:gd name="connsiteX21" fmla="*/ 321810 w 1287247"/>
              <a:gd name="connsiteY21" fmla="*/ 1689507 h 1930866"/>
              <a:gd name="connsiteX22" fmla="*/ 338158 w 1287247"/>
              <a:gd name="connsiteY22" fmla="*/ 1630421 h 1930866"/>
              <a:gd name="connsiteX23" fmla="*/ 281585 w 1287247"/>
              <a:gd name="connsiteY23" fmla="*/ 1528597 h 1930866"/>
              <a:gd name="connsiteX24" fmla="*/ 313010 w 1287247"/>
              <a:gd name="connsiteY24" fmla="*/ 1448147 h 1930866"/>
              <a:gd name="connsiteX25" fmla="*/ 281585 w 1287247"/>
              <a:gd name="connsiteY25" fmla="*/ 1367697 h 1930866"/>
              <a:gd name="connsiteX26" fmla="*/ 340670 w 1287247"/>
              <a:gd name="connsiteY26" fmla="*/ 1264612 h 1930866"/>
              <a:gd name="connsiteX27" fmla="*/ 297933 w 1287247"/>
              <a:gd name="connsiteY27" fmla="*/ 1129481 h 1930866"/>
              <a:gd name="connsiteX28" fmla="*/ 223129 w 1287247"/>
              <a:gd name="connsiteY28" fmla="*/ 1009427 h 1930866"/>
              <a:gd name="connsiteX29" fmla="*/ 129485 w 1287247"/>
              <a:gd name="connsiteY29" fmla="*/ 900065 h 1930866"/>
              <a:gd name="connsiteX30" fmla="*/ 0 w 1287247"/>
              <a:gd name="connsiteY30" fmla="*/ 563169 h 1930866"/>
              <a:gd name="connsiteX31" fmla="*/ 55943 w 1287247"/>
              <a:gd name="connsiteY31" fmla="*/ 331240 h 1930866"/>
              <a:gd name="connsiteX32" fmla="*/ 203017 w 1287247"/>
              <a:gd name="connsiteY32" fmla="*/ 152731 h 1930866"/>
              <a:gd name="connsiteX33" fmla="*/ 409177 w 1287247"/>
              <a:gd name="connsiteY33" fmla="*/ 40856 h 1930866"/>
              <a:gd name="connsiteX34" fmla="*/ 643629 w 1287247"/>
              <a:gd name="connsiteY34" fmla="*/ 0 h 1930866"/>
              <a:gd name="connsiteX35" fmla="*/ 643629 w 1287247"/>
              <a:gd name="connsiteY35" fmla="*/ 160900 h 1930866"/>
              <a:gd name="connsiteX36" fmla="*/ 472037 w 1287247"/>
              <a:gd name="connsiteY36" fmla="*/ 189191 h 1930866"/>
              <a:gd name="connsiteX37" fmla="*/ 317415 w 1287247"/>
              <a:gd name="connsiteY37" fmla="*/ 267128 h 1930866"/>
              <a:gd name="connsiteX38" fmla="*/ 204278 w 1287247"/>
              <a:gd name="connsiteY38" fmla="*/ 394721 h 1930866"/>
              <a:gd name="connsiteX39" fmla="*/ 160910 w 1287247"/>
              <a:gd name="connsiteY39" fmla="*/ 563169 h 1930866"/>
              <a:gd name="connsiteX40" fmla="*/ 246385 w 1287247"/>
              <a:gd name="connsiteY40" fmla="*/ 789442 h 1930866"/>
              <a:gd name="connsiteX41" fmla="*/ 284728 w 1287247"/>
              <a:gd name="connsiteY41" fmla="*/ 830928 h 1930866"/>
              <a:gd name="connsiteX42" fmla="*/ 323071 w 1287247"/>
              <a:gd name="connsiteY42" fmla="*/ 872404 h 1930866"/>
              <a:gd name="connsiteX43" fmla="*/ 500319 w 1287247"/>
              <a:gd name="connsiteY43" fmla="*/ 1247013 h 1930866"/>
              <a:gd name="connsiteX44" fmla="*/ 786929 w 1287247"/>
              <a:gd name="connsiteY44" fmla="*/ 1247013 h 1930866"/>
              <a:gd name="connsiteX45" fmla="*/ 964177 w 1287247"/>
              <a:gd name="connsiteY45" fmla="*/ 872404 h 1930866"/>
              <a:gd name="connsiteX46" fmla="*/ 1002519 w 1287247"/>
              <a:gd name="connsiteY46" fmla="*/ 830928 h 1930866"/>
              <a:gd name="connsiteX47" fmla="*/ 1040862 w 1287247"/>
              <a:gd name="connsiteY47" fmla="*/ 789442 h 1930866"/>
              <a:gd name="connsiteX48" fmla="*/ 1126338 w 1287247"/>
              <a:gd name="connsiteY48" fmla="*/ 563169 h 1930866"/>
              <a:gd name="connsiteX49" fmla="*/ 1082969 w 1287247"/>
              <a:gd name="connsiteY49" fmla="*/ 394721 h 1930866"/>
              <a:gd name="connsiteX50" fmla="*/ 969833 w 1287247"/>
              <a:gd name="connsiteY50" fmla="*/ 267128 h 1930866"/>
              <a:gd name="connsiteX51" fmla="*/ 815210 w 1287247"/>
              <a:gd name="connsiteY51" fmla="*/ 189191 h 1930866"/>
              <a:gd name="connsiteX52" fmla="*/ 643629 w 1287247"/>
              <a:gd name="connsiteY52" fmla="*/ 160900 h 193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87247" h="1930866">
                <a:moveTo>
                  <a:pt x="643629" y="0"/>
                </a:moveTo>
                <a:cubicBezTo>
                  <a:pt x="723241" y="0"/>
                  <a:pt x="801385" y="13619"/>
                  <a:pt x="878070" y="40856"/>
                </a:cubicBezTo>
                <a:cubicBezTo>
                  <a:pt x="954746" y="68093"/>
                  <a:pt x="1023469" y="105381"/>
                  <a:pt x="1084231" y="152731"/>
                </a:cubicBezTo>
                <a:cubicBezTo>
                  <a:pt x="1144982" y="200080"/>
                  <a:pt x="1194016" y="259580"/>
                  <a:pt x="1231305" y="331240"/>
                </a:cubicBezTo>
                <a:cubicBezTo>
                  <a:pt x="1268603" y="402890"/>
                  <a:pt x="1287247" y="480196"/>
                  <a:pt x="1287247" y="563169"/>
                </a:cubicBezTo>
                <a:cubicBezTo>
                  <a:pt x="1287247" y="693067"/>
                  <a:pt x="1244086" y="805366"/>
                  <a:pt x="1157763" y="900065"/>
                </a:cubicBezTo>
                <a:cubicBezTo>
                  <a:pt x="1120051" y="941128"/>
                  <a:pt x="1088842" y="977578"/>
                  <a:pt x="1064118" y="1009427"/>
                </a:cubicBezTo>
                <a:cubicBezTo>
                  <a:pt x="1039394" y="1041276"/>
                  <a:pt x="1014463" y="1081294"/>
                  <a:pt x="989315" y="1129481"/>
                </a:cubicBezTo>
                <a:cubicBezTo>
                  <a:pt x="964177" y="1177669"/>
                  <a:pt x="949927" y="1222712"/>
                  <a:pt x="946577" y="1264612"/>
                </a:cubicBezTo>
                <a:cubicBezTo>
                  <a:pt x="985964" y="1288075"/>
                  <a:pt x="1005663" y="1322437"/>
                  <a:pt x="1005663" y="1367697"/>
                </a:cubicBezTo>
                <a:cubicBezTo>
                  <a:pt x="1005663" y="1398699"/>
                  <a:pt x="995188" y="1425522"/>
                  <a:pt x="974238" y="1448147"/>
                </a:cubicBezTo>
                <a:cubicBezTo>
                  <a:pt x="995188" y="1470773"/>
                  <a:pt x="1005663" y="1497596"/>
                  <a:pt x="1005663" y="1528597"/>
                </a:cubicBezTo>
                <a:cubicBezTo>
                  <a:pt x="1005663" y="1572182"/>
                  <a:pt x="986802" y="1606120"/>
                  <a:pt x="949090" y="1630421"/>
                </a:cubicBezTo>
                <a:cubicBezTo>
                  <a:pt x="959989" y="1649696"/>
                  <a:pt x="965438" y="1669394"/>
                  <a:pt x="965438" y="1689507"/>
                </a:cubicBezTo>
                <a:cubicBezTo>
                  <a:pt x="965438" y="1728056"/>
                  <a:pt x="952233" y="1757806"/>
                  <a:pt x="925834" y="1778756"/>
                </a:cubicBezTo>
                <a:cubicBezTo>
                  <a:pt x="899434" y="1799706"/>
                  <a:pt x="866965" y="1810182"/>
                  <a:pt x="828415" y="1810182"/>
                </a:cubicBezTo>
                <a:cubicBezTo>
                  <a:pt x="811653" y="1847056"/>
                  <a:pt x="786515" y="1876392"/>
                  <a:pt x="752991" y="1898180"/>
                </a:cubicBezTo>
                <a:cubicBezTo>
                  <a:pt x="719467" y="1919967"/>
                  <a:pt x="683016" y="1930866"/>
                  <a:pt x="643629" y="1930866"/>
                </a:cubicBezTo>
                <a:cubicBezTo>
                  <a:pt x="604231" y="1930866"/>
                  <a:pt x="567781" y="1919967"/>
                  <a:pt x="534257" y="1898180"/>
                </a:cubicBezTo>
                <a:cubicBezTo>
                  <a:pt x="500733" y="1876392"/>
                  <a:pt x="475594" y="1847056"/>
                  <a:pt x="458832" y="1810182"/>
                </a:cubicBezTo>
                <a:cubicBezTo>
                  <a:pt x="420283" y="1810182"/>
                  <a:pt x="387813" y="1799706"/>
                  <a:pt x="361414" y="1778756"/>
                </a:cubicBezTo>
                <a:cubicBezTo>
                  <a:pt x="335014" y="1757806"/>
                  <a:pt x="321810" y="1728056"/>
                  <a:pt x="321810" y="1689507"/>
                </a:cubicBezTo>
                <a:cubicBezTo>
                  <a:pt x="321810" y="1669394"/>
                  <a:pt x="327259" y="1649696"/>
                  <a:pt x="338158" y="1630421"/>
                </a:cubicBezTo>
                <a:cubicBezTo>
                  <a:pt x="300446" y="1606120"/>
                  <a:pt x="281585" y="1572182"/>
                  <a:pt x="281585" y="1528597"/>
                </a:cubicBezTo>
                <a:cubicBezTo>
                  <a:pt x="281585" y="1497596"/>
                  <a:pt x="292060" y="1470773"/>
                  <a:pt x="313010" y="1448147"/>
                </a:cubicBezTo>
                <a:cubicBezTo>
                  <a:pt x="292060" y="1425522"/>
                  <a:pt x="281585" y="1398699"/>
                  <a:pt x="281585" y="1367697"/>
                </a:cubicBezTo>
                <a:cubicBezTo>
                  <a:pt x="281585" y="1322437"/>
                  <a:pt x="301283" y="1288075"/>
                  <a:pt x="340670" y="1264612"/>
                </a:cubicBezTo>
                <a:cubicBezTo>
                  <a:pt x="337320" y="1222712"/>
                  <a:pt x="323071" y="1177669"/>
                  <a:pt x="297933" y="1129481"/>
                </a:cubicBezTo>
                <a:cubicBezTo>
                  <a:pt x="272785" y="1081294"/>
                  <a:pt x="247854" y="1041276"/>
                  <a:pt x="223129" y="1009427"/>
                </a:cubicBezTo>
                <a:cubicBezTo>
                  <a:pt x="198415" y="977578"/>
                  <a:pt x="167197" y="941128"/>
                  <a:pt x="129485" y="900065"/>
                </a:cubicBezTo>
                <a:cubicBezTo>
                  <a:pt x="43162" y="805366"/>
                  <a:pt x="0" y="693067"/>
                  <a:pt x="0" y="563169"/>
                </a:cubicBezTo>
                <a:cubicBezTo>
                  <a:pt x="0" y="480196"/>
                  <a:pt x="18644" y="402890"/>
                  <a:pt x="55943" y="331240"/>
                </a:cubicBezTo>
                <a:cubicBezTo>
                  <a:pt x="93231" y="259580"/>
                  <a:pt x="142266" y="200080"/>
                  <a:pt x="203017" y="152731"/>
                </a:cubicBezTo>
                <a:cubicBezTo>
                  <a:pt x="263778" y="105381"/>
                  <a:pt x="332501" y="68093"/>
                  <a:pt x="409177" y="40856"/>
                </a:cubicBezTo>
                <a:cubicBezTo>
                  <a:pt x="485863" y="13619"/>
                  <a:pt x="564007" y="0"/>
                  <a:pt x="643629" y="0"/>
                </a:cubicBezTo>
                <a:close/>
                <a:moveTo>
                  <a:pt x="643629" y="160900"/>
                </a:moveTo>
                <a:cubicBezTo>
                  <a:pt x="585794" y="160900"/>
                  <a:pt x="528600" y="170330"/>
                  <a:pt x="472037" y="189191"/>
                </a:cubicBezTo>
                <a:cubicBezTo>
                  <a:pt x="415464" y="208042"/>
                  <a:pt x="363926" y="234028"/>
                  <a:pt x="317415" y="267128"/>
                </a:cubicBezTo>
                <a:cubicBezTo>
                  <a:pt x="270903" y="300229"/>
                  <a:pt x="233191" y="342760"/>
                  <a:pt x="204278" y="394721"/>
                </a:cubicBezTo>
                <a:cubicBezTo>
                  <a:pt x="175366" y="446682"/>
                  <a:pt x="160910" y="502832"/>
                  <a:pt x="160910" y="563169"/>
                </a:cubicBezTo>
                <a:cubicBezTo>
                  <a:pt x="160910" y="647807"/>
                  <a:pt x="189398" y="723231"/>
                  <a:pt x="246385" y="789442"/>
                </a:cubicBezTo>
                <a:cubicBezTo>
                  <a:pt x="254771" y="798655"/>
                  <a:pt x="267552" y="812491"/>
                  <a:pt x="284728" y="830928"/>
                </a:cubicBezTo>
                <a:cubicBezTo>
                  <a:pt x="301914" y="849365"/>
                  <a:pt x="314695" y="863191"/>
                  <a:pt x="323071" y="872404"/>
                </a:cubicBezTo>
                <a:cubicBezTo>
                  <a:pt x="430344" y="1000628"/>
                  <a:pt x="489420" y="1125500"/>
                  <a:pt x="500319" y="1247013"/>
                </a:cubicBezTo>
                <a:lnTo>
                  <a:pt x="786929" y="1247013"/>
                </a:lnTo>
                <a:cubicBezTo>
                  <a:pt x="797827" y="1125500"/>
                  <a:pt x="856904" y="1000628"/>
                  <a:pt x="964177" y="872404"/>
                </a:cubicBezTo>
                <a:cubicBezTo>
                  <a:pt x="972563" y="863191"/>
                  <a:pt x="985334" y="849365"/>
                  <a:pt x="1002519" y="830928"/>
                </a:cubicBezTo>
                <a:cubicBezTo>
                  <a:pt x="1019695" y="812491"/>
                  <a:pt x="1032476" y="798655"/>
                  <a:pt x="1040862" y="789442"/>
                </a:cubicBezTo>
                <a:cubicBezTo>
                  <a:pt x="1097849" y="723231"/>
                  <a:pt x="1126338" y="647807"/>
                  <a:pt x="1126338" y="563169"/>
                </a:cubicBezTo>
                <a:cubicBezTo>
                  <a:pt x="1126338" y="502832"/>
                  <a:pt x="1111881" y="446682"/>
                  <a:pt x="1082969" y="394721"/>
                </a:cubicBezTo>
                <a:cubicBezTo>
                  <a:pt x="1054057" y="342760"/>
                  <a:pt x="1016345" y="300229"/>
                  <a:pt x="969833" y="267128"/>
                </a:cubicBezTo>
                <a:cubicBezTo>
                  <a:pt x="923321" y="234028"/>
                  <a:pt x="871783" y="208042"/>
                  <a:pt x="815210" y="189191"/>
                </a:cubicBezTo>
                <a:cubicBezTo>
                  <a:pt x="758647" y="170330"/>
                  <a:pt x="701453" y="160900"/>
                  <a:pt x="643629" y="16090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extBox 3"/>
          <p:cNvSpPr txBox="1"/>
          <p:nvPr/>
        </p:nvSpPr>
        <p:spPr>
          <a:xfrm>
            <a:off x="1904375" y="4166731"/>
            <a:ext cx="2327036" cy="1831271"/>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75%  </a:t>
            </a:r>
            <a:r>
              <a:rPr lang="en-US" sz="900">
                <a:solidFill>
                  <a:schemeClr val="accent6"/>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1104046670"/>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78</a:t>
            </a:r>
          </a:p>
        </p:txBody>
      </p:sp>
      <p:sp>
        <p:nvSpPr>
          <p:cNvPr id="12" name="Freeform 11"/>
          <p:cNvSpPr/>
          <p:nvPr/>
        </p:nvSpPr>
        <p:spPr>
          <a:xfrm>
            <a:off x="7866657" y="1979702"/>
            <a:ext cx="2521351" cy="914400"/>
          </a:xfrm>
          <a:custGeom>
            <a:avLst/>
            <a:gdLst>
              <a:gd name="connsiteX0" fmla="*/ 1582142 w 2521351"/>
              <a:gd name="connsiteY0" fmla="*/ 0 h 914400"/>
              <a:gd name="connsiteX1" fmla="*/ 2453857 w 2521351"/>
              <a:gd name="connsiteY1" fmla="*/ 220726 h 914400"/>
              <a:gd name="connsiteX2" fmla="*/ 2521351 w 2521351"/>
              <a:gd name="connsiteY2" fmla="*/ 261730 h 914400"/>
              <a:gd name="connsiteX3" fmla="*/ 2521351 w 2521351"/>
              <a:gd name="connsiteY3" fmla="*/ 914400 h 914400"/>
              <a:gd name="connsiteX4" fmla="*/ 0 w 2521351"/>
              <a:gd name="connsiteY4" fmla="*/ 914400 h 914400"/>
              <a:gd name="connsiteX5" fmla="*/ 65672 w 2521351"/>
              <a:gd name="connsiteY5" fmla="*/ 806301 h 914400"/>
              <a:gd name="connsiteX6" fmla="*/ 1582142 w 2521351"/>
              <a:gd name="connsiteY6"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1351" h="914400">
                <a:moveTo>
                  <a:pt x="1582142" y="0"/>
                </a:moveTo>
                <a:cubicBezTo>
                  <a:pt x="1897773" y="0"/>
                  <a:pt x="2194729" y="79959"/>
                  <a:pt x="2453857" y="220726"/>
                </a:cubicBezTo>
                <a:lnTo>
                  <a:pt x="2521351" y="261730"/>
                </a:lnTo>
                <a:lnTo>
                  <a:pt x="2521351" y="914400"/>
                </a:lnTo>
                <a:lnTo>
                  <a:pt x="0" y="914400"/>
                </a:lnTo>
                <a:lnTo>
                  <a:pt x="65672" y="806301"/>
                </a:lnTo>
                <a:cubicBezTo>
                  <a:pt x="394320" y="319837"/>
                  <a:pt x="950880" y="0"/>
                  <a:pt x="1582142" y="0"/>
                </a:cubicBezTo>
                <a:close/>
              </a:path>
            </a:pathLst>
          </a:custGeom>
          <a:solidFill>
            <a:schemeClr val="accent6"/>
          </a:solid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12"/>
          <p:cNvSpPr/>
          <p:nvPr/>
        </p:nvSpPr>
        <p:spPr>
          <a:xfrm>
            <a:off x="10388007" y="2241431"/>
            <a:ext cx="889593" cy="2481472"/>
          </a:xfrm>
          <a:custGeom>
            <a:avLst/>
            <a:gdLst>
              <a:gd name="connsiteX0" fmla="*/ 0 w 889593"/>
              <a:gd name="connsiteY0" fmla="*/ 0 h 2481472"/>
              <a:gd name="connsiteX1" fmla="*/ 83292 w 889593"/>
              <a:gd name="connsiteY1" fmla="*/ 50602 h 2481472"/>
              <a:gd name="connsiteX2" fmla="*/ 889593 w 889593"/>
              <a:gd name="connsiteY2" fmla="*/ 1567072 h 2481472"/>
              <a:gd name="connsiteX3" fmla="*/ 668867 w 889593"/>
              <a:gd name="connsiteY3" fmla="*/ 2438787 h 2481472"/>
              <a:gd name="connsiteX4" fmla="*/ 642935 w 889593"/>
              <a:gd name="connsiteY4" fmla="*/ 2481472 h 2481472"/>
              <a:gd name="connsiteX5" fmla="*/ 0 w 889593"/>
              <a:gd name="connsiteY5" fmla="*/ 2481472 h 2481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9593" h="2481472">
                <a:moveTo>
                  <a:pt x="0" y="0"/>
                </a:moveTo>
                <a:lnTo>
                  <a:pt x="83292" y="50602"/>
                </a:lnTo>
                <a:cubicBezTo>
                  <a:pt x="569757" y="379250"/>
                  <a:pt x="889593" y="935810"/>
                  <a:pt x="889593" y="1567072"/>
                </a:cubicBezTo>
                <a:cubicBezTo>
                  <a:pt x="889593" y="1882703"/>
                  <a:pt x="809634" y="2179659"/>
                  <a:pt x="668867" y="2438787"/>
                </a:cubicBezTo>
                <a:lnTo>
                  <a:pt x="642935" y="2481472"/>
                </a:lnTo>
                <a:lnTo>
                  <a:pt x="0" y="2481472"/>
                </a:lnTo>
                <a:close/>
              </a:path>
            </a:pathLst>
          </a:custGeom>
          <a:solidFill>
            <a:schemeClr val="tx1">
              <a:lumMod val="65000"/>
              <a:lumOff val="35000"/>
            </a:schemeClr>
          </a:solidFill>
          <a:ln>
            <a:noFill/>
          </a:ln>
          <a:effectLst>
            <a:innerShdw blurRad="63500" dist="508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8534397" y="4722903"/>
            <a:ext cx="2496545" cy="914400"/>
          </a:xfrm>
          <a:custGeom>
            <a:avLst/>
            <a:gdLst>
              <a:gd name="connsiteX0" fmla="*/ 0 w 2496545"/>
              <a:gd name="connsiteY0" fmla="*/ 0 h 914400"/>
              <a:gd name="connsiteX1" fmla="*/ 2496545 w 2496545"/>
              <a:gd name="connsiteY1" fmla="*/ 0 h 914400"/>
              <a:gd name="connsiteX2" fmla="*/ 2430873 w 2496545"/>
              <a:gd name="connsiteY2" fmla="*/ 108100 h 914400"/>
              <a:gd name="connsiteX3" fmla="*/ 1101387 w 2496545"/>
              <a:gd name="connsiteY3" fmla="*/ 904959 h 914400"/>
              <a:gd name="connsiteX4" fmla="*/ 914422 w 2496545"/>
              <a:gd name="connsiteY4" fmla="*/ 914400 h 914400"/>
              <a:gd name="connsiteX5" fmla="*/ 914383 w 2496545"/>
              <a:gd name="connsiteY5" fmla="*/ 914400 h 914400"/>
              <a:gd name="connsiteX6" fmla="*/ 727418 w 2496545"/>
              <a:gd name="connsiteY6" fmla="*/ 904959 h 914400"/>
              <a:gd name="connsiteX7" fmla="*/ 42687 w 2496545"/>
              <a:gd name="connsiteY7" fmla="*/ 693675 h 914400"/>
              <a:gd name="connsiteX8" fmla="*/ 0 w 2496545"/>
              <a:gd name="connsiteY8" fmla="*/ 667742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96545" h="914400">
                <a:moveTo>
                  <a:pt x="0" y="0"/>
                </a:moveTo>
                <a:lnTo>
                  <a:pt x="2496545" y="0"/>
                </a:lnTo>
                <a:lnTo>
                  <a:pt x="2430873" y="108100"/>
                </a:lnTo>
                <a:cubicBezTo>
                  <a:pt x="2135089" y="545918"/>
                  <a:pt x="1654697" y="848768"/>
                  <a:pt x="1101387" y="904959"/>
                </a:cubicBezTo>
                <a:lnTo>
                  <a:pt x="914422" y="914400"/>
                </a:lnTo>
                <a:lnTo>
                  <a:pt x="914383" y="914400"/>
                </a:lnTo>
                <a:lnTo>
                  <a:pt x="727418" y="904959"/>
                </a:lnTo>
                <a:cubicBezTo>
                  <a:pt x="481502" y="879985"/>
                  <a:pt x="249990" y="806289"/>
                  <a:pt x="42687" y="693675"/>
                </a:cubicBezTo>
                <a:lnTo>
                  <a:pt x="0" y="667742"/>
                </a:lnTo>
                <a:close/>
              </a:path>
            </a:pathLst>
          </a:custGeom>
          <a:solidFill>
            <a:schemeClr val="accent6"/>
          </a:solidFill>
          <a:ln>
            <a:noFill/>
          </a:ln>
          <a:effectLst>
            <a:innerShdw blurRad="63500" dist="50800" dir="108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7619998" y="2894103"/>
            <a:ext cx="914400" cy="2496543"/>
          </a:xfrm>
          <a:custGeom>
            <a:avLst/>
            <a:gdLst>
              <a:gd name="connsiteX0" fmla="*/ 246658 w 914400"/>
              <a:gd name="connsiteY0" fmla="*/ 0 h 2496543"/>
              <a:gd name="connsiteX1" fmla="*/ 914400 w 914400"/>
              <a:gd name="connsiteY1" fmla="*/ 0 h 2496543"/>
              <a:gd name="connsiteX2" fmla="*/ 914400 w 914400"/>
              <a:gd name="connsiteY2" fmla="*/ 2496543 h 2496543"/>
              <a:gd name="connsiteX3" fmla="*/ 806301 w 914400"/>
              <a:gd name="connsiteY3" fmla="*/ 2430871 h 2496543"/>
              <a:gd name="connsiteX4" fmla="*/ 0 w 914400"/>
              <a:gd name="connsiteY4" fmla="*/ 914400 h 2496543"/>
              <a:gd name="connsiteX5" fmla="*/ 220727 w 914400"/>
              <a:gd name="connsiteY5" fmla="*/ 42685 h 2496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 h="2496543">
                <a:moveTo>
                  <a:pt x="246658" y="0"/>
                </a:moveTo>
                <a:lnTo>
                  <a:pt x="914400" y="0"/>
                </a:lnTo>
                <a:lnTo>
                  <a:pt x="914400" y="2496543"/>
                </a:lnTo>
                <a:lnTo>
                  <a:pt x="806301" y="2430871"/>
                </a:lnTo>
                <a:cubicBezTo>
                  <a:pt x="319837" y="2102222"/>
                  <a:pt x="0" y="1545662"/>
                  <a:pt x="0" y="914400"/>
                </a:cubicBezTo>
                <a:cubicBezTo>
                  <a:pt x="0" y="598769"/>
                  <a:pt x="79959" y="301814"/>
                  <a:pt x="220727" y="42685"/>
                </a:cubicBezTo>
                <a:close/>
              </a:path>
            </a:pathLst>
          </a:custGeom>
          <a:solidFill>
            <a:schemeClr val="tx1">
              <a:lumMod val="65000"/>
              <a:lumOff val="35000"/>
            </a:schemeClr>
          </a:solidFill>
          <a:ln>
            <a:no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9213799" y="2090654"/>
            <a:ext cx="470000"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17" name="TextBox 16"/>
          <p:cNvSpPr txBox="1"/>
          <p:nvPr/>
        </p:nvSpPr>
        <p:spPr>
          <a:xfrm>
            <a:off x="9051093" y="2543390"/>
            <a:ext cx="795411"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AWWARDS</a:t>
            </a:r>
          </a:p>
        </p:txBody>
      </p:sp>
      <p:sp>
        <p:nvSpPr>
          <p:cNvPr id="18" name="Rectangle 17"/>
          <p:cNvSpPr/>
          <p:nvPr/>
        </p:nvSpPr>
        <p:spPr>
          <a:xfrm>
            <a:off x="9191356" y="4794029"/>
            <a:ext cx="514886"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19" name="TextBox 18"/>
          <p:cNvSpPr txBox="1"/>
          <p:nvPr/>
        </p:nvSpPr>
        <p:spPr>
          <a:xfrm>
            <a:off x="8888390" y="5246765"/>
            <a:ext cx="1120821"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AWESOME TEAM</a:t>
            </a:r>
          </a:p>
        </p:txBody>
      </p:sp>
      <p:sp>
        <p:nvSpPr>
          <p:cNvPr id="20" name="Rectangle 19"/>
          <p:cNvSpPr/>
          <p:nvPr/>
        </p:nvSpPr>
        <p:spPr>
          <a:xfrm>
            <a:off x="10549721" y="3235886"/>
            <a:ext cx="492443"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21" name="TextBox 20"/>
          <p:cNvSpPr txBox="1"/>
          <p:nvPr/>
        </p:nvSpPr>
        <p:spPr>
          <a:xfrm>
            <a:off x="10488806" y="3688622"/>
            <a:ext cx="614271"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DESIGN</a:t>
            </a:r>
          </a:p>
        </p:txBody>
      </p:sp>
      <p:sp>
        <p:nvSpPr>
          <p:cNvPr id="22" name="Rectangle 21"/>
          <p:cNvSpPr/>
          <p:nvPr/>
        </p:nvSpPr>
        <p:spPr>
          <a:xfrm>
            <a:off x="7865329" y="3470306"/>
            <a:ext cx="426720"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23" name="TextBox 22"/>
          <p:cNvSpPr txBox="1"/>
          <p:nvPr/>
        </p:nvSpPr>
        <p:spPr>
          <a:xfrm>
            <a:off x="7755523" y="3923042"/>
            <a:ext cx="646331"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UNIQUE</a:t>
            </a:r>
          </a:p>
        </p:txBody>
      </p:sp>
      <p:sp>
        <p:nvSpPr>
          <p:cNvPr id="24" name="TextBox 23"/>
          <p:cNvSpPr txBox="1"/>
          <p:nvPr/>
        </p:nvSpPr>
        <p:spPr>
          <a:xfrm>
            <a:off x="8558589" y="3076848"/>
            <a:ext cx="1686144" cy="1461939"/>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a:t>
            </a:r>
          </a:p>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ELEMENTS</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25" name="TextBox 24"/>
          <p:cNvSpPr txBox="1"/>
          <p:nvPr/>
        </p:nvSpPr>
        <p:spPr>
          <a:xfrm>
            <a:off x="5090045" y="2090654"/>
            <a:ext cx="2367248"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6" name="TextBox 25"/>
          <p:cNvSpPr txBox="1"/>
          <p:nvPr/>
        </p:nvSpPr>
        <p:spPr>
          <a:xfrm>
            <a:off x="5090044" y="2733735"/>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7" name="TextBox 26"/>
          <p:cNvSpPr txBox="1"/>
          <p:nvPr/>
        </p:nvSpPr>
        <p:spPr>
          <a:xfrm>
            <a:off x="5090043" y="3376816"/>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8" name="TextBox 27"/>
          <p:cNvSpPr txBox="1"/>
          <p:nvPr/>
        </p:nvSpPr>
        <p:spPr>
          <a:xfrm>
            <a:off x="5090043" y="4023711"/>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9" name="extBox 3"/>
          <p:cNvSpPr txBox="1"/>
          <p:nvPr/>
        </p:nvSpPr>
        <p:spPr>
          <a:xfrm>
            <a:off x="1958328" y="5144338"/>
            <a:ext cx="5484673" cy="861774"/>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75%  </a:t>
            </a:r>
            <a:r>
              <a:rPr lang="en-US" sz="900">
                <a:solidFill>
                  <a:schemeClr val="accent6"/>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30" name="Freeform 29"/>
          <p:cNvSpPr/>
          <p:nvPr/>
        </p:nvSpPr>
        <p:spPr>
          <a:xfrm>
            <a:off x="914400" y="5014527"/>
            <a:ext cx="862712" cy="1121396"/>
          </a:xfrm>
          <a:custGeom>
            <a:avLst/>
            <a:gdLst/>
            <a:ahLst/>
            <a:cxnLst/>
            <a:rect l="l" t="t" r="r" b="b"/>
            <a:pathLst>
              <a:path w="146670" h="190649">
                <a:moveTo>
                  <a:pt x="73335" y="178036"/>
                </a:moveTo>
                <a:cubicBezTo>
                  <a:pt x="72070" y="178036"/>
                  <a:pt x="70991" y="178483"/>
                  <a:pt x="70098" y="179376"/>
                </a:cubicBezTo>
                <a:cubicBezTo>
                  <a:pt x="69205" y="180268"/>
                  <a:pt x="68759" y="181422"/>
                  <a:pt x="68759" y="182836"/>
                </a:cubicBezTo>
                <a:cubicBezTo>
                  <a:pt x="68759" y="184101"/>
                  <a:pt x="69205" y="185180"/>
                  <a:pt x="70098" y="186073"/>
                </a:cubicBezTo>
                <a:cubicBezTo>
                  <a:pt x="70991" y="186966"/>
                  <a:pt x="72070" y="187412"/>
                  <a:pt x="73335" y="187412"/>
                </a:cubicBezTo>
                <a:cubicBezTo>
                  <a:pt x="74600" y="187412"/>
                  <a:pt x="75679" y="186966"/>
                  <a:pt x="76572" y="186073"/>
                </a:cubicBezTo>
                <a:cubicBezTo>
                  <a:pt x="77465" y="185180"/>
                  <a:pt x="77912" y="184101"/>
                  <a:pt x="77912" y="182836"/>
                </a:cubicBezTo>
                <a:cubicBezTo>
                  <a:pt x="77912" y="181422"/>
                  <a:pt x="77465" y="180268"/>
                  <a:pt x="76572" y="179376"/>
                </a:cubicBezTo>
                <a:cubicBezTo>
                  <a:pt x="75679" y="178483"/>
                  <a:pt x="74600" y="178036"/>
                  <a:pt x="73335" y="178036"/>
                </a:cubicBezTo>
                <a:close/>
                <a:moveTo>
                  <a:pt x="16185" y="19199"/>
                </a:moveTo>
                <a:lnTo>
                  <a:pt x="16185" y="171674"/>
                </a:lnTo>
                <a:lnTo>
                  <a:pt x="130485" y="171674"/>
                </a:lnTo>
                <a:lnTo>
                  <a:pt x="130485" y="19199"/>
                </a:lnTo>
                <a:close/>
                <a:moveTo>
                  <a:pt x="9153" y="0"/>
                </a:moveTo>
                <a:lnTo>
                  <a:pt x="137517" y="0"/>
                </a:lnTo>
                <a:cubicBezTo>
                  <a:pt x="140271" y="0"/>
                  <a:pt x="142485" y="875"/>
                  <a:pt x="144159" y="2624"/>
                </a:cubicBezTo>
                <a:cubicBezTo>
                  <a:pt x="145833" y="4372"/>
                  <a:pt x="146670" y="6623"/>
                  <a:pt x="146670" y="9377"/>
                </a:cubicBezTo>
                <a:lnTo>
                  <a:pt x="146670" y="181496"/>
                </a:lnTo>
                <a:cubicBezTo>
                  <a:pt x="146670" y="184250"/>
                  <a:pt x="145833" y="186463"/>
                  <a:pt x="144159" y="188138"/>
                </a:cubicBezTo>
                <a:cubicBezTo>
                  <a:pt x="142485" y="189812"/>
                  <a:pt x="140271" y="190649"/>
                  <a:pt x="137517" y="190649"/>
                </a:cubicBezTo>
                <a:lnTo>
                  <a:pt x="9153" y="190649"/>
                </a:lnTo>
                <a:cubicBezTo>
                  <a:pt x="6400" y="190649"/>
                  <a:pt x="4186" y="189812"/>
                  <a:pt x="2512" y="188138"/>
                </a:cubicBezTo>
                <a:cubicBezTo>
                  <a:pt x="837" y="186463"/>
                  <a:pt x="0" y="184250"/>
                  <a:pt x="0" y="181496"/>
                </a:cubicBezTo>
                <a:lnTo>
                  <a:pt x="0" y="9377"/>
                </a:lnTo>
                <a:cubicBezTo>
                  <a:pt x="0" y="6623"/>
                  <a:pt x="837" y="4372"/>
                  <a:pt x="2512" y="2624"/>
                </a:cubicBezTo>
                <a:cubicBezTo>
                  <a:pt x="4186" y="875"/>
                  <a:pt x="6400" y="0"/>
                  <a:pt x="9153"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31" name="extBox 3"/>
          <p:cNvSpPr txBox="1"/>
          <p:nvPr/>
        </p:nvSpPr>
        <p:spPr>
          <a:xfrm>
            <a:off x="863686" y="2090654"/>
            <a:ext cx="3634140" cy="12772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2121337218"/>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79</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41"/>
          <p:cNvSpPr/>
          <p:nvPr/>
        </p:nvSpPr>
        <p:spPr>
          <a:xfrm>
            <a:off x="1306033" y="3100191"/>
            <a:ext cx="2461436" cy="1301744"/>
          </a:xfrm>
          <a:custGeom>
            <a:avLst/>
            <a:gdLst>
              <a:gd name="connsiteX0" fmla="*/ 231 w 2461436"/>
              <a:gd name="connsiteY0" fmla="*/ 0 h 1301744"/>
              <a:gd name="connsiteX1" fmla="*/ 259095 w 2461436"/>
              <a:gd name="connsiteY1" fmla="*/ 0 h 1301744"/>
              <a:gd name="connsiteX2" fmla="*/ 258864 w 2461436"/>
              <a:gd name="connsiteY2" fmla="*/ 4572 h 1301744"/>
              <a:gd name="connsiteX3" fmla="*/ 259095 w 2461436"/>
              <a:gd name="connsiteY3" fmla="*/ 9144 h 1301744"/>
              <a:gd name="connsiteX4" fmla="*/ 259094 w 2461436"/>
              <a:gd name="connsiteY4" fmla="*/ 9144 h 1301744"/>
              <a:gd name="connsiteX5" fmla="*/ 264224 w 2461436"/>
              <a:gd name="connsiteY5" fmla="*/ 110733 h 1301744"/>
              <a:gd name="connsiteX6" fmla="*/ 1297171 w 2461436"/>
              <a:gd name="connsiteY6" fmla="*/ 1042880 h 1301744"/>
              <a:gd name="connsiteX7" fmla="*/ 2330118 w 2461436"/>
              <a:gd name="connsiteY7" fmla="*/ 110733 h 1301744"/>
              <a:gd name="connsiteX8" fmla="*/ 2332004 w 2461436"/>
              <a:gd name="connsiteY8" fmla="*/ 73389 h 1301744"/>
              <a:gd name="connsiteX9" fmla="*/ 2335226 w 2461436"/>
              <a:gd name="connsiteY9" fmla="*/ 137200 h 1301744"/>
              <a:gd name="connsiteX10" fmla="*/ 2430467 w 2461436"/>
              <a:gd name="connsiteY10" fmla="*/ 509490 h 1301744"/>
              <a:gd name="connsiteX11" fmla="*/ 2461436 w 2461436"/>
              <a:gd name="connsiteY11" fmla="*/ 573777 h 1301744"/>
              <a:gd name="connsiteX12" fmla="*/ 2437781 w 2461436"/>
              <a:gd name="connsiteY12" fmla="*/ 622881 h 1301744"/>
              <a:gd name="connsiteX13" fmla="*/ 1297171 w 2461436"/>
              <a:gd name="connsiteY13" fmla="*/ 1301744 h 1301744"/>
              <a:gd name="connsiteX14" fmla="*/ 6696 w 2461436"/>
              <a:gd name="connsiteY14" fmla="*/ 137200 h 1301744"/>
              <a:gd name="connsiteX15" fmla="*/ 230 w 2461436"/>
              <a:gd name="connsiteY15" fmla="*/ 9144 h 1301744"/>
              <a:gd name="connsiteX16" fmla="*/ 231 w 2461436"/>
              <a:gd name="connsiteY16" fmla="*/ 9144 h 1301744"/>
              <a:gd name="connsiteX17" fmla="*/ 0 w 2461436"/>
              <a:gd name="connsiteY17" fmla="*/ 4572 h 1301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61436" h="1301744">
                <a:moveTo>
                  <a:pt x="231" y="0"/>
                </a:moveTo>
                <a:lnTo>
                  <a:pt x="259095" y="0"/>
                </a:lnTo>
                <a:lnTo>
                  <a:pt x="258864" y="4572"/>
                </a:lnTo>
                <a:lnTo>
                  <a:pt x="259095" y="9144"/>
                </a:lnTo>
                <a:lnTo>
                  <a:pt x="259094" y="9144"/>
                </a:lnTo>
                <a:lnTo>
                  <a:pt x="264224" y="110733"/>
                </a:lnTo>
                <a:cubicBezTo>
                  <a:pt x="317395" y="634306"/>
                  <a:pt x="759569" y="1042880"/>
                  <a:pt x="1297171" y="1042880"/>
                </a:cubicBezTo>
                <a:cubicBezTo>
                  <a:pt x="1834773" y="1042880"/>
                  <a:pt x="2276947" y="634306"/>
                  <a:pt x="2330118" y="110733"/>
                </a:cubicBezTo>
                <a:lnTo>
                  <a:pt x="2332004" y="73389"/>
                </a:lnTo>
                <a:lnTo>
                  <a:pt x="2335226" y="137200"/>
                </a:lnTo>
                <a:cubicBezTo>
                  <a:pt x="2348512" y="268022"/>
                  <a:pt x="2381237" y="393096"/>
                  <a:pt x="2430467" y="509490"/>
                </a:cubicBezTo>
                <a:lnTo>
                  <a:pt x="2461436" y="573777"/>
                </a:lnTo>
                <a:lnTo>
                  <a:pt x="2437781" y="622881"/>
                </a:lnTo>
                <a:cubicBezTo>
                  <a:pt x="2218119" y="1027242"/>
                  <a:pt x="1789702" y="1301744"/>
                  <a:pt x="1297171" y="1301744"/>
                </a:cubicBezTo>
                <a:cubicBezTo>
                  <a:pt x="625539" y="1301744"/>
                  <a:pt x="73124" y="791307"/>
                  <a:pt x="6696" y="137200"/>
                </a:cubicBezTo>
                <a:lnTo>
                  <a:pt x="230" y="9144"/>
                </a:lnTo>
                <a:lnTo>
                  <a:pt x="231" y="9144"/>
                </a:lnTo>
                <a:lnTo>
                  <a:pt x="0" y="4572"/>
                </a:ln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42"/>
          <p:cNvSpPr/>
          <p:nvPr/>
        </p:nvSpPr>
        <p:spPr>
          <a:xfrm>
            <a:off x="8424529" y="1807591"/>
            <a:ext cx="2461438" cy="1301744"/>
          </a:xfrm>
          <a:custGeom>
            <a:avLst/>
            <a:gdLst>
              <a:gd name="connsiteX0" fmla="*/ 1164265 w 2461438"/>
              <a:gd name="connsiteY0" fmla="*/ 0 h 1301744"/>
              <a:gd name="connsiteX1" fmla="*/ 2454740 w 2461438"/>
              <a:gd name="connsiteY1" fmla="*/ 1164544 h 1301744"/>
              <a:gd name="connsiteX2" fmla="*/ 2461206 w 2461438"/>
              <a:gd name="connsiteY2" fmla="*/ 1292600 h 1301744"/>
              <a:gd name="connsiteX3" fmla="*/ 2461207 w 2461438"/>
              <a:gd name="connsiteY3" fmla="*/ 1292600 h 1301744"/>
              <a:gd name="connsiteX4" fmla="*/ 2461438 w 2461438"/>
              <a:gd name="connsiteY4" fmla="*/ 1297172 h 1301744"/>
              <a:gd name="connsiteX5" fmla="*/ 2461207 w 2461438"/>
              <a:gd name="connsiteY5" fmla="*/ 1301744 h 1301744"/>
              <a:gd name="connsiteX6" fmla="*/ 2202343 w 2461438"/>
              <a:gd name="connsiteY6" fmla="*/ 1301744 h 1301744"/>
              <a:gd name="connsiteX7" fmla="*/ 2202574 w 2461438"/>
              <a:gd name="connsiteY7" fmla="*/ 1297172 h 1301744"/>
              <a:gd name="connsiteX8" fmla="*/ 2202343 w 2461438"/>
              <a:gd name="connsiteY8" fmla="*/ 1292600 h 1301744"/>
              <a:gd name="connsiteX9" fmla="*/ 2202342 w 2461438"/>
              <a:gd name="connsiteY9" fmla="*/ 1292600 h 1301744"/>
              <a:gd name="connsiteX10" fmla="*/ 2197212 w 2461438"/>
              <a:gd name="connsiteY10" fmla="*/ 1191011 h 1301744"/>
              <a:gd name="connsiteX11" fmla="*/ 1164265 w 2461438"/>
              <a:gd name="connsiteY11" fmla="*/ 258864 h 1301744"/>
              <a:gd name="connsiteX12" fmla="*/ 131318 w 2461438"/>
              <a:gd name="connsiteY12" fmla="*/ 1191011 h 1301744"/>
              <a:gd name="connsiteX13" fmla="*/ 129432 w 2461438"/>
              <a:gd name="connsiteY13" fmla="*/ 1228355 h 1301744"/>
              <a:gd name="connsiteX14" fmla="*/ 126210 w 2461438"/>
              <a:gd name="connsiteY14" fmla="*/ 1164544 h 1301744"/>
              <a:gd name="connsiteX15" fmla="*/ 30969 w 2461438"/>
              <a:gd name="connsiteY15" fmla="*/ 792254 h 1301744"/>
              <a:gd name="connsiteX16" fmla="*/ 0 w 2461438"/>
              <a:gd name="connsiteY16" fmla="*/ 727967 h 1301744"/>
              <a:gd name="connsiteX17" fmla="*/ 23655 w 2461438"/>
              <a:gd name="connsiteY17" fmla="*/ 678863 h 1301744"/>
              <a:gd name="connsiteX18" fmla="*/ 1164265 w 2461438"/>
              <a:gd name="connsiteY18" fmla="*/ 0 h 1301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61438" h="1301744">
                <a:moveTo>
                  <a:pt x="1164265" y="0"/>
                </a:moveTo>
                <a:cubicBezTo>
                  <a:pt x="1835898" y="0"/>
                  <a:pt x="2388312" y="510437"/>
                  <a:pt x="2454740" y="1164544"/>
                </a:cubicBezTo>
                <a:lnTo>
                  <a:pt x="2461206" y="1292600"/>
                </a:lnTo>
                <a:lnTo>
                  <a:pt x="2461207" y="1292600"/>
                </a:lnTo>
                <a:lnTo>
                  <a:pt x="2461438" y="1297172"/>
                </a:lnTo>
                <a:lnTo>
                  <a:pt x="2461207" y="1301744"/>
                </a:lnTo>
                <a:lnTo>
                  <a:pt x="2202343" y="1301744"/>
                </a:lnTo>
                <a:lnTo>
                  <a:pt x="2202574" y="1297172"/>
                </a:lnTo>
                <a:lnTo>
                  <a:pt x="2202343" y="1292600"/>
                </a:lnTo>
                <a:lnTo>
                  <a:pt x="2202342" y="1292600"/>
                </a:lnTo>
                <a:lnTo>
                  <a:pt x="2197212" y="1191011"/>
                </a:lnTo>
                <a:cubicBezTo>
                  <a:pt x="2144041" y="667438"/>
                  <a:pt x="1701867" y="258864"/>
                  <a:pt x="1164265" y="258864"/>
                </a:cubicBezTo>
                <a:cubicBezTo>
                  <a:pt x="626663" y="258864"/>
                  <a:pt x="184489" y="667438"/>
                  <a:pt x="131318" y="1191011"/>
                </a:cubicBezTo>
                <a:lnTo>
                  <a:pt x="129432" y="1228355"/>
                </a:lnTo>
                <a:lnTo>
                  <a:pt x="126210" y="1164544"/>
                </a:lnTo>
                <a:cubicBezTo>
                  <a:pt x="112924" y="1033722"/>
                  <a:pt x="80199" y="908648"/>
                  <a:pt x="30969" y="792254"/>
                </a:cubicBezTo>
                <a:lnTo>
                  <a:pt x="0" y="727967"/>
                </a:lnTo>
                <a:lnTo>
                  <a:pt x="23655" y="678863"/>
                </a:lnTo>
                <a:cubicBezTo>
                  <a:pt x="243317" y="274502"/>
                  <a:pt x="671734" y="0"/>
                  <a:pt x="1164265" y="0"/>
                </a:cubicBez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Freeform 43"/>
          <p:cNvSpPr/>
          <p:nvPr/>
        </p:nvSpPr>
        <p:spPr>
          <a:xfrm>
            <a:off x="1306264" y="1807591"/>
            <a:ext cx="4789736" cy="2594344"/>
          </a:xfrm>
          <a:custGeom>
            <a:avLst/>
            <a:gdLst>
              <a:gd name="connsiteX0" fmla="*/ 1296941 w 4789736"/>
              <a:gd name="connsiteY0" fmla="*/ 0 h 2594344"/>
              <a:gd name="connsiteX1" fmla="*/ 2437551 w 4789736"/>
              <a:gd name="connsiteY1" fmla="*/ 678863 h 2594344"/>
              <a:gd name="connsiteX2" fmla="*/ 2461206 w 4789736"/>
              <a:gd name="connsiteY2" fmla="*/ 727967 h 2594344"/>
              <a:gd name="connsiteX3" fmla="*/ 2492175 w 4789736"/>
              <a:gd name="connsiteY3" fmla="*/ 792254 h 2594344"/>
              <a:gd name="connsiteX4" fmla="*/ 2587416 w 4789736"/>
              <a:gd name="connsiteY4" fmla="*/ 1164544 h 2594344"/>
              <a:gd name="connsiteX5" fmla="*/ 2590638 w 4789736"/>
              <a:gd name="connsiteY5" fmla="*/ 1228355 h 2594344"/>
              <a:gd name="connsiteX6" fmla="*/ 2587394 w 4789736"/>
              <a:gd name="connsiteY6" fmla="*/ 1292600 h 2594344"/>
              <a:gd name="connsiteX7" fmla="*/ 2587163 w 4789736"/>
              <a:gd name="connsiteY7" fmla="*/ 1297172 h 2594344"/>
              <a:gd name="connsiteX8" fmla="*/ 2587394 w 4789736"/>
              <a:gd name="connsiteY8" fmla="*/ 1301744 h 2594344"/>
              <a:gd name="connsiteX9" fmla="*/ 2590638 w 4789736"/>
              <a:gd name="connsiteY9" fmla="*/ 1365989 h 2594344"/>
              <a:gd name="connsiteX10" fmla="*/ 2592524 w 4789736"/>
              <a:gd name="connsiteY10" fmla="*/ 1403333 h 2594344"/>
              <a:gd name="connsiteX11" fmla="*/ 3625471 w 4789736"/>
              <a:gd name="connsiteY11" fmla="*/ 2335480 h 2594344"/>
              <a:gd name="connsiteX12" fmla="*/ 4658418 w 4789736"/>
              <a:gd name="connsiteY12" fmla="*/ 1403333 h 2594344"/>
              <a:gd name="connsiteX13" fmla="*/ 4660304 w 4789736"/>
              <a:gd name="connsiteY13" fmla="*/ 1365989 h 2594344"/>
              <a:gd name="connsiteX14" fmla="*/ 4663526 w 4789736"/>
              <a:gd name="connsiteY14" fmla="*/ 1429800 h 2594344"/>
              <a:gd name="connsiteX15" fmla="*/ 4758767 w 4789736"/>
              <a:gd name="connsiteY15" fmla="*/ 1802090 h 2594344"/>
              <a:gd name="connsiteX16" fmla="*/ 4789736 w 4789736"/>
              <a:gd name="connsiteY16" fmla="*/ 1866377 h 2594344"/>
              <a:gd name="connsiteX17" fmla="*/ 4766081 w 4789736"/>
              <a:gd name="connsiteY17" fmla="*/ 1915481 h 2594344"/>
              <a:gd name="connsiteX18" fmla="*/ 3625471 w 4789736"/>
              <a:gd name="connsiteY18" fmla="*/ 2594344 h 2594344"/>
              <a:gd name="connsiteX19" fmla="*/ 2484861 w 4789736"/>
              <a:gd name="connsiteY19" fmla="*/ 1915481 h 2594344"/>
              <a:gd name="connsiteX20" fmla="*/ 2461206 w 4789736"/>
              <a:gd name="connsiteY20" fmla="*/ 1866377 h 2594344"/>
              <a:gd name="connsiteX21" fmla="*/ 2430237 w 4789736"/>
              <a:gd name="connsiteY21" fmla="*/ 1802090 h 2594344"/>
              <a:gd name="connsiteX22" fmla="*/ 2334996 w 4789736"/>
              <a:gd name="connsiteY22" fmla="*/ 1429800 h 2594344"/>
              <a:gd name="connsiteX23" fmla="*/ 2331774 w 4789736"/>
              <a:gd name="connsiteY23" fmla="*/ 1365989 h 2594344"/>
              <a:gd name="connsiteX24" fmla="*/ 2335018 w 4789736"/>
              <a:gd name="connsiteY24" fmla="*/ 1301744 h 2594344"/>
              <a:gd name="connsiteX25" fmla="*/ 2335249 w 4789736"/>
              <a:gd name="connsiteY25" fmla="*/ 1297172 h 2594344"/>
              <a:gd name="connsiteX26" fmla="*/ 2335018 w 4789736"/>
              <a:gd name="connsiteY26" fmla="*/ 1292600 h 2594344"/>
              <a:gd name="connsiteX27" fmla="*/ 2331774 w 4789736"/>
              <a:gd name="connsiteY27" fmla="*/ 1228355 h 2594344"/>
              <a:gd name="connsiteX28" fmla="*/ 2329888 w 4789736"/>
              <a:gd name="connsiteY28" fmla="*/ 1191011 h 2594344"/>
              <a:gd name="connsiteX29" fmla="*/ 1296941 w 4789736"/>
              <a:gd name="connsiteY29" fmla="*/ 258864 h 2594344"/>
              <a:gd name="connsiteX30" fmla="*/ 263994 w 4789736"/>
              <a:gd name="connsiteY30" fmla="*/ 1191011 h 2594344"/>
              <a:gd name="connsiteX31" fmla="*/ 258864 w 4789736"/>
              <a:gd name="connsiteY31" fmla="*/ 1292600 h 2594344"/>
              <a:gd name="connsiteX32" fmla="*/ 0 w 4789736"/>
              <a:gd name="connsiteY32" fmla="*/ 1292600 h 2594344"/>
              <a:gd name="connsiteX33" fmla="*/ 6466 w 4789736"/>
              <a:gd name="connsiteY33" fmla="*/ 1164544 h 2594344"/>
              <a:gd name="connsiteX34" fmla="*/ 1296941 w 4789736"/>
              <a:gd name="connsiteY34" fmla="*/ 0 h 2594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9736" h="2594344">
                <a:moveTo>
                  <a:pt x="1296941" y="0"/>
                </a:moveTo>
                <a:cubicBezTo>
                  <a:pt x="1789472" y="0"/>
                  <a:pt x="2217889" y="274502"/>
                  <a:pt x="2437551" y="678863"/>
                </a:cubicBezTo>
                <a:lnTo>
                  <a:pt x="2461206" y="727967"/>
                </a:lnTo>
                <a:lnTo>
                  <a:pt x="2492175" y="792254"/>
                </a:lnTo>
                <a:cubicBezTo>
                  <a:pt x="2541405" y="908648"/>
                  <a:pt x="2574130" y="1033722"/>
                  <a:pt x="2587416" y="1164544"/>
                </a:cubicBezTo>
                <a:lnTo>
                  <a:pt x="2590638" y="1228355"/>
                </a:lnTo>
                <a:lnTo>
                  <a:pt x="2587394" y="1292600"/>
                </a:lnTo>
                <a:lnTo>
                  <a:pt x="2587163" y="1297172"/>
                </a:lnTo>
                <a:lnTo>
                  <a:pt x="2587394" y="1301744"/>
                </a:lnTo>
                <a:lnTo>
                  <a:pt x="2590638" y="1365989"/>
                </a:lnTo>
                <a:lnTo>
                  <a:pt x="2592524" y="1403333"/>
                </a:lnTo>
                <a:cubicBezTo>
                  <a:pt x="2645696" y="1926906"/>
                  <a:pt x="3087869" y="2335480"/>
                  <a:pt x="3625471" y="2335480"/>
                </a:cubicBezTo>
                <a:cubicBezTo>
                  <a:pt x="4163073" y="2335480"/>
                  <a:pt x="4605247" y="1926906"/>
                  <a:pt x="4658418" y="1403333"/>
                </a:cubicBezTo>
                <a:lnTo>
                  <a:pt x="4660304" y="1365989"/>
                </a:lnTo>
                <a:lnTo>
                  <a:pt x="4663526" y="1429800"/>
                </a:lnTo>
                <a:cubicBezTo>
                  <a:pt x="4676812" y="1560622"/>
                  <a:pt x="4709537" y="1685696"/>
                  <a:pt x="4758767" y="1802090"/>
                </a:cubicBezTo>
                <a:lnTo>
                  <a:pt x="4789736" y="1866377"/>
                </a:lnTo>
                <a:lnTo>
                  <a:pt x="4766081" y="1915481"/>
                </a:lnTo>
                <a:cubicBezTo>
                  <a:pt x="4546419" y="2319842"/>
                  <a:pt x="4118002" y="2594344"/>
                  <a:pt x="3625471" y="2594344"/>
                </a:cubicBezTo>
                <a:cubicBezTo>
                  <a:pt x="3132941" y="2594344"/>
                  <a:pt x="2704523" y="2319842"/>
                  <a:pt x="2484861" y="1915481"/>
                </a:cubicBezTo>
                <a:lnTo>
                  <a:pt x="2461206" y="1866377"/>
                </a:lnTo>
                <a:lnTo>
                  <a:pt x="2430237" y="1802090"/>
                </a:lnTo>
                <a:cubicBezTo>
                  <a:pt x="2381007" y="1685696"/>
                  <a:pt x="2348282" y="1560622"/>
                  <a:pt x="2334996" y="1429800"/>
                </a:cubicBezTo>
                <a:lnTo>
                  <a:pt x="2331774" y="1365989"/>
                </a:lnTo>
                <a:lnTo>
                  <a:pt x="2335018" y="1301744"/>
                </a:lnTo>
                <a:lnTo>
                  <a:pt x="2335249" y="1297172"/>
                </a:lnTo>
                <a:lnTo>
                  <a:pt x="2335018" y="1292600"/>
                </a:lnTo>
                <a:lnTo>
                  <a:pt x="2331774" y="1228355"/>
                </a:lnTo>
                <a:lnTo>
                  <a:pt x="2329888" y="1191011"/>
                </a:lnTo>
                <a:cubicBezTo>
                  <a:pt x="2276717" y="667438"/>
                  <a:pt x="1834543" y="258864"/>
                  <a:pt x="1296941" y="258864"/>
                </a:cubicBezTo>
                <a:cubicBezTo>
                  <a:pt x="759339" y="258864"/>
                  <a:pt x="317165" y="667438"/>
                  <a:pt x="263994" y="1191011"/>
                </a:cubicBezTo>
                <a:lnTo>
                  <a:pt x="258864" y="1292600"/>
                </a:lnTo>
                <a:lnTo>
                  <a:pt x="0" y="1292600"/>
                </a:lnTo>
                <a:lnTo>
                  <a:pt x="6466" y="1164544"/>
                </a:lnTo>
                <a:cubicBezTo>
                  <a:pt x="72894" y="510437"/>
                  <a:pt x="625309" y="0"/>
                  <a:pt x="1296941"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Freeform 44"/>
          <p:cNvSpPr/>
          <p:nvPr/>
        </p:nvSpPr>
        <p:spPr>
          <a:xfrm>
            <a:off x="3767470" y="1807591"/>
            <a:ext cx="4657060" cy="2594344"/>
          </a:xfrm>
          <a:custGeom>
            <a:avLst/>
            <a:gdLst>
              <a:gd name="connsiteX0" fmla="*/ 1164265 w 4657060"/>
              <a:gd name="connsiteY0" fmla="*/ 0 h 2594344"/>
              <a:gd name="connsiteX1" fmla="*/ 2304875 w 4657060"/>
              <a:gd name="connsiteY1" fmla="*/ 678863 h 2594344"/>
              <a:gd name="connsiteX2" fmla="*/ 2328530 w 4657060"/>
              <a:gd name="connsiteY2" fmla="*/ 727967 h 2594344"/>
              <a:gd name="connsiteX3" fmla="*/ 2359499 w 4657060"/>
              <a:gd name="connsiteY3" fmla="*/ 792254 h 2594344"/>
              <a:gd name="connsiteX4" fmla="*/ 2454740 w 4657060"/>
              <a:gd name="connsiteY4" fmla="*/ 1164544 h 2594344"/>
              <a:gd name="connsiteX5" fmla="*/ 2457962 w 4657060"/>
              <a:gd name="connsiteY5" fmla="*/ 1228355 h 2594344"/>
              <a:gd name="connsiteX6" fmla="*/ 2454718 w 4657060"/>
              <a:gd name="connsiteY6" fmla="*/ 1292600 h 2594344"/>
              <a:gd name="connsiteX7" fmla="*/ 2454487 w 4657060"/>
              <a:gd name="connsiteY7" fmla="*/ 1297172 h 2594344"/>
              <a:gd name="connsiteX8" fmla="*/ 2454718 w 4657060"/>
              <a:gd name="connsiteY8" fmla="*/ 1301744 h 2594344"/>
              <a:gd name="connsiteX9" fmla="*/ 2457962 w 4657060"/>
              <a:gd name="connsiteY9" fmla="*/ 1365989 h 2594344"/>
              <a:gd name="connsiteX10" fmla="*/ 2459848 w 4657060"/>
              <a:gd name="connsiteY10" fmla="*/ 1403333 h 2594344"/>
              <a:gd name="connsiteX11" fmla="*/ 3492795 w 4657060"/>
              <a:gd name="connsiteY11" fmla="*/ 2335480 h 2594344"/>
              <a:gd name="connsiteX12" fmla="*/ 4525742 w 4657060"/>
              <a:gd name="connsiteY12" fmla="*/ 1403333 h 2594344"/>
              <a:gd name="connsiteX13" fmla="*/ 4527628 w 4657060"/>
              <a:gd name="connsiteY13" fmla="*/ 1365989 h 2594344"/>
              <a:gd name="connsiteX14" fmla="*/ 4530850 w 4657060"/>
              <a:gd name="connsiteY14" fmla="*/ 1429800 h 2594344"/>
              <a:gd name="connsiteX15" fmla="*/ 4626091 w 4657060"/>
              <a:gd name="connsiteY15" fmla="*/ 1802090 h 2594344"/>
              <a:gd name="connsiteX16" fmla="*/ 4657060 w 4657060"/>
              <a:gd name="connsiteY16" fmla="*/ 1866377 h 2594344"/>
              <a:gd name="connsiteX17" fmla="*/ 4633405 w 4657060"/>
              <a:gd name="connsiteY17" fmla="*/ 1915481 h 2594344"/>
              <a:gd name="connsiteX18" fmla="*/ 3492795 w 4657060"/>
              <a:gd name="connsiteY18" fmla="*/ 2594344 h 2594344"/>
              <a:gd name="connsiteX19" fmla="*/ 2352185 w 4657060"/>
              <a:gd name="connsiteY19" fmla="*/ 1915481 h 2594344"/>
              <a:gd name="connsiteX20" fmla="*/ 2328530 w 4657060"/>
              <a:gd name="connsiteY20" fmla="*/ 1866377 h 2594344"/>
              <a:gd name="connsiteX21" fmla="*/ 2297561 w 4657060"/>
              <a:gd name="connsiteY21" fmla="*/ 1802090 h 2594344"/>
              <a:gd name="connsiteX22" fmla="*/ 2202320 w 4657060"/>
              <a:gd name="connsiteY22" fmla="*/ 1429800 h 2594344"/>
              <a:gd name="connsiteX23" fmla="*/ 2199098 w 4657060"/>
              <a:gd name="connsiteY23" fmla="*/ 1365989 h 2594344"/>
              <a:gd name="connsiteX24" fmla="*/ 2202342 w 4657060"/>
              <a:gd name="connsiteY24" fmla="*/ 1301744 h 2594344"/>
              <a:gd name="connsiteX25" fmla="*/ 2202573 w 4657060"/>
              <a:gd name="connsiteY25" fmla="*/ 1297172 h 2594344"/>
              <a:gd name="connsiteX26" fmla="*/ 2202342 w 4657060"/>
              <a:gd name="connsiteY26" fmla="*/ 1292600 h 2594344"/>
              <a:gd name="connsiteX27" fmla="*/ 2199098 w 4657060"/>
              <a:gd name="connsiteY27" fmla="*/ 1228355 h 2594344"/>
              <a:gd name="connsiteX28" fmla="*/ 2197212 w 4657060"/>
              <a:gd name="connsiteY28" fmla="*/ 1191011 h 2594344"/>
              <a:gd name="connsiteX29" fmla="*/ 1164265 w 4657060"/>
              <a:gd name="connsiteY29" fmla="*/ 258864 h 2594344"/>
              <a:gd name="connsiteX30" fmla="*/ 131318 w 4657060"/>
              <a:gd name="connsiteY30" fmla="*/ 1191011 h 2594344"/>
              <a:gd name="connsiteX31" fmla="*/ 129432 w 4657060"/>
              <a:gd name="connsiteY31" fmla="*/ 1228355 h 2594344"/>
              <a:gd name="connsiteX32" fmla="*/ 126210 w 4657060"/>
              <a:gd name="connsiteY32" fmla="*/ 1164544 h 2594344"/>
              <a:gd name="connsiteX33" fmla="*/ 30969 w 4657060"/>
              <a:gd name="connsiteY33" fmla="*/ 792254 h 2594344"/>
              <a:gd name="connsiteX34" fmla="*/ 0 w 4657060"/>
              <a:gd name="connsiteY34" fmla="*/ 727967 h 2594344"/>
              <a:gd name="connsiteX35" fmla="*/ 23655 w 4657060"/>
              <a:gd name="connsiteY35" fmla="*/ 678863 h 2594344"/>
              <a:gd name="connsiteX36" fmla="*/ 1164265 w 4657060"/>
              <a:gd name="connsiteY36" fmla="*/ 0 h 2594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657060" h="2594344">
                <a:moveTo>
                  <a:pt x="1164265" y="0"/>
                </a:moveTo>
                <a:cubicBezTo>
                  <a:pt x="1656796" y="0"/>
                  <a:pt x="2085213" y="274502"/>
                  <a:pt x="2304875" y="678863"/>
                </a:cubicBezTo>
                <a:lnTo>
                  <a:pt x="2328530" y="727967"/>
                </a:lnTo>
                <a:lnTo>
                  <a:pt x="2359499" y="792254"/>
                </a:lnTo>
                <a:cubicBezTo>
                  <a:pt x="2408729" y="908648"/>
                  <a:pt x="2441454" y="1033722"/>
                  <a:pt x="2454740" y="1164544"/>
                </a:cubicBezTo>
                <a:lnTo>
                  <a:pt x="2457962" y="1228355"/>
                </a:lnTo>
                <a:lnTo>
                  <a:pt x="2454718" y="1292600"/>
                </a:lnTo>
                <a:lnTo>
                  <a:pt x="2454487" y="1297172"/>
                </a:lnTo>
                <a:lnTo>
                  <a:pt x="2454718" y="1301744"/>
                </a:lnTo>
                <a:lnTo>
                  <a:pt x="2457962" y="1365989"/>
                </a:lnTo>
                <a:lnTo>
                  <a:pt x="2459848" y="1403333"/>
                </a:lnTo>
                <a:cubicBezTo>
                  <a:pt x="2513020" y="1926906"/>
                  <a:pt x="2955193" y="2335480"/>
                  <a:pt x="3492795" y="2335480"/>
                </a:cubicBezTo>
                <a:cubicBezTo>
                  <a:pt x="4030397" y="2335480"/>
                  <a:pt x="4472571" y="1926906"/>
                  <a:pt x="4525742" y="1403333"/>
                </a:cubicBezTo>
                <a:lnTo>
                  <a:pt x="4527628" y="1365989"/>
                </a:lnTo>
                <a:lnTo>
                  <a:pt x="4530850" y="1429800"/>
                </a:lnTo>
                <a:cubicBezTo>
                  <a:pt x="4544136" y="1560622"/>
                  <a:pt x="4576861" y="1685696"/>
                  <a:pt x="4626091" y="1802090"/>
                </a:cubicBezTo>
                <a:lnTo>
                  <a:pt x="4657060" y="1866377"/>
                </a:lnTo>
                <a:lnTo>
                  <a:pt x="4633405" y="1915481"/>
                </a:lnTo>
                <a:cubicBezTo>
                  <a:pt x="4413743" y="2319842"/>
                  <a:pt x="3985326" y="2594344"/>
                  <a:pt x="3492795" y="2594344"/>
                </a:cubicBezTo>
                <a:cubicBezTo>
                  <a:pt x="3000265" y="2594344"/>
                  <a:pt x="2571847" y="2319842"/>
                  <a:pt x="2352185" y="1915481"/>
                </a:cubicBezTo>
                <a:lnTo>
                  <a:pt x="2328530" y="1866377"/>
                </a:lnTo>
                <a:lnTo>
                  <a:pt x="2297561" y="1802090"/>
                </a:lnTo>
                <a:cubicBezTo>
                  <a:pt x="2248331" y="1685696"/>
                  <a:pt x="2215606" y="1560622"/>
                  <a:pt x="2202320" y="1429800"/>
                </a:cubicBezTo>
                <a:lnTo>
                  <a:pt x="2199098" y="1365989"/>
                </a:lnTo>
                <a:lnTo>
                  <a:pt x="2202342" y="1301744"/>
                </a:lnTo>
                <a:lnTo>
                  <a:pt x="2202573" y="1297172"/>
                </a:lnTo>
                <a:lnTo>
                  <a:pt x="2202342" y="1292600"/>
                </a:lnTo>
                <a:lnTo>
                  <a:pt x="2199098" y="1228355"/>
                </a:lnTo>
                <a:lnTo>
                  <a:pt x="2197212" y="1191011"/>
                </a:lnTo>
                <a:cubicBezTo>
                  <a:pt x="2144041" y="667438"/>
                  <a:pt x="1701867" y="258864"/>
                  <a:pt x="1164265" y="258864"/>
                </a:cubicBezTo>
                <a:cubicBezTo>
                  <a:pt x="626663" y="258864"/>
                  <a:pt x="184490" y="667438"/>
                  <a:pt x="131318" y="1191011"/>
                </a:cubicBezTo>
                <a:lnTo>
                  <a:pt x="129432" y="1228355"/>
                </a:lnTo>
                <a:lnTo>
                  <a:pt x="126210" y="1164544"/>
                </a:lnTo>
                <a:cubicBezTo>
                  <a:pt x="112924" y="1033722"/>
                  <a:pt x="80199" y="908648"/>
                  <a:pt x="30969" y="792254"/>
                </a:cubicBezTo>
                <a:lnTo>
                  <a:pt x="0" y="727967"/>
                </a:lnTo>
                <a:lnTo>
                  <a:pt x="23655" y="678863"/>
                </a:lnTo>
                <a:cubicBezTo>
                  <a:pt x="243317" y="274502"/>
                  <a:pt x="671735" y="0"/>
                  <a:pt x="1164265" y="0"/>
                </a:cubicBez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Freeform 45"/>
          <p:cNvSpPr/>
          <p:nvPr/>
        </p:nvSpPr>
        <p:spPr>
          <a:xfrm>
            <a:off x="6096000" y="1807591"/>
            <a:ext cx="4789736" cy="2594344"/>
          </a:xfrm>
          <a:custGeom>
            <a:avLst/>
            <a:gdLst>
              <a:gd name="connsiteX0" fmla="*/ 1164265 w 4789736"/>
              <a:gd name="connsiteY0" fmla="*/ 0 h 2594344"/>
              <a:gd name="connsiteX1" fmla="*/ 2304875 w 4789736"/>
              <a:gd name="connsiteY1" fmla="*/ 678863 h 2594344"/>
              <a:gd name="connsiteX2" fmla="*/ 2328530 w 4789736"/>
              <a:gd name="connsiteY2" fmla="*/ 727967 h 2594344"/>
              <a:gd name="connsiteX3" fmla="*/ 2359499 w 4789736"/>
              <a:gd name="connsiteY3" fmla="*/ 792254 h 2594344"/>
              <a:gd name="connsiteX4" fmla="*/ 2454740 w 4789736"/>
              <a:gd name="connsiteY4" fmla="*/ 1164544 h 2594344"/>
              <a:gd name="connsiteX5" fmla="*/ 2457962 w 4789736"/>
              <a:gd name="connsiteY5" fmla="*/ 1228355 h 2594344"/>
              <a:gd name="connsiteX6" fmla="*/ 2454718 w 4789736"/>
              <a:gd name="connsiteY6" fmla="*/ 1292600 h 2594344"/>
              <a:gd name="connsiteX7" fmla="*/ 2454487 w 4789736"/>
              <a:gd name="connsiteY7" fmla="*/ 1297172 h 2594344"/>
              <a:gd name="connsiteX8" fmla="*/ 2454718 w 4789736"/>
              <a:gd name="connsiteY8" fmla="*/ 1301744 h 2594344"/>
              <a:gd name="connsiteX9" fmla="*/ 2457962 w 4789736"/>
              <a:gd name="connsiteY9" fmla="*/ 1365989 h 2594344"/>
              <a:gd name="connsiteX10" fmla="*/ 2459848 w 4789736"/>
              <a:gd name="connsiteY10" fmla="*/ 1403333 h 2594344"/>
              <a:gd name="connsiteX11" fmla="*/ 3492795 w 4789736"/>
              <a:gd name="connsiteY11" fmla="*/ 2335480 h 2594344"/>
              <a:gd name="connsiteX12" fmla="*/ 4525742 w 4789736"/>
              <a:gd name="connsiteY12" fmla="*/ 1403333 h 2594344"/>
              <a:gd name="connsiteX13" fmla="*/ 4530872 w 4789736"/>
              <a:gd name="connsiteY13" fmla="*/ 1301744 h 2594344"/>
              <a:gd name="connsiteX14" fmla="*/ 4789736 w 4789736"/>
              <a:gd name="connsiteY14" fmla="*/ 1301744 h 2594344"/>
              <a:gd name="connsiteX15" fmla="*/ 4783270 w 4789736"/>
              <a:gd name="connsiteY15" fmla="*/ 1429800 h 2594344"/>
              <a:gd name="connsiteX16" fmla="*/ 3492795 w 4789736"/>
              <a:gd name="connsiteY16" fmla="*/ 2594344 h 2594344"/>
              <a:gd name="connsiteX17" fmla="*/ 2352185 w 4789736"/>
              <a:gd name="connsiteY17" fmla="*/ 1915481 h 2594344"/>
              <a:gd name="connsiteX18" fmla="*/ 2328530 w 4789736"/>
              <a:gd name="connsiteY18" fmla="*/ 1866377 h 2594344"/>
              <a:gd name="connsiteX19" fmla="*/ 2297561 w 4789736"/>
              <a:gd name="connsiteY19" fmla="*/ 1802090 h 2594344"/>
              <a:gd name="connsiteX20" fmla="*/ 2202320 w 4789736"/>
              <a:gd name="connsiteY20" fmla="*/ 1429800 h 2594344"/>
              <a:gd name="connsiteX21" fmla="*/ 2199098 w 4789736"/>
              <a:gd name="connsiteY21" fmla="*/ 1365989 h 2594344"/>
              <a:gd name="connsiteX22" fmla="*/ 2202342 w 4789736"/>
              <a:gd name="connsiteY22" fmla="*/ 1301744 h 2594344"/>
              <a:gd name="connsiteX23" fmla="*/ 2202573 w 4789736"/>
              <a:gd name="connsiteY23" fmla="*/ 1297172 h 2594344"/>
              <a:gd name="connsiteX24" fmla="*/ 2202342 w 4789736"/>
              <a:gd name="connsiteY24" fmla="*/ 1292600 h 2594344"/>
              <a:gd name="connsiteX25" fmla="*/ 2199098 w 4789736"/>
              <a:gd name="connsiteY25" fmla="*/ 1228355 h 2594344"/>
              <a:gd name="connsiteX26" fmla="*/ 2197212 w 4789736"/>
              <a:gd name="connsiteY26" fmla="*/ 1191011 h 2594344"/>
              <a:gd name="connsiteX27" fmla="*/ 1164265 w 4789736"/>
              <a:gd name="connsiteY27" fmla="*/ 258864 h 2594344"/>
              <a:gd name="connsiteX28" fmla="*/ 131318 w 4789736"/>
              <a:gd name="connsiteY28" fmla="*/ 1191011 h 2594344"/>
              <a:gd name="connsiteX29" fmla="*/ 129432 w 4789736"/>
              <a:gd name="connsiteY29" fmla="*/ 1228355 h 2594344"/>
              <a:gd name="connsiteX30" fmla="*/ 126210 w 4789736"/>
              <a:gd name="connsiteY30" fmla="*/ 1164544 h 2594344"/>
              <a:gd name="connsiteX31" fmla="*/ 30969 w 4789736"/>
              <a:gd name="connsiteY31" fmla="*/ 792254 h 2594344"/>
              <a:gd name="connsiteX32" fmla="*/ 0 w 4789736"/>
              <a:gd name="connsiteY32" fmla="*/ 727967 h 2594344"/>
              <a:gd name="connsiteX33" fmla="*/ 23655 w 4789736"/>
              <a:gd name="connsiteY33" fmla="*/ 678863 h 2594344"/>
              <a:gd name="connsiteX34" fmla="*/ 1164265 w 4789736"/>
              <a:gd name="connsiteY34" fmla="*/ 0 h 2594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9736" h="2594344">
                <a:moveTo>
                  <a:pt x="1164265" y="0"/>
                </a:moveTo>
                <a:cubicBezTo>
                  <a:pt x="1656796" y="0"/>
                  <a:pt x="2085213" y="274502"/>
                  <a:pt x="2304875" y="678863"/>
                </a:cubicBezTo>
                <a:lnTo>
                  <a:pt x="2328530" y="727967"/>
                </a:lnTo>
                <a:lnTo>
                  <a:pt x="2359499" y="792254"/>
                </a:lnTo>
                <a:cubicBezTo>
                  <a:pt x="2408729" y="908648"/>
                  <a:pt x="2441454" y="1033722"/>
                  <a:pt x="2454740" y="1164544"/>
                </a:cubicBezTo>
                <a:lnTo>
                  <a:pt x="2457962" y="1228355"/>
                </a:lnTo>
                <a:lnTo>
                  <a:pt x="2454718" y="1292600"/>
                </a:lnTo>
                <a:lnTo>
                  <a:pt x="2454487" y="1297172"/>
                </a:lnTo>
                <a:lnTo>
                  <a:pt x="2454718" y="1301744"/>
                </a:lnTo>
                <a:lnTo>
                  <a:pt x="2457962" y="1365989"/>
                </a:lnTo>
                <a:lnTo>
                  <a:pt x="2459848" y="1403333"/>
                </a:lnTo>
                <a:cubicBezTo>
                  <a:pt x="2513019" y="1926906"/>
                  <a:pt x="2955193" y="2335480"/>
                  <a:pt x="3492795" y="2335480"/>
                </a:cubicBezTo>
                <a:cubicBezTo>
                  <a:pt x="4030397" y="2335480"/>
                  <a:pt x="4472571" y="1926906"/>
                  <a:pt x="4525742" y="1403333"/>
                </a:cubicBezTo>
                <a:lnTo>
                  <a:pt x="4530872" y="1301744"/>
                </a:lnTo>
                <a:lnTo>
                  <a:pt x="4789736" y="1301744"/>
                </a:lnTo>
                <a:lnTo>
                  <a:pt x="4783270" y="1429800"/>
                </a:lnTo>
                <a:cubicBezTo>
                  <a:pt x="4716842" y="2083907"/>
                  <a:pt x="4164428" y="2594344"/>
                  <a:pt x="3492795" y="2594344"/>
                </a:cubicBezTo>
                <a:cubicBezTo>
                  <a:pt x="3000264" y="2594344"/>
                  <a:pt x="2571847" y="2319842"/>
                  <a:pt x="2352185" y="1915481"/>
                </a:cubicBezTo>
                <a:lnTo>
                  <a:pt x="2328530" y="1866377"/>
                </a:lnTo>
                <a:lnTo>
                  <a:pt x="2297561" y="1802090"/>
                </a:lnTo>
                <a:cubicBezTo>
                  <a:pt x="2248331" y="1685696"/>
                  <a:pt x="2215606" y="1560622"/>
                  <a:pt x="2202320" y="1429800"/>
                </a:cubicBezTo>
                <a:lnTo>
                  <a:pt x="2199098" y="1365989"/>
                </a:lnTo>
                <a:lnTo>
                  <a:pt x="2202342" y="1301744"/>
                </a:lnTo>
                <a:lnTo>
                  <a:pt x="2202573" y="1297172"/>
                </a:lnTo>
                <a:lnTo>
                  <a:pt x="2202342" y="1292600"/>
                </a:lnTo>
                <a:lnTo>
                  <a:pt x="2199098" y="1228355"/>
                </a:lnTo>
                <a:lnTo>
                  <a:pt x="2197212" y="1191011"/>
                </a:lnTo>
                <a:cubicBezTo>
                  <a:pt x="2144041" y="667438"/>
                  <a:pt x="1701867" y="258864"/>
                  <a:pt x="1164265" y="258864"/>
                </a:cubicBezTo>
                <a:cubicBezTo>
                  <a:pt x="626663" y="258864"/>
                  <a:pt x="184490" y="667438"/>
                  <a:pt x="131318" y="1191011"/>
                </a:cubicBezTo>
                <a:lnTo>
                  <a:pt x="129432" y="1228355"/>
                </a:lnTo>
                <a:lnTo>
                  <a:pt x="126210" y="1164544"/>
                </a:lnTo>
                <a:cubicBezTo>
                  <a:pt x="112924" y="1033722"/>
                  <a:pt x="80199" y="908648"/>
                  <a:pt x="30969" y="792254"/>
                </a:cubicBezTo>
                <a:lnTo>
                  <a:pt x="0" y="727967"/>
                </a:lnTo>
                <a:lnTo>
                  <a:pt x="23655" y="678863"/>
                </a:lnTo>
                <a:cubicBezTo>
                  <a:pt x="243317" y="274502"/>
                  <a:pt x="671735" y="0"/>
                  <a:pt x="1164265"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Arc 46"/>
          <p:cNvSpPr/>
          <p:nvPr/>
        </p:nvSpPr>
        <p:spPr>
          <a:xfrm>
            <a:off x="1773866" y="2279995"/>
            <a:ext cx="1658679" cy="1658679"/>
          </a:xfrm>
          <a:prstGeom prst="arc">
            <a:avLst>
              <a:gd name="adj1" fmla="val 16200000"/>
              <a:gd name="adj2" fmla="val 12982881"/>
            </a:avLst>
          </a:prstGeom>
          <a:ln w="38100" cap="rnd">
            <a:solidFill>
              <a:schemeClr val="accent6"/>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8" name="Arc 47"/>
          <p:cNvSpPr/>
          <p:nvPr/>
        </p:nvSpPr>
        <p:spPr>
          <a:xfrm>
            <a:off x="4102396" y="2270851"/>
            <a:ext cx="1658679" cy="1658679"/>
          </a:xfrm>
          <a:prstGeom prst="arc">
            <a:avLst>
              <a:gd name="adj1" fmla="val 16200000"/>
              <a:gd name="adj2" fmla="val 6753433"/>
            </a:avLst>
          </a:prstGeom>
          <a:ln w="38100" cap="rnd">
            <a:solidFill>
              <a:schemeClr val="tx1">
                <a:lumMod val="65000"/>
                <a:lumOff val="35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9" name="Arc 48"/>
          <p:cNvSpPr/>
          <p:nvPr/>
        </p:nvSpPr>
        <p:spPr>
          <a:xfrm>
            <a:off x="6434100" y="2279995"/>
            <a:ext cx="1658679" cy="1658679"/>
          </a:xfrm>
          <a:prstGeom prst="arc">
            <a:avLst>
              <a:gd name="adj1" fmla="val 16200000"/>
              <a:gd name="adj2" fmla="val 8980362"/>
            </a:avLst>
          </a:prstGeom>
          <a:ln w="38100" cap="rnd">
            <a:solidFill>
              <a:schemeClr val="accent6"/>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0" name="Arc 49"/>
          <p:cNvSpPr/>
          <p:nvPr/>
        </p:nvSpPr>
        <p:spPr>
          <a:xfrm>
            <a:off x="8759455" y="2279995"/>
            <a:ext cx="1658679" cy="1658679"/>
          </a:xfrm>
          <a:prstGeom prst="arc">
            <a:avLst>
              <a:gd name="adj1" fmla="val 16200000"/>
              <a:gd name="adj2" fmla="val 20251780"/>
            </a:avLst>
          </a:prstGeom>
          <a:ln w="38100" cap="rnd">
            <a:solidFill>
              <a:schemeClr val="tx1">
                <a:lumMod val="65000"/>
                <a:lumOff val="35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1" name="TextBox 50"/>
          <p:cNvSpPr txBox="1"/>
          <p:nvPr/>
        </p:nvSpPr>
        <p:spPr>
          <a:xfrm>
            <a:off x="2077330" y="2847724"/>
            <a:ext cx="918841" cy="523220"/>
          </a:xfrm>
          <a:prstGeom prst="rect">
            <a:avLst/>
          </a:prstGeom>
          <a:noFill/>
        </p:spPr>
        <p:txBody>
          <a:bodyPr wrap="none" rtlCol="0">
            <a:spAutoFit/>
          </a:bodyPr>
          <a:lstStyle/>
          <a:p>
            <a:r>
              <a:rPr lang="en-US" sz="28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a:t>
            </a:r>
          </a:p>
        </p:txBody>
      </p:sp>
      <p:sp>
        <p:nvSpPr>
          <p:cNvPr id="52" name="TextBox 51"/>
          <p:cNvSpPr txBox="1"/>
          <p:nvPr/>
        </p:nvSpPr>
        <p:spPr>
          <a:xfrm>
            <a:off x="4472313" y="2847724"/>
            <a:ext cx="918841" cy="523220"/>
          </a:xfrm>
          <a:prstGeom prst="rect">
            <a:avLst/>
          </a:prstGeom>
          <a:noFill/>
        </p:spPr>
        <p:txBody>
          <a:bodyPr wrap="none" rtlCol="0">
            <a:spAutoFit/>
          </a:bodyPr>
          <a:lstStyle/>
          <a:p>
            <a:r>
              <a:rPr lang="en-US" sz="28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53" name="TextBox 52"/>
          <p:cNvSpPr txBox="1"/>
          <p:nvPr/>
        </p:nvSpPr>
        <p:spPr>
          <a:xfrm>
            <a:off x="6806568" y="2847724"/>
            <a:ext cx="918841" cy="523220"/>
          </a:xfrm>
          <a:prstGeom prst="rect">
            <a:avLst/>
          </a:prstGeom>
          <a:noFill/>
        </p:spPr>
        <p:txBody>
          <a:bodyPr wrap="none" rtlCol="0">
            <a:spAutoFit/>
          </a:bodyPr>
          <a:lstStyle/>
          <a:p>
            <a:r>
              <a:rPr lang="en-US" sz="28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54" name="TextBox 53"/>
          <p:cNvSpPr txBox="1"/>
          <p:nvPr/>
        </p:nvSpPr>
        <p:spPr>
          <a:xfrm>
            <a:off x="9135098" y="2838580"/>
            <a:ext cx="918841" cy="523220"/>
          </a:xfrm>
          <a:prstGeom prst="rect">
            <a:avLst/>
          </a:prstGeom>
          <a:noFill/>
        </p:spPr>
        <p:txBody>
          <a:bodyPr wrap="none" rtlCol="0">
            <a:spAutoFit/>
          </a:bodyPr>
          <a:lstStyle/>
          <a:p>
            <a:r>
              <a:rPr lang="en-US" sz="28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15%</a:t>
            </a:r>
          </a:p>
        </p:txBody>
      </p:sp>
      <p:sp>
        <p:nvSpPr>
          <p:cNvPr id="55" name="TextBox 54"/>
          <p:cNvSpPr txBox="1"/>
          <p:nvPr/>
        </p:nvSpPr>
        <p:spPr>
          <a:xfrm>
            <a:off x="1298696" y="4686644"/>
            <a:ext cx="2367248" cy="630942"/>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rgbClr val="95A5A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56" name="TextBox 55"/>
          <p:cNvSpPr txBox="1"/>
          <p:nvPr/>
        </p:nvSpPr>
        <p:spPr>
          <a:xfrm>
            <a:off x="3671529" y="4686644"/>
            <a:ext cx="2367248" cy="630942"/>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57" name="TextBox 56"/>
          <p:cNvSpPr txBox="1"/>
          <p:nvPr/>
        </p:nvSpPr>
        <p:spPr>
          <a:xfrm>
            <a:off x="6044362" y="4686644"/>
            <a:ext cx="2367248" cy="630942"/>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rgbClr val="95A5A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58" name="TextBox 57"/>
          <p:cNvSpPr txBox="1"/>
          <p:nvPr/>
        </p:nvSpPr>
        <p:spPr>
          <a:xfrm>
            <a:off x="8417194" y="4686644"/>
            <a:ext cx="2367248" cy="630942"/>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59" name="TextBox 58"/>
          <p:cNvSpPr txBox="1"/>
          <p:nvPr/>
        </p:nvSpPr>
        <p:spPr>
          <a:xfrm>
            <a:off x="1592033" y="5602295"/>
            <a:ext cx="1889433" cy="507831"/>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60" name="TextBox 59"/>
          <p:cNvSpPr txBox="1"/>
          <p:nvPr/>
        </p:nvSpPr>
        <p:spPr>
          <a:xfrm>
            <a:off x="3936384" y="5602295"/>
            <a:ext cx="1889433" cy="507831"/>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61" name="TextBox 60"/>
          <p:cNvSpPr txBox="1"/>
          <p:nvPr/>
        </p:nvSpPr>
        <p:spPr>
          <a:xfrm>
            <a:off x="6283269" y="5602295"/>
            <a:ext cx="1889433" cy="507831"/>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62" name="TextBox 61"/>
          <p:cNvSpPr txBox="1"/>
          <p:nvPr/>
        </p:nvSpPr>
        <p:spPr>
          <a:xfrm>
            <a:off x="8710531" y="5599963"/>
            <a:ext cx="1889433" cy="507831"/>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Tree>
    <p:extLst>
      <p:ext uri="{BB962C8B-B14F-4D97-AF65-F5344CB8AC3E}">
        <p14:creationId xmlns:p14="http://schemas.microsoft.com/office/powerpoint/2010/main" val="2471272334"/>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80</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974016" y="1905003"/>
            <a:ext cx="1828800" cy="1828800"/>
          </a:xfrm>
          <a:prstGeom prst="ellipse">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0.25%</a:t>
            </a:r>
          </a:p>
        </p:txBody>
      </p:sp>
      <p:sp>
        <p:nvSpPr>
          <p:cNvPr id="15" name="Arc 14"/>
          <p:cNvSpPr/>
          <p:nvPr/>
        </p:nvSpPr>
        <p:spPr>
          <a:xfrm>
            <a:off x="1176034" y="2107021"/>
            <a:ext cx="1424763" cy="1424763"/>
          </a:xfrm>
          <a:prstGeom prst="arc">
            <a:avLst>
              <a:gd name="adj1" fmla="val 16200000"/>
              <a:gd name="adj2" fmla="val 20728475"/>
            </a:avLst>
          </a:prstGeom>
          <a:noFill/>
          <a:ln w="190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3779072" y="1905003"/>
            <a:ext cx="1828800" cy="1828800"/>
          </a:xfrm>
          <a:prstGeom prst="ellipse">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0.70%</a:t>
            </a:r>
          </a:p>
        </p:txBody>
      </p:sp>
      <p:sp>
        <p:nvSpPr>
          <p:cNvPr id="17" name="Arc 16"/>
          <p:cNvSpPr/>
          <p:nvPr/>
        </p:nvSpPr>
        <p:spPr>
          <a:xfrm>
            <a:off x="3981090" y="2107021"/>
            <a:ext cx="1424763" cy="1424763"/>
          </a:xfrm>
          <a:prstGeom prst="arc">
            <a:avLst>
              <a:gd name="adj1" fmla="val 16200000"/>
              <a:gd name="adj2" fmla="val 9527928"/>
            </a:avLst>
          </a:prstGeom>
          <a:noFill/>
          <a:ln w="190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6584128" y="1905003"/>
            <a:ext cx="1828800" cy="1828800"/>
          </a:xfrm>
          <a:prstGeom prst="ellipse">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0.95%</a:t>
            </a:r>
          </a:p>
        </p:txBody>
      </p:sp>
      <p:sp>
        <p:nvSpPr>
          <p:cNvPr id="19" name="Arc 18"/>
          <p:cNvSpPr/>
          <p:nvPr/>
        </p:nvSpPr>
        <p:spPr>
          <a:xfrm>
            <a:off x="6786146" y="2107021"/>
            <a:ext cx="1424763" cy="1424763"/>
          </a:xfrm>
          <a:prstGeom prst="arc">
            <a:avLst>
              <a:gd name="adj1" fmla="val 16200000"/>
              <a:gd name="adj2" fmla="val 14065484"/>
            </a:avLst>
          </a:prstGeom>
          <a:noFill/>
          <a:ln w="190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9389184" y="1905003"/>
            <a:ext cx="1828800" cy="1828800"/>
          </a:xfrm>
          <a:prstGeom prst="ellipse">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0.15%</a:t>
            </a:r>
          </a:p>
        </p:txBody>
      </p:sp>
      <p:sp>
        <p:nvSpPr>
          <p:cNvPr id="21" name="Arc 20"/>
          <p:cNvSpPr/>
          <p:nvPr/>
        </p:nvSpPr>
        <p:spPr>
          <a:xfrm>
            <a:off x="9591202" y="2107021"/>
            <a:ext cx="1424763" cy="1424763"/>
          </a:xfrm>
          <a:prstGeom prst="arc">
            <a:avLst>
              <a:gd name="adj1" fmla="val 16200000"/>
              <a:gd name="adj2" fmla="val 18618804"/>
            </a:avLst>
          </a:prstGeom>
          <a:noFill/>
          <a:ln w="190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720731" y="4321633"/>
            <a:ext cx="2335367" cy="784830"/>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3" name="TextBox 22"/>
          <p:cNvSpPr txBox="1"/>
          <p:nvPr/>
        </p:nvSpPr>
        <p:spPr>
          <a:xfrm>
            <a:off x="3525787" y="4321633"/>
            <a:ext cx="2335367" cy="784830"/>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4" name="TextBox 23"/>
          <p:cNvSpPr txBox="1"/>
          <p:nvPr/>
        </p:nvSpPr>
        <p:spPr>
          <a:xfrm>
            <a:off x="6330843" y="4321633"/>
            <a:ext cx="2335367" cy="784830"/>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5" name="TextBox 24"/>
          <p:cNvSpPr txBox="1"/>
          <p:nvPr/>
        </p:nvSpPr>
        <p:spPr>
          <a:xfrm>
            <a:off x="9135899" y="4321633"/>
            <a:ext cx="2335367" cy="784830"/>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6" name="TextBox 25"/>
          <p:cNvSpPr txBox="1"/>
          <p:nvPr/>
        </p:nvSpPr>
        <p:spPr>
          <a:xfrm>
            <a:off x="1501438" y="5438904"/>
            <a:ext cx="773951"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AWESOME</a:t>
            </a:r>
          </a:p>
        </p:txBody>
      </p:sp>
      <p:sp>
        <p:nvSpPr>
          <p:cNvPr id="27" name="TextBox 26"/>
          <p:cNvSpPr txBox="1"/>
          <p:nvPr/>
        </p:nvSpPr>
        <p:spPr>
          <a:xfrm>
            <a:off x="4304020" y="5433843"/>
            <a:ext cx="77890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ESSENTIAL</a:t>
            </a:r>
          </a:p>
        </p:txBody>
      </p:sp>
      <p:sp>
        <p:nvSpPr>
          <p:cNvPr id="28" name="TextBox 27"/>
          <p:cNvSpPr txBox="1"/>
          <p:nvPr/>
        </p:nvSpPr>
        <p:spPr>
          <a:xfrm>
            <a:off x="7174514" y="5442647"/>
            <a:ext cx="648024"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UNIQUE</a:t>
            </a:r>
          </a:p>
        </p:txBody>
      </p:sp>
      <p:sp>
        <p:nvSpPr>
          <p:cNvPr id="29" name="TextBox 28"/>
          <p:cNvSpPr txBox="1"/>
          <p:nvPr/>
        </p:nvSpPr>
        <p:spPr>
          <a:xfrm>
            <a:off x="9789523" y="5442647"/>
            <a:ext cx="1028118"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PROFESSIONAL</a:t>
            </a:r>
          </a:p>
        </p:txBody>
      </p:sp>
    </p:spTree>
    <p:extLst>
      <p:ext uri="{BB962C8B-B14F-4D97-AF65-F5344CB8AC3E}">
        <p14:creationId xmlns:p14="http://schemas.microsoft.com/office/powerpoint/2010/main" val="129506898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81</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1730668" y="1752018"/>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1832516" y="1853866"/>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1949560" y="1970910"/>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7" name="TextBox 16"/>
          <p:cNvSpPr txBox="1"/>
          <p:nvPr/>
        </p:nvSpPr>
        <p:spPr>
          <a:xfrm>
            <a:off x="3054507" y="1901443"/>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8" name="Oval 17"/>
          <p:cNvSpPr/>
          <p:nvPr/>
        </p:nvSpPr>
        <p:spPr>
          <a:xfrm>
            <a:off x="1730668" y="3329572"/>
            <a:ext cx="1206795" cy="1206795"/>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1832516" y="3431420"/>
            <a:ext cx="1003098" cy="1003098"/>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1949560" y="3548464"/>
            <a:ext cx="769009" cy="769009"/>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1" name="TextBox 20"/>
          <p:cNvSpPr txBox="1"/>
          <p:nvPr/>
        </p:nvSpPr>
        <p:spPr>
          <a:xfrm>
            <a:off x="3054507" y="347899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2" name="Oval 21"/>
          <p:cNvSpPr/>
          <p:nvPr/>
        </p:nvSpPr>
        <p:spPr>
          <a:xfrm>
            <a:off x="1730668" y="4910158"/>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1832516" y="5012006"/>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1949560" y="5129050"/>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5" name="TextBox 24"/>
          <p:cNvSpPr txBox="1"/>
          <p:nvPr/>
        </p:nvSpPr>
        <p:spPr>
          <a:xfrm>
            <a:off x="3054507" y="5059583"/>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6" name="Oval 25"/>
          <p:cNvSpPr/>
          <p:nvPr/>
        </p:nvSpPr>
        <p:spPr>
          <a:xfrm>
            <a:off x="6846445" y="1752018"/>
            <a:ext cx="1206795" cy="1206795"/>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6948293" y="1853866"/>
            <a:ext cx="1003098" cy="1003098"/>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p:cNvSpPr/>
          <p:nvPr/>
        </p:nvSpPr>
        <p:spPr>
          <a:xfrm>
            <a:off x="7065337" y="1970910"/>
            <a:ext cx="769009" cy="769009"/>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9" name="TextBox 28"/>
          <p:cNvSpPr txBox="1"/>
          <p:nvPr/>
        </p:nvSpPr>
        <p:spPr>
          <a:xfrm>
            <a:off x="8170284" y="1901443"/>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0" name="Oval 29"/>
          <p:cNvSpPr/>
          <p:nvPr/>
        </p:nvSpPr>
        <p:spPr>
          <a:xfrm>
            <a:off x="6846445" y="3329572"/>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p:cNvSpPr/>
          <p:nvPr/>
        </p:nvSpPr>
        <p:spPr>
          <a:xfrm>
            <a:off x="6948293" y="3431420"/>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Oval 31"/>
          <p:cNvSpPr/>
          <p:nvPr/>
        </p:nvSpPr>
        <p:spPr>
          <a:xfrm>
            <a:off x="7065337" y="3548464"/>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3" name="TextBox 32"/>
          <p:cNvSpPr txBox="1"/>
          <p:nvPr/>
        </p:nvSpPr>
        <p:spPr>
          <a:xfrm>
            <a:off x="8170284" y="347899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4" name="Oval 33"/>
          <p:cNvSpPr/>
          <p:nvPr/>
        </p:nvSpPr>
        <p:spPr>
          <a:xfrm>
            <a:off x="6846445" y="4910158"/>
            <a:ext cx="1206795" cy="1206795"/>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p:cNvSpPr/>
          <p:nvPr/>
        </p:nvSpPr>
        <p:spPr>
          <a:xfrm>
            <a:off x="6948293" y="5012006"/>
            <a:ext cx="1003098" cy="1003098"/>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Oval 35"/>
          <p:cNvSpPr/>
          <p:nvPr/>
        </p:nvSpPr>
        <p:spPr>
          <a:xfrm>
            <a:off x="7065337" y="5129050"/>
            <a:ext cx="769009" cy="769009"/>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7" name="TextBox 36"/>
          <p:cNvSpPr txBox="1"/>
          <p:nvPr/>
        </p:nvSpPr>
        <p:spPr>
          <a:xfrm>
            <a:off x="8170284" y="5059583"/>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06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435712762"/>
      </p:ext>
    </p:extLst>
  </p:cSld>
  <p:clrMapOvr>
    <a:masterClrMapping/>
  </p:clrMapOvr>
  <p:transition spd="med">
    <p:pull/>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82</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ube 13"/>
          <p:cNvSpPr/>
          <p:nvPr/>
        </p:nvSpPr>
        <p:spPr>
          <a:xfrm>
            <a:off x="1624225" y="1887192"/>
            <a:ext cx="756485" cy="877897"/>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Rectangle 14"/>
          <p:cNvSpPr/>
          <p:nvPr/>
        </p:nvSpPr>
        <p:spPr>
          <a:xfrm>
            <a:off x="2380710" y="1887192"/>
            <a:ext cx="2870791" cy="3303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NEW BRANDING</a:t>
            </a:r>
          </a:p>
        </p:txBody>
      </p:sp>
      <p:sp>
        <p:nvSpPr>
          <p:cNvPr id="16" name="TextBox 15"/>
          <p:cNvSpPr txBox="1"/>
          <p:nvPr/>
        </p:nvSpPr>
        <p:spPr>
          <a:xfrm>
            <a:off x="2380709" y="2326140"/>
            <a:ext cx="2870791"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Etharns ser quidem rerum facilis</a:t>
            </a:r>
          </a:p>
        </p:txBody>
      </p:sp>
      <p:sp>
        <p:nvSpPr>
          <p:cNvPr id="17" name="Cube 16"/>
          <p:cNvSpPr/>
          <p:nvPr/>
        </p:nvSpPr>
        <p:spPr>
          <a:xfrm>
            <a:off x="6940502" y="1887191"/>
            <a:ext cx="756485" cy="877897"/>
          </a:xfrm>
          <a:prstGeom prst="cub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Rectangle 17"/>
          <p:cNvSpPr/>
          <p:nvPr/>
        </p:nvSpPr>
        <p:spPr>
          <a:xfrm>
            <a:off x="7696987" y="1887191"/>
            <a:ext cx="2870791" cy="330320"/>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STRATEGY</a:t>
            </a:r>
          </a:p>
        </p:txBody>
      </p:sp>
      <p:sp>
        <p:nvSpPr>
          <p:cNvPr id="19" name="TextBox 18"/>
          <p:cNvSpPr txBox="1"/>
          <p:nvPr/>
        </p:nvSpPr>
        <p:spPr>
          <a:xfrm>
            <a:off x="7696986" y="2326139"/>
            <a:ext cx="2870791"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Etharns ser quidem rerum facilis</a:t>
            </a:r>
          </a:p>
        </p:txBody>
      </p:sp>
      <p:sp>
        <p:nvSpPr>
          <p:cNvPr id="20" name="Cube 19"/>
          <p:cNvSpPr/>
          <p:nvPr/>
        </p:nvSpPr>
        <p:spPr>
          <a:xfrm>
            <a:off x="1624224" y="3063655"/>
            <a:ext cx="756485" cy="877897"/>
          </a:xfrm>
          <a:prstGeom prst="cub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1" name="Rectangle 20"/>
          <p:cNvSpPr/>
          <p:nvPr/>
        </p:nvSpPr>
        <p:spPr>
          <a:xfrm>
            <a:off x="2380709" y="3063655"/>
            <a:ext cx="2870791" cy="330320"/>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BRANDING</a:t>
            </a:r>
          </a:p>
        </p:txBody>
      </p:sp>
      <p:sp>
        <p:nvSpPr>
          <p:cNvPr id="22" name="TextBox 21"/>
          <p:cNvSpPr txBox="1"/>
          <p:nvPr/>
        </p:nvSpPr>
        <p:spPr>
          <a:xfrm>
            <a:off x="2380708" y="3502603"/>
            <a:ext cx="2870791"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Etharns ser quidem rerum facilis</a:t>
            </a:r>
          </a:p>
        </p:txBody>
      </p:sp>
      <p:sp>
        <p:nvSpPr>
          <p:cNvPr id="23" name="Cube 22"/>
          <p:cNvSpPr/>
          <p:nvPr/>
        </p:nvSpPr>
        <p:spPr>
          <a:xfrm>
            <a:off x="6940501" y="2994772"/>
            <a:ext cx="756485" cy="877897"/>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4" name="Rectangle 23"/>
          <p:cNvSpPr/>
          <p:nvPr/>
        </p:nvSpPr>
        <p:spPr>
          <a:xfrm>
            <a:off x="7696986" y="2994772"/>
            <a:ext cx="2870791" cy="3303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SOLUTIONS</a:t>
            </a:r>
          </a:p>
        </p:txBody>
      </p:sp>
      <p:sp>
        <p:nvSpPr>
          <p:cNvPr id="25" name="TextBox 24"/>
          <p:cNvSpPr txBox="1"/>
          <p:nvPr/>
        </p:nvSpPr>
        <p:spPr>
          <a:xfrm>
            <a:off x="7696985" y="3433720"/>
            <a:ext cx="2870791"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Etharns ser quidem rerum facilis</a:t>
            </a:r>
          </a:p>
        </p:txBody>
      </p:sp>
      <p:sp>
        <p:nvSpPr>
          <p:cNvPr id="26" name="extBox 3"/>
          <p:cNvSpPr txBox="1"/>
          <p:nvPr/>
        </p:nvSpPr>
        <p:spPr>
          <a:xfrm>
            <a:off x="1624222" y="4535293"/>
            <a:ext cx="3459694" cy="12772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27" name="extBox 3"/>
          <p:cNvSpPr txBox="1"/>
          <p:nvPr/>
        </p:nvSpPr>
        <p:spPr>
          <a:xfrm>
            <a:off x="6940501" y="4535293"/>
            <a:ext cx="3459694" cy="1277273"/>
          </a:xfrm>
          <a:prstGeom prst="rect">
            <a:avLst/>
          </a:prstGeom>
          <a:noFill/>
        </p:spPr>
        <p:txBody>
          <a:bodyPr wrap="square" rtlCol="0">
            <a:spAutoFit/>
          </a:bodyPr>
          <a:lstStyle/>
          <a:p>
            <a:pPr algn="just"/>
            <a:r>
              <a:rPr lang="en-US" sz="2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3959307876"/>
      </p:ext>
    </p:extLst>
  </p:cSld>
  <p:clrMapOvr>
    <a:masterClrMapping/>
  </p:clrMapOvr>
  <mc:AlternateContent xmlns:mc="http://schemas.openxmlformats.org/markup-compatibility/2006" xmlns:p14="http://schemas.microsoft.com/office/powerpoint/2010/main">
    <mc:Choice Requires="p14">
      <p:transition spd="slow" p14:dur="2000">
        <p14:ferris dir="l"/>
      </p:transition>
    </mc:Choice>
    <mc:Fallback xmlns="">
      <p:transition spd="slow">
        <p:fade/>
      </p:transition>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ounded Rectangle 13"/>
          <p:cNvSpPr/>
          <p:nvPr/>
        </p:nvSpPr>
        <p:spPr>
          <a:xfrm>
            <a:off x="1423071" y="1213835"/>
            <a:ext cx="329688" cy="2602269"/>
          </a:xfrm>
          <a:prstGeom prst="roundRect">
            <a:avLst>
              <a:gd name="adj" fmla="val 2228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p:cNvSpPr/>
          <p:nvPr/>
        </p:nvSpPr>
        <p:spPr>
          <a:xfrm>
            <a:off x="1423071" y="1846469"/>
            <a:ext cx="329688" cy="1969636"/>
          </a:xfrm>
          <a:prstGeom prst="roundRect">
            <a:avLst>
              <a:gd name="adj" fmla="val 2228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673515" y="3294372"/>
            <a:ext cx="1828800" cy="1828800"/>
          </a:xfrm>
          <a:prstGeom prst="ellipse">
            <a:avLst/>
          </a:prstGeom>
          <a:solidFill>
            <a:schemeClr val="bg1"/>
          </a:solid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0.25%</a:t>
            </a:r>
          </a:p>
        </p:txBody>
      </p:sp>
      <p:sp>
        <p:nvSpPr>
          <p:cNvPr id="17" name="Arc 16"/>
          <p:cNvSpPr/>
          <p:nvPr/>
        </p:nvSpPr>
        <p:spPr>
          <a:xfrm>
            <a:off x="875534" y="3496390"/>
            <a:ext cx="1424763" cy="1424763"/>
          </a:xfrm>
          <a:prstGeom prst="arc">
            <a:avLst>
              <a:gd name="adj1" fmla="val 16200000"/>
              <a:gd name="adj2" fmla="val 20728475"/>
            </a:avLst>
          </a:prstGeom>
          <a:noFill/>
          <a:ln w="1905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673515" y="5183521"/>
            <a:ext cx="1757724"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cxnSp>
        <p:nvCxnSpPr>
          <p:cNvPr id="19" name="Straight Connector 18"/>
          <p:cNvCxnSpPr/>
          <p:nvPr/>
        </p:nvCxnSpPr>
        <p:spPr>
          <a:xfrm>
            <a:off x="1739187" y="1846469"/>
            <a:ext cx="2451439"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1899578" y="189973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85%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1" name="Rounded Rectangle 20"/>
          <p:cNvSpPr/>
          <p:nvPr/>
        </p:nvSpPr>
        <p:spPr>
          <a:xfrm>
            <a:off x="5087001" y="1166649"/>
            <a:ext cx="329688" cy="2602269"/>
          </a:xfrm>
          <a:prstGeom prst="roundRect">
            <a:avLst>
              <a:gd name="adj" fmla="val 2228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ounded Rectangle 21"/>
          <p:cNvSpPr/>
          <p:nvPr/>
        </p:nvSpPr>
        <p:spPr>
          <a:xfrm>
            <a:off x="5087001" y="2569485"/>
            <a:ext cx="329688" cy="1199433"/>
          </a:xfrm>
          <a:prstGeom prst="roundRect">
            <a:avLst>
              <a:gd name="adj" fmla="val 2228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4337445" y="3247186"/>
            <a:ext cx="1828800" cy="1828800"/>
          </a:xfrm>
          <a:prstGeom prst="ellipse">
            <a:avLst/>
          </a:prstGeom>
          <a:solidFill>
            <a:schemeClr val="bg1"/>
          </a:solidFill>
          <a:ln w="31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0.64%</a:t>
            </a:r>
          </a:p>
        </p:txBody>
      </p:sp>
      <p:sp>
        <p:nvSpPr>
          <p:cNvPr id="24" name="Arc 23"/>
          <p:cNvSpPr/>
          <p:nvPr/>
        </p:nvSpPr>
        <p:spPr>
          <a:xfrm>
            <a:off x="4539464" y="3449204"/>
            <a:ext cx="1424763" cy="1424763"/>
          </a:xfrm>
          <a:prstGeom prst="arc">
            <a:avLst>
              <a:gd name="adj1" fmla="val 16200000"/>
              <a:gd name="adj2" fmla="val 7742514"/>
            </a:avLst>
          </a:prstGeom>
          <a:noFill/>
          <a:ln w="19050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p:cNvSpPr txBox="1"/>
          <p:nvPr/>
        </p:nvSpPr>
        <p:spPr>
          <a:xfrm>
            <a:off x="4337445" y="5162457"/>
            <a:ext cx="1757724"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cxnSp>
        <p:nvCxnSpPr>
          <p:cNvPr id="26" name="Straight Connector 25"/>
          <p:cNvCxnSpPr/>
          <p:nvPr/>
        </p:nvCxnSpPr>
        <p:spPr>
          <a:xfrm>
            <a:off x="5403117" y="1799283"/>
            <a:ext cx="2451439"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7" name="TextBox 26"/>
          <p:cNvSpPr txBox="1"/>
          <p:nvPr/>
        </p:nvSpPr>
        <p:spPr>
          <a:xfrm>
            <a:off x="5563508" y="1852551"/>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30%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8" name="Rounded Rectangle 27"/>
          <p:cNvSpPr/>
          <p:nvPr/>
        </p:nvSpPr>
        <p:spPr>
          <a:xfrm>
            <a:off x="8750931" y="1213835"/>
            <a:ext cx="329688" cy="2602269"/>
          </a:xfrm>
          <a:prstGeom prst="roundRect">
            <a:avLst>
              <a:gd name="adj" fmla="val 2228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ounded Rectangle 28"/>
          <p:cNvSpPr/>
          <p:nvPr/>
        </p:nvSpPr>
        <p:spPr>
          <a:xfrm>
            <a:off x="8750931" y="1538128"/>
            <a:ext cx="329688" cy="2277977"/>
          </a:xfrm>
          <a:prstGeom prst="roundRect">
            <a:avLst>
              <a:gd name="adj" fmla="val 2228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p:cNvSpPr/>
          <p:nvPr/>
        </p:nvSpPr>
        <p:spPr>
          <a:xfrm>
            <a:off x="8001375" y="3294372"/>
            <a:ext cx="1828800" cy="1828800"/>
          </a:xfrm>
          <a:prstGeom prst="ellipse">
            <a:avLst/>
          </a:prstGeom>
          <a:solidFill>
            <a:schemeClr val="bg1"/>
          </a:solid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0.15%</a:t>
            </a:r>
          </a:p>
        </p:txBody>
      </p:sp>
      <p:sp>
        <p:nvSpPr>
          <p:cNvPr id="31" name="Arc 30"/>
          <p:cNvSpPr/>
          <p:nvPr/>
        </p:nvSpPr>
        <p:spPr>
          <a:xfrm>
            <a:off x="8203394" y="3496390"/>
            <a:ext cx="1424763" cy="1424763"/>
          </a:xfrm>
          <a:prstGeom prst="arc">
            <a:avLst>
              <a:gd name="adj1" fmla="val 16200000"/>
              <a:gd name="adj2" fmla="val 18220733"/>
            </a:avLst>
          </a:prstGeom>
          <a:noFill/>
          <a:ln w="1905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8036913" y="5177580"/>
            <a:ext cx="1757724"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cxnSp>
        <p:nvCxnSpPr>
          <p:cNvPr id="33" name="Straight Connector 32"/>
          <p:cNvCxnSpPr/>
          <p:nvPr/>
        </p:nvCxnSpPr>
        <p:spPr>
          <a:xfrm>
            <a:off x="9067047" y="1846469"/>
            <a:ext cx="2451439"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9227438" y="189973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52808827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eelOff"/>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down)">
                                      <p:cBhvr>
                                        <p:cTn id="7" dur="500"/>
                                        <p:tgtEl>
                                          <p:spTgt spid="1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left)">
                                      <p:cBhvr>
                                        <p:cTn id="11" dur="500"/>
                                        <p:tgtEl>
                                          <p:spTgt spid="19"/>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1000"/>
                                        <p:tgtEl>
                                          <p:spTgt spid="20"/>
                                        </p:tgtEl>
                                      </p:cBhvr>
                                    </p:animEffect>
                                    <p:anim calcmode="lin" valueType="num">
                                      <p:cBhvr>
                                        <p:cTn id="16" dur="1000" fill="hold"/>
                                        <p:tgtEl>
                                          <p:spTgt spid="20"/>
                                        </p:tgtEl>
                                        <p:attrNameLst>
                                          <p:attrName>ppt_x</p:attrName>
                                        </p:attrNameLst>
                                      </p:cBhvr>
                                      <p:tavLst>
                                        <p:tav tm="0">
                                          <p:val>
                                            <p:strVal val="#ppt_x"/>
                                          </p:val>
                                        </p:tav>
                                        <p:tav tm="100000">
                                          <p:val>
                                            <p:strVal val="#ppt_x"/>
                                          </p:val>
                                        </p:tav>
                                      </p:tavLst>
                                    </p:anim>
                                    <p:anim calcmode="lin" valueType="num">
                                      <p:cBhvr>
                                        <p:cTn id="17" dur="1000" fill="hold"/>
                                        <p:tgtEl>
                                          <p:spTgt spid="20"/>
                                        </p:tgtEl>
                                        <p:attrNameLst>
                                          <p:attrName>ppt_y</p:attrName>
                                        </p:attrNameLst>
                                      </p:cBhvr>
                                      <p:tavLst>
                                        <p:tav tm="0">
                                          <p:val>
                                            <p:strVal val="#ppt_y+.1"/>
                                          </p:val>
                                        </p:tav>
                                        <p:tav tm="100000">
                                          <p:val>
                                            <p:strVal val="#ppt_y"/>
                                          </p:val>
                                        </p:tav>
                                      </p:tavLst>
                                    </p:anim>
                                  </p:childTnLst>
                                </p:cTn>
                              </p:par>
                            </p:childTnLst>
                          </p:cTn>
                        </p:par>
                        <p:par>
                          <p:cTn id="18" fill="hold">
                            <p:stCondLst>
                              <p:cond delay="2000"/>
                            </p:stCondLst>
                            <p:childTnLst>
                              <p:par>
                                <p:cTn id="19" presetID="22" presetClass="entr" presetSubtype="4" fill="hold" grpId="0" nodeType="afterEffect">
                                  <p:stCondLst>
                                    <p:cond delay="0"/>
                                  </p:stCondLst>
                                  <p:childTnLst>
                                    <p:set>
                                      <p:cBhvr>
                                        <p:cTn id="20" dur="1" fill="hold">
                                          <p:stCondLst>
                                            <p:cond delay="0"/>
                                          </p:stCondLst>
                                        </p:cTn>
                                        <p:tgtEl>
                                          <p:spTgt spid="22"/>
                                        </p:tgtEl>
                                        <p:attrNameLst>
                                          <p:attrName>style.visibility</p:attrName>
                                        </p:attrNameLst>
                                      </p:cBhvr>
                                      <p:to>
                                        <p:strVal val="visible"/>
                                      </p:to>
                                    </p:set>
                                    <p:animEffect transition="in" filter="wipe(down)">
                                      <p:cBhvr>
                                        <p:cTn id="21" dur="500"/>
                                        <p:tgtEl>
                                          <p:spTgt spid="22"/>
                                        </p:tgtEl>
                                      </p:cBhvr>
                                    </p:animEffect>
                                  </p:childTnLst>
                                </p:cTn>
                              </p:par>
                            </p:childTnLst>
                          </p:cTn>
                        </p:par>
                        <p:par>
                          <p:cTn id="22" fill="hold">
                            <p:stCondLst>
                              <p:cond delay="2500"/>
                            </p:stCondLst>
                            <p:childTnLst>
                              <p:par>
                                <p:cTn id="23" presetID="22" presetClass="entr" presetSubtype="8" fill="hold" nodeType="afterEffect">
                                  <p:stCondLst>
                                    <p:cond delay="0"/>
                                  </p:stCondLst>
                                  <p:childTnLst>
                                    <p:set>
                                      <p:cBhvr>
                                        <p:cTn id="24" dur="1" fill="hold">
                                          <p:stCondLst>
                                            <p:cond delay="0"/>
                                          </p:stCondLst>
                                        </p:cTn>
                                        <p:tgtEl>
                                          <p:spTgt spid="26"/>
                                        </p:tgtEl>
                                        <p:attrNameLst>
                                          <p:attrName>style.visibility</p:attrName>
                                        </p:attrNameLst>
                                      </p:cBhvr>
                                      <p:to>
                                        <p:strVal val="visible"/>
                                      </p:to>
                                    </p:set>
                                    <p:animEffect transition="in" filter="wipe(left)">
                                      <p:cBhvr>
                                        <p:cTn id="25" dur="500"/>
                                        <p:tgtEl>
                                          <p:spTgt spid="26"/>
                                        </p:tgtEl>
                                      </p:cBhvr>
                                    </p:animEffect>
                                  </p:childTnLst>
                                </p:cTn>
                              </p:par>
                            </p:childTnLst>
                          </p:cTn>
                        </p:par>
                        <p:par>
                          <p:cTn id="26" fill="hold">
                            <p:stCondLst>
                              <p:cond delay="3000"/>
                            </p:stCondLst>
                            <p:childTnLst>
                              <p:par>
                                <p:cTn id="27" presetID="42" presetClass="entr" presetSubtype="0" fill="hold" grpId="0" nodeType="afterEffect">
                                  <p:stCondLst>
                                    <p:cond delay="0"/>
                                  </p:stCondLst>
                                  <p:childTnLst>
                                    <p:set>
                                      <p:cBhvr>
                                        <p:cTn id="28" dur="1" fill="hold">
                                          <p:stCondLst>
                                            <p:cond delay="0"/>
                                          </p:stCondLst>
                                        </p:cTn>
                                        <p:tgtEl>
                                          <p:spTgt spid="27"/>
                                        </p:tgtEl>
                                        <p:attrNameLst>
                                          <p:attrName>style.visibility</p:attrName>
                                        </p:attrNameLst>
                                      </p:cBhvr>
                                      <p:to>
                                        <p:strVal val="visible"/>
                                      </p:to>
                                    </p:set>
                                    <p:animEffect transition="in" filter="fade">
                                      <p:cBhvr>
                                        <p:cTn id="29" dur="1000"/>
                                        <p:tgtEl>
                                          <p:spTgt spid="27"/>
                                        </p:tgtEl>
                                      </p:cBhvr>
                                    </p:animEffect>
                                    <p:anim calcmode="lin" valueType="num">
                                      <p:cBhvr>
                                        <p:cTn id="30" dur="1000" fill="hold"/>
                                        <p:tgtEl>
                                          <p:spTgt spid="27"/>
                                        </p:tgtEl>
                                        <p:attrNameLst>
                                          <p:attrName>ppt_x</p:attrName>
                                        </p:attrNameLst>
                                      </p:cBhvr>
                                      <p:tavLst>
                                        <p:tav tm="0">
                                          <p:val>
                                            <p:strVal val="#ppt_x"/>
                                          </p:val>
                                        </p:tav>
                                        <p:tav tm="100000">
                                          <p:val>
                                            <p:strVal val="#ppt_x"/>
                                          </p:val>
                                        </p:tav>
                                      </p:tavLst>
                                    </p:anim>
                                    <p:anim calcmode="lin" valueType="num">
                                      <p:cBhvr>
                                        <p:cTn id="31" dur="1000" fill="hold"/>
                                        <p:tgtEl>
                                          <p:spTgt spid="27"/>
                                        </p:tgtEl>
                                        <p:attrNameLst>
                                          <p:attrName>ppt_y</p:attrName>
                                        </p:attrNameLst>
                                      </p:cBhvr>
                                      <p:tavLst>
                                        <p:tav tm="0">
                                          <p:val>
                                            <p:strVal val="#ppt_y+.1"/>
                                          </p:val>
                                        </p:tav>
                                        <p:tav tm="100000">
                                          <p:val>
                                            <p:strVal val="#ppt_y"/>
                                          </p:val>
                                        </p:tav>
                                      </p:tavLst>
                                    </p:anim>
                                  </p:childTnLst>
                                </p:cTn>
                              </p:par>
                            </p:childTnLst>
                          </p:cTn>
                        </p:par>
                        <p:par>
                          <p:cTn id="32" fill="hold">
                            <p:stCondLst>
                              <p:cond delay="4000"/>
                            </p:stCondLst>
                            <p:childTnLst>
                              <p:par>
                                <p:cTn id="33" presetID="22" presetClass="entr" presetSubtype="4" fill="hold" grpId="0" nodeType="afterEffect">
                                  <p:stCondLst>
                                    <p:cond delay="0"/>
                                  </p:stCondLst>
                                  <p:childTnLst>
                                    <p:set>
                                      <p:cBhvr>
                                        <p:cTn id="34" dur="1" fill="hold">
                                          <p:stCondLst>
                                            <p:cond delay="0"/>
                                          </p:stCondLst>
                                        </p:cTn>
                                        <p:tgtEl>
                                          <p:spTgt spid="29"/>
                                        </p:tgtEl>
                                        <p:attrNameLst>
                                          <p:attrName>style.visibility</p:attrName>
                                        </p:attrNameLst>
                                      </p:cBhvr>
                                      <p:to>
                                        <p:strVal val="visible"/>
                                      </p:to>
                                    </p:set>
                                    <p:animEffect transition="in" filter="wipe(down)">
                                      <p:cBhvr>
                                        <p:cTn id="35" dur="500"/>
                                        <p:tgtEl>
                                          <p:spTgt spid="29"/>
                                        </p:tgtEl>
                                      </p:cBhvr>
                                    </p:animEffect>
                                  </p:childTnLst>
                                </p:cTn>
                              </p:par>
                            </p:childTnLst>
                          </p:cTn>
                        </p:par>
                        <p:par>
                          <p:cTn id="36" fill="hold">
                            <p:stCondLst>
                              <p:cond delay="4500"/>
                            </p:stCondLst>
                            <p:childTnLst>
                              <p:par>
                                <p:cTn id="37" presetID="22" presetClass="entr" presetSubtype="8" fill="hold" nodeType="afterEffect">
                                  <p:stCondLst>
                                    <p:cond delay="0"/>
                                  </p:stCondLst>
                                  <p:childTnLst>
                                    <p:set>
                                      <p:cBhvr>
                                        <p:cTn id="38" dur="1" fill="hold">
                                          <p:stCondLst>
                                            <p:cond delay="0"/>
                                          </p:stCondLst>
                                        </p:cTn>
                                        <p:tgtEl>
                                          <p:spTgt spid="33"/>
                                        </p:tgtEl>
                                        <p:attrNameLst>
                                          <p:attrName>style.visibility</p:attrName>
                                        </p:attrNameLst>
                                      </p:cBhvr>
                                      <p:to>
                                        <p:strVal val="visible"/>
                                      </p:to>
                                    </p:set>
                                    <p:animEffect transition="in" filter="wipe(left)">
                                      <p:cBhvr>
                                        <p:cTn id="39" dur="500"/>
                                        <p:tgtEl>
                                          <p:spTgt spid="33"/>
                                        </p:tgtEl>
                                      </p:cBhvr>
                                    </p:animEffect>
                                  </p:childTnLst>
                                </p:cTn>
                              </p:par>
                            </p:childTnLst>
                          </p:cTn>
                        </p:par>
                        <p:par>
                          <p:cTn id="40" fill="hold">
                            <p:stCondLst>
                              <p:cond delay="5000"/>
                            </p:stCondLst>
                            <p:childTnLst>
                              <p:par>
                                <p:cTn id="41" presetID="42" presetClass="entr" presetSubtype="0" fill="hold" grpId="0" nodeType="afterEffect">
                                  <p:stCondLst>
                                    <p:cond delay="0"/>
                                  </p:stCondLst>
                                  <p:childTnLst>
                                    <p:set>
                                      <p:cBhvr>
                                        <p:cTn id="42" dur="1" fill="hold">
                                          <p:stCondLst>
                                            <p:cond delay="0"/>
                                          </p:stCondLst>
                                        </p:cTn>
                                        <p:tgtEl>
                                          <p:spTgt spid="34"/>
                                        </p:tgtEl>
                                        <p:attrNameLst>
                                          <p:attrName>style.visibility</p:attrName>
                                        </p:attrNameLst>
                                      </p:cBhvr>
                                      <p:to>
                                        <p:strVal val="visible"/>
                                      </p:to>
                                    </p:set>
                                    <p:animEffect transition="in" filter="fade">
                                      <p:cBhvr>
                                        <p:cTn id="43" dur="1000"/>
                                        <p:tgtEl>
                                          <p:spTgt spid="34"/>
                                        </p:tgtEl>
                                      </p:cBhvr>
                                    </p:animEffect>
                                    <p:anim calcmode="lin" valueType="num">
                                      <p:cBhvr>
                                        <p:cTn id="44" dur="1000" fill="hold"/>
                                        <p:tgtEl>
                                          <p:spTgt spid="34"/>
                                        </p:tgtEl>
                                        <p:attrNameLst>
                                          <p:attrName>ppt_x</p:attrName>
                                        </p:attrNameLst>
                                      </p:cBhvr>
                                      <p:tavLst>
                                        <p:tav tm="0">
                                          <p:val>
                                            <p:strVal val="#ppt_x"/>
                                          </p:val>
                                        </p:tav>
                                        <p:tav tm="100000">
                                          <p:val>
                                            <p:strVal val="#ppt_x"/>
                                          </p:val>
                                        </p:tav>
                                      </p:tavLst>
                                    </p:anim>
                                    <p:anim calcmode="lin" valueType="num">
                                      <p:cBhvr>
                                        <p:cTn id="45" dur="1000" fill="hold"/>
                                        <p:tgtEl>
                                          <p:spTgt spid="3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20" grpId="0"/>
      <p:bldP spid="22" grpId="0" animBg="1"/>
      <p:bldP spid="27" grpId="0"/>
      <p:bldP spid="29" grpId="0" animBg="1"/>
      <p:bldP spid="34"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84</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5797558" y="1855381"/>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tx1">
              <a:lumMod val="65000"/>
              <a:lumOff val="3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98050" tIns="438741" rIns="398050" bIns="438741" numCol="1" spcCol="1270" anchor="ctr" anchorCtr="0">
            <a:noAutofit/>
          </a:bodyPr>
          <a:lstStyle/>
          <a:p>
            <a:pPr lvl="0" algn="ctr" defTabSz="1466850">
              <a:lnSpc>
                <a:spcPct val="90000"/>
              </a:lnSpc>
              <a:spcBef>
                <a:spcPct val="0"/>
              </a:spcBef>
              <a:spcAft>
                <a:spcPct val="35000"/>
              </a:spcAft>
            </a:pPr>
            <a:r>
              <a:rPr lang="en-US" sz="3600">
                <a:solidFill>
                  <a:schemeClr val="bg1"/>
                </a:solidFill>
                <a:latin typeface="FontAwesome" pitchFamily="2" charset="0"/>
              </a:rPr>
              <a:t></a:t>
            </a:r>
            <a:endParaRPr lang="en-US" sz="3300" kern="1200">
              <a:solidFill>
                <a:schemeClr val="bg1"/>
              </a:solidFill>
            </a:endParaRPr>
          </a:p>
        </p:txBody>
      </p:sp>
      <p:sp>
        <p:nvSpPr>
          <p:cNvPr id="15" name="Freeform 14"/>
          <p:cNvSpPr/>
          <p:nvPr/>
        </p:nvSpPr>
        <p:spPr>
          <a:xfrm>
            <a:off x="4389844" y="1855381"/>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lvl="0" algn="ctr" defTabSz="1600200">
              <a:lnSpc>
                <a:spcPct val="90000"/>
              </a:lnSpc>
              <a:spcBef>
                <a:spcPct val="0"/>
              </a:spcBef>
              <a:spcAft>
                <a:spcPct val="35000"/>
              </a:spcAft>
            </a:pPr>
            <a:r>
              <a:rPr lang="en-US" sz="3600">
                <a:solidFill>
                  <a:schemeClr val="bg1"/>
                </a:solidFill>
                <a:latin typeface="FontAwesome" pitchFamily="2" charset="0"/>
              </a:rPr>
              <a:t></a:t>
            </a:r>
            <a:endParaRPr lang="en-US" sz="3600" kern="1200">
              <a:solidFill>
                <a:schemeClr val="bg1"/>
              </a:solidFill>
            </a:endParaRPr>
          </a:p>
        </p:txBody>
      </p:sp>
      <p:sp>
        <p:nvSpPr>
          <p:cNvPr id="16" name="Freeform 15"/>
          <p:cNvSpPr/>
          <p:nvPr/>
        </p:nvSpPr>
        <p:spPr>
          <a:xfrm>
            <a:off x="5091004" y="3127058"/>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tx1">
              <a:lumMod val="65000"/>
              <a:lumOff val="3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98050" tIns="438741" rIns="398050" bIns="438741" numCol="1" spcCol="1270" anchor="ctr" anchorCtr="0">
            <a:noAutofit/>
          </a:bodyPr>
          <a:lstStyle/>
          <a:p>
            <a:pPr lvl="0" algn="ctr" defTabSz="1466850">
              <a:lnSpc>
                <a:spcPct val="90000"/>
              </a:lnSpc>
              <a:spcBef>
                <a:spcPct val="0"/>
              </a:spcBef>
              <a:spcAft>
                <a:spcPct val="35000"/>
              </a:spcAft>
            </a:pPr>
            <a:r>
              <a:rPr lang="en-US" sz="3600">
                <a:solidFill>
                  <a:schemeClr val="bg1"/>
                </a:solidFill>
                <a:latin typeface="FontAwesome" pitchFamily="2" charset="0"/>
              </a:rPr>
              <a:t></a:t>
            </a:r>
            <a:endParaRPr lang="en-US" sz="3300" kern="1200">
              <a:solidFill>
                <a:schemeClr val="bg1"/>
              </a:solidFill>
            </a:endParaRPr>
          </a:p>
        </p:txBody>
      </p:sp>
      <p:sp>
        <p:nvSpPr>
          <p:cNvPr id="17" name="Freeform 16"/>
          <p:cNvSpPr/>
          <p:nvPr/>
        </p:nvSpPr>
        <p:spPr>
          <a:xfrm>
            <a:off x="6498718" y="3127058"/>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lvl="0" algn="ctr" defTabSz="1600200">
              <a:lnSpc>
                <a:spcPct val="90000"/>
              </a:lnSpc>
              <a:spcBef>
                <a:spcPct val="0"/>
              </a:spcBef>
              <a:spcAft>
                <a:spcPct val="35000"/>
              </a:spcAft>
            </a:pPr>
            <a:r>
              <a:rPr lang="en-US" sz="3600">
                <a:solidFill>
                  <a:schemeClr val="bg1"/>
                </a:solidFill>
                <a:latin typeface="FontAwesome" pitchFamily="2" charset="0"/>
              </a:rPr>
              <a:t></a:t>
            </a:r>
            <a:endParaRPr lang="en-US" sz="3600" kern="1200">
              <a:solidFill>
                <a:schemeClr val="bg1"/>
              </a:solidFill>
            </a:endParaRPr>
          </a:p>
        </p:txBody>
      </p:sp>
      <p:sp>
        <p:nvSpPr>
          <p:cNvPr id="18" name="Freeform 17"/>
          <p:cNvSpPr/>
          <p:nvPr/>
        </p:nvSpPr>
        <p:spPr>
          <a:xfrm>
            <a:off x="5797558" y="4398735"/>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tx1">
              <a:lumMod val="65000"/>
              <a:lumOff val="3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98050" tIns="438741" rIns="398050" bIns="438741" numCol="1" spcCol="1270" anchor="ctr" anchorCtr="0">
            <a:noAutofit/>
          </a:bodyPr>
          <a:lstStyle/>
          <a:p>
            <a:pPr lvl="0" algn="ctr" defTabSz="1466850">
              <a:lnSpc>
                <a:spcPct val="90000"/>
              </a:lnSpc>
              <a:spcBef>
                <a:spcPct val="0"/>
              </a:spcBef>
              <a:spcAft>
                <a:spcPct val="35000"/>
              </a:spcAft>
            </a:pPr>
            <a:r>
              <a:rPr lang="en-US" sz="3600">
                <a:solidFill>
                  <a:schemeClr val="bg1"/>
                </a:solidFill>
                <a:latin typeface="FontAwesome" pitchFamily="2" charset="0"/>
              </a:rPr>
              <a:t></a:t>
            </a:r>
            <a:endParaRPr lang="en-US" sz="3300" kern="1200">
              <a:solidFill>
                <a:schemeClr val="bg1"/>
              </a:solidFill>
            </a:endParaRPr>
          </a:p>
        </p:txBody>
      </p:sp>
      <p:sp>
        <p:nvSpPr>
          <p:cNvPr id="19" name="Freeform 18"/>
          <p:cNvSpPr/>
          <p:nvPr/>
        </p:nvSpPr>
        <p:spPr>
          <a:xfrm>
            <a:off x="4389844" y="4398735"/>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lvl="0" algn="ctr" defTabSz="1600200">
              <a:lnSpc>
                <a:spcPct val="90000"/>
              </a:lnSpc>
              <a:spcBef>
                <a:spcPct val="0"/>
              </a:spcBef>
              <a:spcAft>
                <a:spcPct val="35000"/>
              </a:spcAft>
            </a:pPr>
            <a:r>
              <a:rPr lang="en-US" sz="3600">
                <a:solidFill>
                  <a:schemeClr val="bg1"/>
                </a:solidFill>
                <a:latin typeface="FontAwesome" pitchFamily="2" charset="0"/>
              </a:rPr>
              <a:t></a:t>
            </a:r>
            <a:endParaRPr lang="en-US" sz="3600" kern="1200">
              <a:solidFill>
                <a:schemeClr val="bg1"/>
              </a:solidFill>
            </a:endParaRPr>
          </a:p>
        </p:txBody>
      </p:sp>
      <p:sp>
        <p:nvSpPr>
          <p:cNvPr id="20" name="Oval 19"/>
          <p:cNvSpPr/>
          <p:nvPr/>
        </p:nvSpPr>
        <p:spPr>
          <a:xfrm>
            <a:off x="4187825" y="2402464"/>
            <a:ext cx="404037" cy="404037"/>
          </a:xfrm>
          <a:prstGeom prst="ellipse">
            <a:avLst/>
          </a:prstGeom>
          <a:solidFill>
            <a:schemeClr val="accent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1</a:t>
            </a:r>
          </a:p>
        </p:txBody>
      </p:sp>
      <p:sp>
        <p:nvSpPr>
          <p:cNvPr id="21" name="Oval 20"/>
          <p:cNvSpPr/>
          <p:nvPr/>
        </p:nvSpPr>
        <p:spPr>
          <a:xfrm>
            <a:off x="4888985" y="3674141"/>
            <a:ext cx="404037" cy="404037"/>
          </a:xfrm>
          <a:prstGeom prst="ellipse">
            <a:avLst/>
          </a:prstGeom>
          <a:solidFill>
            <a:schemeClr val="tx1">
              <a:lumMod val="65000"/>
              <a:lumOff val="3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3</a:t>
            </a:r>
          </a:p>
        </p:txBody>
      </p:sp>
      <p:sp>
        <p:nvSpPr>
          <p:cNvPr id="22" name="Oval 21"/>
          <p:cNvSpPr/>
          <p:nvPr/>
        </p:nvSpPr>
        <p:spPr>
          <a:xfrm>
            <a:off x="4187825" y="4945818"/>
            <a:ext cx="404037" cy="404037"/>
          </a:xfrm>
          <a:prstGeom prst="ellipse">
            <a:avLst/>
          </a:prstGeom>
          <a:solidFill>
            <a:schemeClr val="accent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5</a:t>
            </a:r>
          </a:p>
        </p:txBody>
      </p:sp>
      <p:sp>
        <p:nvSpPr>
          <p:cNvPr id="23" name="Oval 22"/>
          <p:cNvSpPr/>
          <p:nvPr/>
        </p:nvSpPr>
        <p:spPr>
          <a:xfrm>
            <a:off x="6880194" y="2402463"/>
            <a:ext cx="404037" cy="404037"/>
          </a:xfrm>
          <a:prstGeom prst="ellipse">
            <a:avLst/>
          </a:prstGeom>
          <a:solidFill>
            <a:schemeClr val="tx1">
              <a:lumMod val="65000"/>
              <a:lumOff val="3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2</a:t>
            </a:r>
          </a:p>
        </p:txBody>
      </p:sp>
      <p:sp>
        <p:nvSpPr>
          <p:cNvPr id="24" name="Oval 23"/>
          <p:cNvSpPr/>
          <p:nvPr/>
        </p:nvSpPr>
        <p:spPr>
          <a:xfrm>
            <a:off x="7600137" y="3674140"/>
            <a:ext cx="404037" cy="404037"/>
          </a:xfrm>
          <a:prstGeom prst="ellipse">
            <a:avLst/>
          </a:prstGeom>
          <a:solidFill>
            <a:schemeClr val="accent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4</a:t>
            </a:r>
          </a:p>
        </p:txBody>
      </p:sp>
      <p:sp>
        <p:nvSpPr>
          <p:cNvPr id="25" name="Oval 24"/>
          <p:cNvSpPr/>
          <p:nvPr/>
        </p:nvSpPr>
        <p:spPr>
          <a:xfrm>
            <a:off x="6880194" y="4945818"/>
            <a:ext cx="404037" cy="404037"/>
          </a:xfrm>
          <a:prstGeom prst="ellipse">
            <a:avLst/>
          </a:prstGeom>
          <a:solidFill>
            <a:schemeClr val="tx1">
              <a:lumMod val="65000"/>
              <a:lumOff val="3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6</a:t>
            </a:r>
          </a:p>
        </p:txBody>
      </p:sp>
      <p:cxnSp>
        <p:nvCxnSpPr>
          <p:cNvPr id="26" name="Straight Connector 25"/>
          <p:cNvCxnSpPr>
            <a:stCxn id="23" idx="6"/>
          </p:cNvCxnSpPr>
          <p:nvPr/>
        </p:nvCxnSpPr>
        <p:spPr>
          <a:xfrm flipV="1">
            <a:off x="7284231" y="2604481"/>
            <a:ext cx="1551425" cy="1"/>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V="1">
            <a:off x="8004174" y="3876158"/>
            <a:ext cx="1551425" cy="1"/>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V="1">
            <a:off x="7284231" y="5151416"/>
            <a:ext cx="1551425" cy="1"/>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V="1">
            <a:off x="2649510" y="2598517"/>
            <a:ext cx="1551425" cy="1"/>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V="1">
            <a:off x="3285422" y="3876157"/>
            <a:ext cx="1551425" cy="1"/>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V="1">
            <a:off x="2645376" y="5147311"/>
            <a:ext cx="1551425" cy="1"/>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8986552" y="2144546"/>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3" name="TextBox 32"/>
          <p:cNvSpPr txBox="1"/>
          <p:nvPr/>
        </p:nvSpPr>
        <p:spPr>
          <a:xfrm>
            <a:off x="9757617" y="3491436"/>
            <a:ext cx="1824783"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a:t>
            </a:r>
          </a:p>
        </p:txBody>
      </p:sp>
      <p:sp>
        <p:nvSpPr>
          <p:cNvPr id="34" name="TextBox 33"/>
          <p:cNvSpPr txBox="1"/>
          <p:nvPr/>
        </p:nvSpPr>
        <p:spPr>
          <a:xfrm>
            <a:off x="8986552" y="4693340"/>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06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5" name="TextBox 34"/>
          <p:cNvSpPr txBox="1"/>
          <p:nvPr/>
        </p:nvSpPr>
        <p:spPr>
          <a:xfrm>
            <a:off x="596490" y="2213795"/>
            <a:ext cx="1889014"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sp>
        <p:nvSpPr>
          <p:cNvPr id="36" name="TextBox 35"/>
          <p:cNvSpPr txBox="1"/>
          <p:nvPr/>
        </p:nvSpPr>
        <p:spPr>
          <a:xfrm>
            <a:off x="596490" y="4762589"/>
            <a:ext cx="1889014"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sp>
        <p:nvSpPr>
          <p:cNvPr id="37" name="TextBox 36"/>
          <p:cNvSpPr txBox="1"/>
          <p:nvPr/>
        </p:nvSpPr>
        <p:spPr>
          <a:xfrm>
            <a:off x="1344270" y="3531507"/>
            <a:ext cx="1889014"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spTree>
    <p:extLst>
      <p:ext uri="{BB962C8B-B14F-4D97-AF65-F5344CB8AC3E}">
        <p14:creationId xmlns:p14="http://schemas.microsoft.com/office/powerpoint/2010/main" val="179757866"/>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85</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Block Arc 13"/>
          <p:cNvSpPr/>
          <p:nvPr/>
        </p:nvSpPr>
        <p:spPr>
          <a:xfrm>
            <a:off x="4426938" y="2227939"/>
            <a:ext cx="3338124" cy="3338124"/>
          </a:xfrm>
          <a:prstGeom prst="blockArc">
            <a:avLst>
              <a:gd name="adj1" fmla="val 13500000"/>
              <a:gd name="adj2" fmla="val 16200000"/>
              <a:gd name="adj3" fmla="val 3428"/>
            </a:avLst>
          </a:prstGeom>
          <a:solidFill>
            <a:schemeClr val="tx1">
              <a:lumMod val="65000"/>
              <a:lumOff val="35000"/>
            </a:schemeClr>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15" name="Block Arc 14"/>
          <p:cNvSpPr/>
          <p:nvPr/>
        </p:nvSpPr>
        <p:spPr>
          <a:xfrm>
            <a:off x="4426938" y="2227939"/>
            <a:ext cx="3338124" cy="3338124"/>
          </a:xfrm>
          <a:prstGeom prst="blockArc">
            <a:avLst>
              <a:gd name="adj1" fmla="val 10800000"/>
              <a:gd name="adj2" fmla="val 13500000"/>
              <a:gd name="adj3" fmla="val 3428"/>
            </a:avLst>
          </a:prstGeom>
          <a:solidFill>
            <a:schemeClr val="accent6"/>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16" name="Block Arc 15"/>
          <p:cNvSpPr/>
          <p:nvPr/>
        </p:nvSpPr>
        <p:spPr>
          <a:xfrm>
            <a:off x="4426938" y="2227939"/>
            <a:ext cx="3338124" cy="3338124"/>
          </a:xfrm>
          <a:prstGeom prst="blockArc">
            <a:avLst>
              <a:gd name="adj1" fmla="val 8100000"/>
              <a:gd name="adj2" fmla="val 10800000"/>
              <a:gd name="adj3" fmla="val 3428"/>
            </a:avLst>
          </a:prstGeom>
          <a:solidFill>
            <a:schemeClr val="tx1">
              <a:lumMod val="65000"/>
              <a:lumOff val="35000"/>
            </a:schemeClr>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17" name="Block Arc 16"/>
          <p:cNvSpPr/>
          <p:nvPr/>
        </p:nvSpPr>
        <p:spPr>
          <a:xfrm>
            <a:off x="4426938" y="2227939"/>
            <a:ext cx="3338124" cy="3338124"/>
          </a:xfrm>
          <a:prstGeom prst="blockArc">
            <a:avLst>
              <a:gd name="adj1" fmla="val 5400000"/>
              <a:gd name="adj2" fmla="val 8100000"/>
              <a:gd name="adj3" fmla="val 3428"/>
            </a:avLst>
          </a:prstGeom>
          <a:solidFill>
            <a:schemeClr val="accent6"/>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18" name="Block Arc 17"/>
          <p:cNvSpPr/>
          <p:nvPr/>
        </p:nvSpPr>
        <p:spPr>
          <a:xfrm>
            <a:off x="4426938" y="2227939"/>
            <a:ext cx="3338124" cy="3338124"/>
          </a:xfrm>
          <a:prstGeom prst="blockArc">
            <a:avLst>
              <a:gd name="adj1" fmla="val 2700000"/>
              <a:gd name="adj2" fmla="val 5400000"/>
              <a:gd name="adj3" fmla="val 3428"/>
            </a:avLst>
          </a:prstGeom>
          <a:solidFill>
            <a:schemeClr val="tx1">
              <a:lumMod val="65000"/>
              <a:lumOff val="35000"/>
            </a:schemeClr>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19" name="Block Arc 18"/>
          <p:cNvSpPr/>
          <p:nvPr/>
        </p:nvSpPr>
        <p:spPr>
          <a:xfrm>
            <a:off x="4426938" y="2227939"/>
            <a:ext cx="3338124" cy="3338124"/>
          </a:xfrm>
          <a:prstGeom prst="blockArc">
            <a:avLst>
              <a:gd name="adj1" fmla="val 0"/>
              <a:gd name="adj2" fmla="val 2700000"/>
              <a:gd name="adj3" fmla="val 3428"/>
            </a:avLst>
          </a:prstGeom>
          <a:solidFill>
            <a:schemeClr val="accent6"/>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20" name="Block Arc 19"/>
          <p:cNvSpPr/>
          <p:nvPr/>
        </p:nvSpPr>
        <p:spPr>
          <a:xfrm>
            <a:off x="4426938" y="2227939"/>
            <a:ext cx="3338124" cy="3338124"/>
          </a:xfrm>
          <a:prstGeom prst="blockArc">
            <a:avLst>
              <a:gd name="adj1" fmla="val 18900000"/>
              <a:gd name="adj2" fmla="val 0"/>
              <a:gd name="adj3" fmla="val 3428"/>
            </a:avLst>
          </a:prstGeom>
          <a:solidFill>
            <a:schemeClr val="tx1">
              <a:lumMod val="65000"/>
              <a:lumOff val="35000"/>
            </a:schemeClr>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21" name="Block Arc 20"/>
          <p:cNvSpPr/>
          <p:nvPr/>
        </p:nvSpPr>
        <p:spPr>
          <a:xfrm>
            <a:off x="4426938" y="2227939"/>
            <a:ext cx="3338124" cy="3338124"/>
          </a:xfrm>
          <a:prstGeom prst="blockArc">
            <a:avLst>
              <a:gd name="adj1" fmla="val 16200000"/>
              <a:gd name="adj2" fmla="val 18900000"/>
              <a:gd name="adj3" fmla="val 3428"/>
            </a:avLst>
          </a:prstGeom>
          <a:solidFill>
            <a:schemeClr val="accent6"/>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22" name="Freeform 21"/>
          <p:cNvSpPr/>
          <p:nvPr/>
        </p:nvSpPr>
        <p:spPr>
          <a:xfrm>
            <a:off x="5698719" y="1859262"/>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tx1">
              <a:lumMod val="65000"/>
              <a:lumOff val="35000"/>
            </a:schemeClr>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3812" tIns="183812" rIns="183812" bIns="183812" numCol="1" spcCol="1270" anchor="ctr" anchorCtr="0">
            <a:noAutofit/>
          </a:bodyPr>
          <a:lstStyle/>
          <a:p>
            <a:pPr lvl="0" algn="ctr" defTabSz="1022350">
              <a:lnSpc>
                <a:spcPct val="90000"/>
              </a:lnSpc>
              <a:spcBef>
                <a:spcPct val="0"/>
              </a:spcBef>
              <a:spcAft>
                <a:spcPct val="35000"/>
              </a:spcAft>
            </a:pPr>
            <a:r>
              <a:rPr lang="en-US" sz="2000">
                <a:solidFill>
                  <a:schemeClr val="bg1"/>
                </a:solidFill>
                <a:latin typeface="FontAwesome" pitchFamily="2" charset="0"/>
              </a:rPr>
              <a:t></a:t>
            </a:r>
            <a:endParaRPr lang="en-US" sz="2300" kern="1200">
              <a:solidFill>
                <a:schemeClr val="bg1"/>
              </a:solidFill>
            </a:endParaRPr>
          </a:p>
        </p:txBody>
      </p:sp>
      <p:sp>
        <p:nvSpPr>
          <p:cNvPr id="23" name="Freeform 22"/>
          <p:cNvSpPr/>
          <p:nvPr/>
        </p:nvSpPr>
        <p:spPr>
          <a:xfrm>
            <a:off x="6858698" y="2339741"/>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accent6"/>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3812" tIns="183812" rIns="183812" bIns="183812" numCol="1" spcCol="1270" anchor="ctr" anchorCtr="0">
            <a:noAutofit/>
          </a:bodyPr>
          <a:lstStyle/>
          <a:p>
            <a:pPr lvl="0" algn="ctr" defTabSz="1022350">
              <a:lnSpc>
                <a:spcPct val="90000"/>
              </a:lnSpc>
              <a:spcBef>
                <a:spcPct val="0"/>
              </a:spcBef>
              <a:spcAft>
                <a:spcPct val="35000"/>
              </a:spcAft>
            </a:pPr>
            <a:r>
              <a:rPr lang="en-US" sz="2000">
                <a:solidFill>
                  <a:schemeClr val="bg1"/>
                </a:solidFill>
                <a:latin typeface="FontAwesome" pitchFamily="2" charset="0"/>
              </a:rPr>
              <a:t></a:t>
            </a:r>
            <a:endParaRPr lang="en-US" sz="2300" kern="1200">
              <a:solidFill>
                <a:schemeClr val="bg1"/>
              </a:solidFill>
            </a:endParaRPr>
          </a:p>
        </p:txBody>
      </p:sp>
      <p:sp>
        <p:nvSpPr>
          <p:cNvPr id="24" name="Freeform 23"/>
          <p:cNvSpPr/>
          <p:nvPr/>
        </p:nvSpPr>
        <p:spPr>
          <a:xfrm>
            <a:off x="7339177" y="3499719"/>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tx1">
              <a:lumMod val="65000"/>
              <a:lumOff val="35000"/>
            </a:schemeClr>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3812" tIns="183812" rIns="183812" bIns="183812" numCol="1" spcCol="1270" anchor="ctr" anchorCtr="0">
            <a:noAutofit/>
          </a:bodyPr>
          <a:lstStyle/>
          <a:p>
            <a:pPr lvl="0" algn="ctr" defTabSz="1022350">
              <a:lnSpc>
                <a:spcPct val="90000"/>
              </a:lnSpc>
              <a:spcBef>
                <a:spcPct val="0"/>
              </a:spcBef>
              <a:spcAft>
                <a:spcPct val="35000"/>
              </a:spcAft>
            </a:pPr>
            <a:r>
              <a:rPr lang="en-US" sz="2000">
                <a:solidFill>
                  <a:schemeClr val="bg1"/>
                </a:solidFill>
                <a:latin typeface="FontAwesome" pitchFamily="2" charset="0"/>
              </a:rPr>
              <a:t></a:t>
            </a:r>
            <a:endParaRPr lang="en-US" sz="2300" kern="1200">
              <a:solidFill>
                <a:schemeClr val="bg1"/>
              </a:solidFill>
            </a:endParaRPr>
          </a:p>
        </p:txBody>
      </p:sp>
      <p:sp>
        <p:nvSpPr>
          <p:cNvPr id="25" name="Freeform 24"/>
          <p:cNvSpPr/>
          <p:nvPr/>
        </p:nvSpPr>
        <p:spPr>
          <a:xfrm>
            <a:off x="6858698" y="4659698"/>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accent6"/>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3812" tIns="183812" rIns="183812" bIns="183812" numCol="1" spcCol="1270" anchor="ctr" anchorCtr="0">
            <a:noAutofit/>
          </a:bodyPr>
          <a:lstStyle/>
          <a:p>
            <a:pPr lvl="0" algn="ctr" defTabSz="1022350">
              <a:lnSpc>
                <a:spcPct val="90000"/>
              </a:lnSpc>
              <a:spcBef>
                <a:spcPct val="0"/>
              </a:spcBef>
              <a:spcAft>
                <a:spcPct val="35000"/>
              </a:spcAft>
            </a:pPr>
            <a:r>
              <a:rPr lang="en-US" sz="2000">
                <a:solidFill>
                  <a:schemeClr val="bg1"/>
                </a:solidFill>
                <a:latin typeface="FontAwesome" pitchFamily="2" charset="0"/>
              </a:rPr>
              <a:t></a:t>
            </a:r>
            <a:endParaRPr lang="en-US" sz="2300" kern="1200">
              <a:solidFill>
                <a:schemeClr val="bg1"/>
              </a:solidFill>
            </a:endParaRPr>
          </a:p>
        </p:txBody>
      </p:sp>
      <p:sp>
        <p:nvSpPr>
          <p:cNvPr id="26" name="Freeform 25"/>
          <p:cNvSpPr/>
          <p:nvPr/>
        </p:nvSpPr>
        <p:spPr>
          <a:xfrm>
            <a:off x="5698719" y="5140178"/>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tx1">
              <a:lumMod val="65000"/>
              <a:lumOff val="35000"/>
            </a:schemeClr>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11752" tIns="211752" rIns="211752" bIns="211752" numCol="1" spcCol="1270" anchor="ctr" anchorCtr="0">
            <a:noAutofit/>
          </a:bodyPr>
          <a:lstStyle/>
          <a:p>
            <a:pPr lvl="0" algn="ctr" defTabSz="2000250">
              <a:lnSpc>
                <a:spcPct val="90000"/>
              </a:lnSpc>
              <a:spcBef>
                <a:spcPct val="0"/>
              </a:spcBef>
              <a:spcAft>
                <a:spcPct val="35000"/>
              </a:spcAft>
            </a:pPr>
            <a:r>
              <a:rPr lang="en-US" sz="2000">
                <a:solidFill>
                  <a:schemeClr val="bg1"/>
                </a:solidFill>
                <a:latin typeface="FontAwesome" pitchFamily="2" charset="0"/>
              </a:rPr>
              <a:t></a:t>
            </a:r>
            <a:endParaRPr lang="en-US" sz="2000" kern="1200">
              <a:solidFill>
                <a:schemeClr val="bg1"/>
              </a:solidFill>
            </a:endParaRPr>
          </a:p>
        </p:txBody>
      </p:sp>
      <p:sp>
        <p:nvSpPr>
          <p:cNvPr id="27" name="Freeform 26"/>
          <p:cNvSpPr/>
          <p:nvPr/>
        </p:nvSpPr>
        <p:spPr>
          <a:xfrm>
            <a:off x="4538740" y="4659698"/>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accent6"/>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11752" tIns="211752" rIns="211752" bIns="211752" numCol="1" spcCol="1270" anchor="ctr" anchorCtr="0">
            <a:noAutofit/>
          </a:bodyPr>
          <a:lstStyle/>
          <a:p>
            <a:pPr lvl="0" algn="ctr" defTabSz="2000250">
              <a:lnSpc>
                <a:spcPct val="90000"/>
              </a:lnSpc>
              <a:spcBef>
                <a:spcPct val="0"/>
              </a:spcBef>
              <a:spcAft>
                <a:spcPct val="35000"/>
              </a:spcAft>
            </a:pPr>
            <a:r>
              <a:rPr lang="en-US" sz="2000">
                <a:solidFill>
                  <a:schemeClr val="bg1"/>
                </a:solidFill>
                <a:latin typeface="FontAwesome" pitchFamily="2" charset="0"/>
              </a:rPr>
              <a:t></a:t>
            </a:r>
            <a:endParaRPr lang="en-US" sz="2000" kern="1200">
              <a:solidFill>
                <a:schemeClr val="bg1"/>
              </a:solidFill>
            </a:endParaRPr>
          </a:p>
        </p:txBody>
      </p:sp>
      <p:sp>
        <p:nvSpPr>
          <p:cNvPr id="28" name="Freeform 27"/>
          <p:cNvSpPr/>
          <p:nvPr/>
        </p:nvSpPr>
        <p:spPr>
          <a:xfrm>
            <a:off x="4058261" y="3499719"/>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tx1">
              <a:lumMod val="65000"/>
              <a:lumOff val="35000"/>
            </a:schemeClr>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11752" tIns="211752" rIns="211752" bIns="211752" numCol="1" spcCol="1270" anchor="ctr" anchorCtr="0">
            <a:noAutofit/>
          </a:bodyPr>
          <a:lstStyle/>
          <a:p>
            <a:pPr lvl="0" algn="ctr" defTabSz="2000250">
              <a:lnSpc>
                <a:spcPct val="90000"/>
              </a:lnSpc>
              <a:spcBef>
                <a:spcPct val="0"/>
              </a:spcBef>
              <a:spcAft>
                <a:spcPct val="35000"/>
              </a:spcAft>
            </a:pPr>
            <a:r>
              <a:rPr lang="en-US" sz="2000">
                <a:solidFill>
                  <a:schemeClr val="bg1"/>
                </a:solidFill>
                <a:latin typeface="FontAwesome" pitchFamily="2" charset="0"/>
              </a:rPr>
              <a:t></a:t>
            </a:r>
            <a:endParaRPr lang="en-US" sz="2000" kern="1200">
              <a:solidFill>
                <a:schemeClr val="bg1"/>
              </a:solidFill>
            </a:endParaRPr>
          </a:p>
        </p:txBody>
      </p:sp>
      <p:sp>
        <p:nvSpPr>
          <p:cNvPr id="29" name="Freeform 28"/>
          <p:cNvSpPr/>
          <p:nvPr/>
        </p:nvSpPr>
        <p:spPr>
          <a:xfrm>
            <a:off x="4538740" y="2339741"/>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accent6"/>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11752" tIns="211752" rIns="211752" bIns="211752" numCol="1" spcCol="1270" anchor="ctr" anchorCtr="0">
            <a:noAutofit/>
          </a:bodyPr>
          <a:lstStyle/>
          <a:p>
            <a:pPr lvl="0" algn="ctr" defTabSz="2000250">
              <a:lnSpc>
                <a:spcPct val="90000"/>
              </a:lnSpc>
              <a:spcBef>
                <a:spcPct val="0"/>
              </a:spcBef>
              <a:spcAft>
                <a:spcPct val="35000"/>
              </a:spcAft>
            </a:pPr>
            <a:r>
              <a:rPr lang="en-US" sz="2000">
                <a:solidFill>
                  <a:schemeClr val="bg1"/>
                </a:solidFill>
                <a:latin typeface="FontAwesome" pitchFamily="2" charset="0"/>
              </a:rPr>
              <a:t></a:t>
            </a:r>
            <a:endParaRPr lang="en-US" sz="2000" kern="1200">
              <a:solidFill>
                <a:schemeClr val="bg1"/>
              </a:solidFill>
            </a:endParaRPr>
          </a:p>
        </p:txBody>
      </p:sp>
      <p:sp>
        <p:nvSpPr>
          <p:cNvPr id="30" name="TextBox 29"/>
          <p:cNvSpPr txBox="1"/>
          <p:nvPr/>
        </p:nvSpPr>
        <p:spPr>
          <a:xfrm>
            <a:off x="4997305" y="3232979"/>
            <a:ext cx="2197390" cy="1323439"/>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a:t>
            </a:r>
          </a:p>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ELEMENTS</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31" name="TextBox 30"/>
          <p:cNvSpPr txBox="1"/>
          <p:nvPr/>
        </p:nvSpPr>
        <p:spPr>
          <a:xfrm>
            <a:off x="8986552" y="1745883"/>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2" name="TextBox 31"/>
          <p:cNvSpPr txBox="1"/>
          <p:nvPr/>
        </p:nvSpPr>
        <p:spPr>
          <a:xfrm>
            <a:off x="8986552" y="2906979"/>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3" name="TextBox 32"/>
          <p:cNvSpPr txBox="1"/>
          <p:nvPr/>
        </p:nvSpPr>
        <p:spPr>
          <a:xfrm>
            <a:off x="8986552" y="4068075"/>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4" name="TextBox 33"/>
          <p:cNvSpPr txBox="1"/>
          <p:nvPr/>
        </p:nvSpPr>
        <p:spPr>
          <a:xfrm>
            <a:off x="8986552" y="5229171"/>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5" name="TextBox 34"/>
          <p:cNvSpPr txBox="1"/>
          <p:nvPr/>
        </p:nvSpPr>
        <p:spPr>
          <a:xfrm>
            <a:off x="944582" y="1745882"/>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08</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6" name="TextBox 35"/>
          <p:cNvSpPr txBox="1"/>
          <p:nvPr/>
        </p:nvSpPr>
        <p:spPr>
          <a:xfrm>
            <a:off x="944582" y="2906978"/>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07</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7" name="TextBox 36"/>
          <p:cNvSpPr txBox="1"/>
          <p:nvPr/>
        </p:nvSpPr>
        <p:spPr>
          <a:xfrm>
            <a:off x="944582" y="4066802"/>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06</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8" name="TextBox 37"/>
          <p:cNvSpPr txBox="1"/>
          <p:nvPr/>
        </p:nvSpPr>
        <p:spPr>
          <a:xfrm>
            <a:off x="944582" y="5229171"/>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05</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677968398"/>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drape"/>
      </p:transition>
    </mc:Choice>
    <mc:Fallback xmlns="">
      <p:transition spd="slow">
        <p:fade/>
      </p:transition>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4030716" y="1789893"/>
            <a:ext cx="808074" cy="808074"/>
          </a:xfrm>
          <a:prstGeom prst="ellipse">
            <a:avLst/>
          </a:prstGeom>
          <a:solidFill>
            <a:schemeClr val="bg1"/>
          </a:solid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80%</a:t>
            </a:r>
          </a:p>
        </p:txBody>
      </p:sp>
      <p:sp>
        <p:nvSpPr>
          <p:cNvPr id="16" name="Arc 15"/>
          <p:cNvSpPr/>
          <p:nvPr/>
        </p:nvSpPr>
        <p:spPr>
          <a:xfrm>
            <a:off x="4032417" y="1791594"/>
            <a:ext cx="804672" cy="804672"/>
          </a:xfrm>
          <a:prstGeom prst="arc">
            <a:avLst>
              <a:gd name="adj1" fmla="val 16200000"/>
              <a:gd name="adj2" fmla="val 10312691"/>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7" name="TextBox 16"/>
          <p:cNvSpPr txBox="1"/>
          <p:nvPr/>
        </p:nvSpPr>
        <p:spPr>
          <a:xfrm>
            <a:off x="876300" y="2201538"/>
            <a:ext cx="2804511" cy="1184940"/>
          </a:xfrm>
          <a:prstGeom prst="rect">
            <a:avLst/>
          </a:prstGeom>
          <a:noFill/>
        </p:spPr>
        <p:txBody>
          <a:bodyPr wrap="square" rtlCol="0">
            <a:spAutoFit/>
          </a:bodyPr>
          <a:lstStyle/>
          <a:p>
            <a:pPr algn="r"/>
            <a:r>
              <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PROJECT 1</a:t>
            </a:r>
          </a:p>
          <a:p>
            <a:pPr algn="r"/>
            <a:endPar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Etharums ser quidem rerum facilis dolores nemis omnis fugats vitaes nemo.</a:t>
            </a:r>
          </a:p>
        </p:txBody>
      </p:sp>
      <p:sp>
        <p:nvSpPr>
          <p:cNvPr id="19" name="Oval 18"/>
          <p:cNvSpPr/>
          <p:nvPr/>
        </p:nvSpPr>
        <p:spPr>
          <a:xfrm>
            <a:off x="4030716" y="4106195"/>
            <a:ext cx="808074" cy="808074"/>
          </a:xfrm>
          <a:prstGeom prst="ellipse">
            <a:avLst/>
          </a:prstGeom>
          <a:solidFill>
            <a:schemeClr val="bg1"/>
          </a:solid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55%</a:t>
            </a:r>
          </a:p>
        </p:txBody>
      </p:sp>
      <p:sp>
        <p:nvSpPr>
          <p:cNvPr id="20" name="Arc 19"/>
          <p:cNvSpPr/>
          <p:nvPr/>
        </p:nvSpPr>
        <p:spPr>
          <a:xfrm>
            <a:off x="4032417" y="4107896"/>
            <a:ext cx="804672" cy="804672"/>
          </a:xfrm>
          <a:prstGeom prst="arc">
            <a:avLst>
              <a:gd name="adj1" fmla="val 16200000"/>
              <a:gd name="adj2" fmla="val 6507266"/>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1" name="TextBox 20"/>
          <p:cNvSpPr txBox="1"/>
          <p:nvPr/>
        </p:nvSpPr>
        <p:spPr>
          <a:xfrm>
            <a:off x="876300" y="4584388"/>
            <a:ext cx="2804511" cy="1184940"/>
          </a:xfrm>
          <a:prstGeom prst="rect">
            <a:avLst/>
          </a:prstGeom>
          <a:noFill/>
        </p:spPr>
        <p:txBody>
          <a:bodyPr wrap="square" rtlCol="0">
            <a:spAutoFit/>
          </a:bodyPr>
          <a:lstStyle/>
          <a:p>
            <a:pPr algn="r"/>
            <a:r>
              <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PROJECT 3</a:t>
            </a:r>
          </a:p>
          <a:p>
            <a:pPr algn="r"/>
            <a:endPar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Etharums ser quidem rerum facilis dolores nemis omnis fugats vitaes nemo.</a:t>
            </a:r>
          </a:p>
        </p:txBody>
      </p:sp>
      <p:sp>
        <p:nvSpPr>
          <p:cNvPr id="23" name="Oval 22"/>
          <p:cNvSpPr/>
          <p:nvPr/>
        </p:nvSpPr>
        <p:spPr>
          <a:xfrm>
            <a:off x="7275046" y="1789893"/>
            <a:ext cx="808074" cy="808074"/>
          </a:xfrm>
          <a:prstGeom prst="ellipse">
            <a:avLst/>
          </a:prstGeom>
          <a:solidFill>
            <a:schemeClr val="bg1"/>
          </a:solid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24" name="Arc 23"/>
          <p:cNvSpPr/>
          <p:nvPr/>
        </p:nvSpPr>
        <p:spPr>
          <a:xfrm>
            <a:off x="7276747" y="1791594"/>
            <a:ext cx="804672" cy="804672"/>
          </a:xfrm>
          <a:prstGeom prst="arc">
            <a:avLst>
              <a:gd name="adj1" fmla="val 16200000"/>
              <a:gd name="adj2" fmla="val 1653961"/>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5" name="TextBox 24"/>
          <p:cNvSpPr txBox="1"/>
          <p:nvPr/>
        </p:nvSpPr>
        <p:spPr>
          <a:xfrm>
            <a:off x="8479468" y="2201242"/>
            <a:ext cx="2836232" cy="1184940"/>
          </a:xfrm>
          <a:prstGeom prst="rect">
            <a:avLst/>
          </a:prstGeom>
          <a:noFill/>
        </p:spPr>
        <p:txBody>
          <a:bodyPr wrap="square" rtlCol="0">
            <a:spAutoFit/>
          </a:bodyPr>
          <a:lstStyle/>
          <a:p>
            <a:r>
              <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PROJECT 2</a:t>
            </a:r>
          </a:p>
          <a:p>
            <a:endPar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Etharums ser quidem rerum facilis dolores nemis omnis fugats vitaes nemo.</a:t>
            </a:r>
          </a:p>
        </p:txBody>
      </p:sp>
      <p:sp>
        <p:nvSpPr>
          <p:cNvPr id="27" name="Oval 26"/>
          <p:cNvSpPr/>
          <p:nvPr/>
        </p:nvSpPr>
        <p:spPr>
          <a:xfrm>
            <a:off x="7275046" y="4104494"/>
            <a:ext cx="808074" cy="808074"/>
          </a:xfrm>
          <a:prstGeom prst="ellipse">
            <a:avLst/>
          </a:prstGeom>
          <a:solidFill>
            <a:schemeClr val="bg1"/>
          </a:solid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28" name="Arc 27"/>
          <p:cNvSpPr/>
          <p:nvPr/>
        </p:nvSpPr>
        <p:spPr>
          <a:xfrm>
            <a:off x="7276747" y="4106195"/>
            <a:ext cx="804672" cy="804672"/>
          </a:xfrm>
          <a:prstGeom prst="arc">
            <a:avLst>
              <a:gd name="adj1" fmla="val 16200000"/>
              <a:gd name="adj2" fmla="val 6854062"/>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9" name="TextBox 28"/>
          <p:cNvSpPr txBox="1"/>
          <p:nvPr/>
        </p:nvSpPr>
        <p:spPr>
          <a:xfrm>
            <a:off x="8479468" y="4584092"/>
            <a:ext cx="2836232" cy="1184940"/>
          </a:xfrm>
          <a:prstGeom prst="rect">
            <a:avLst/>
          </a:prstGeom>
          <a:noFill/>
        </p:spPr>
        <p:txBody>
          <a:bodyPr wrap="square" rtlCol="0">
            <a:spAutoFit/>
          </a:bodyPr>
          <a:lstStyle/>
          <a:p>
            <a:r>
              <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PROJECT 4</a:t>
            </a:r>
          </a:p>
          <a:p>
            <a:endPar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Etharums ser quidem rerum facilis dolores nemis omnis fugats vitaes nemo.</a:t>
            </a:r>
          </a:p>
        </p:txBody>
      </p:sp>
      <p:sp>
        <p:nvSpPr>
          <p:cNvPr id="30" name="Oval 29"/>
          <p:cNvSpPr/>
          <p:nvPr/>
        </p:nvSpPr>
        <p:spPr>
          <a:xfrm>
            <a:off x="5946503" y="2019984"/>
            <a:ext cx="341128" cy="341128"/>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a:t>
            </a:r>
          </a:p>
        </p:txBody>
      </p:sp>
      <p:sp>
        <p:nvSpPr>
          <p:cNvPr id="31" name="Oval 30"/>
          <p:cNvSpPr/>
          <p:nvPr/>
        </p:nvSpPr>
        <p:spPr>
          <a:xfrm>
            <a:off x="5946503" y="4337967"/>
            <a:ext cx="341128" cy="341128"/>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a:t>
            </a:r>
          </a:p>
        </p:txBody>
      </p:sp>
      <p:cxnSp>
        <p:nvCxnSpPr>
          <p:cNvPr id="32" name="Straight Connector 31"/>
          <p:cNvCxnSpPr>
            <a:stCxn id="30" idx="4"/>
            <a:endCxn id="31" idx="0"/>
          </p:cNvCxnSpPr>
          <p:nvPr/>
        </p:nvCxnSpPr>
        <p:spPr>
          <a:xfrm>
            <a:off x="6117067" y="2361112"/>
            <a:ext cx="0" cy="1976855"/>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sp>
        <p:nvSpPr>
          <p:cNvPr id="33" name="TextBox 32"/>
          <p:cNvSpPr txBox="1"/>
          <p:nvPr/>
        </p:nvSpPr>
        <p:spPr>
          <a:xfrm>
            <a:off x="4950476" y="5221422"/>
            <a:ext cx="2291048" cy="784830"/>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4" name="Isosceles Triangle 33"/>
          <p:cNvSpPr/>
          <p:nvPr/>
        </p:nvSpPr>
        <p:spPr>
          <a:xfrm rot="5400000">
            <a:off x="6400009" y="2100042"/>
            <a:ext cx="202019" cy="174154"/>
          </a:xfrm>
          <a:prstGeom prs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Isosceles Triangle 34"/>
          <p:cNvSpPr/>
          <p:nvPr/>
        </p:nvSpPr>
        <p:spPr>
          <a:xfrm rot="16200000" flipH="1">
            <a:off x="5633115" y="2106853"/>
            <a:ext cx="202019" cy="174154"/>
          </a:xfrm>
          <a:prstGeom prs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Isosceles Triangle 35"/>
          <p:cNvSpPr/>
          <p:nvPr/>
        </p:nvSpPr>
        <p:spPr>
          <a:xfrm rot="5400000">
            <a:off x="6400009" y="4431070"/>
            <a:ext cx="202019" cy="174154"/>
          </a:xfrm>
          <a:prstGeom prs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Isosceles Triangle 36"/>
          <p:cNvSpPr/>
          <p:nvPr/>
        </p:nvSpPr>
        <p:spPr>
          <a:xfrm rot="16200000" flipH="1">
            <a:off x="5633115" y="4437882"/>
            <a:ext cx="202019" cy="174154"/>
          </a:xfrm>
          <a:prstGeom prs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778918568"/>
      </p:ext>
    </p:extLst>
  </p:cSld>
  <p:clrMapOvr>
    <a:masterClrMapping/>
  </p:clrMapOvr>
  <p:transition spd="slow">
    <p:push dir="u"/>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11" name="TextBox 10"/>
          <p:cNvSpPr txBox="1"/>
          <p:nvPr/>
        </p:nvSpPr>
        <p:spPr>
          <a:xfrm>
            <a:off x="4386782" y="83345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135667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78504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0" y="3429000"/>
            <a:ext cx="12192000" cy="3429000"/>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4353925" y="4540102"/>
            <a:ext cx="404037" cy="163209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4970613" y="5050465"/>
            <a:ext cx="404037" cy="112173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5587301" y="4710223"/>
            <a:ext cx="404037" cy="146197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6203989" y="4401879"/>
            <a:ext cx="404037" cy="177032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6820677" y="5635256"/>
            <a:ext cx="404037" cy="53694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7437365" y="4710223"/>
            <a:ext cx="404037" cy="146197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p:cNvSpPr txBox="1"/>
          <p:nvPr/>
        </p:nvSpPr>
        <p:spPr>
          <a:xfrm>
            <a:off x="4386666" y="6284268"/>
            <a:ext cx="338554"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UK</a:t>
            </a:r>
          </a:p>
        </p:txBody>
      </p:sp>
      <p:sp>
        <p:nvSpPr>
          <p:cNvPr id="22" name="TextBox 21"/>
          <p:cNvSpPr txBox="1"/>
          <p:nvPr/>
        </p:nvSpPr>
        <p:spPr>
          <a:xfrm>
            <a:off x="5003354" y="6284268"/>
            <a:ext cx="375424"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MN</a:t>
            </a:r>
          </a:p>
        </p:txBody>
      </p:sp>
      <p:sp>
        <p:nvSpPr>
          <p:cNvPr id="23" name="TextBox 22"/>
          <p:cNvSpPr txBox="1"/>
          <p:nvPr/>
        </p:nvSpPr>
        <p:spPr>
          <a:xfrm>
            <a:off x="5620042" y="6284268"/>
            <a:ext cx="308098"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TL</a:t>
            </a:r>
          </a:p>
        </p:txBody>
      </p:sp>
      <p:sp>
        <p:nvSpPr>
          <p:cNvPr id="24" name="TextBox 23"/>
          <p:cNvSpPr txBox="1"/>
          <p:nvPr/>
        </p:nvSpPr>
        <p:spPr>
          <a:xfrm>
            <a:off x="6236730" y="6284268"/>
            <a:ext cx="352982"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MS</a:t>
            </a:r>
          </a:p>
        </p:txBody>
      </p:sp>
      <p:sp>
        <p:nvSpPr>
          <p:cNvPr id="25" name="TextBox 24"/>
          <p:cNvSpPr txBox="1"/>
          <p:nvPr/>
        </p:nvSpPr>
        <p:spPr>
          <a:xfrm>
            <a:off x="6853418" y="6284268"/>
            <a:ext cx="300082"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HJ</a:t>
            </a:r>
          </a:p>
        </p:txBody>
      </p:sp>
      <p:sp>
        <p:nvSpPr>
          <p:cNvPr id="26" name="TextBox 25"/>
          <p:cNvSpPr txBox="1"/>
          <p:nvPr/>
        </p:nvSpPr>
        <p:spPr>
          <a:xfrm>
            <a:off x="7470106" y="6284268"/>
            <a:ext cx="327334"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DF</a:t>
            </a:r>
          </a:p>
        </p:txBody>
      </p:sp>
      <p:sp>
        <p:nvSpPr>
          <p:cNvPr id="27" name="TextBox 26"/>
          <p:cNvSpPr txBox="1"/>
          <p:nvPr/>
        </p:nvSpPr>
        <p:spPr>
          <a:xfrm>
            <a:off x="4350598" y="4140962"/>
            <a:ext cx="410689"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95%</a:t>
            </a:r>
          </a:p>
        </p:txBody>
      </p:sp>
      <p:sp>
        <p:nvSpPr>
          <p:cNvPr id="28" name="TextBox 27"/>
          <p:cNvSpPr txBox="1"/>
          <p:nvPr/>
        </p:nvSpPr>
        <p:spPr>
          <a:xfrm>
            <a:off x="4985720" y="4646009"/>
            <a:ext cx="410690"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70%</a:t>
            </a:r>
          </a:p>
        </p:txBody>
      </p:sp>
      <p:sp>
        <p:nvSpPr>
          <p:cNvPr id="29" name="TextBox 28"/>
          <p:cNvSpPr txBox="1"/>
          <p:nvPr/>
        </p:nvSpPr>
        <p:spPr>
          <a:xfrm>
            <a:off x="5568745" y="4305767"/>
            <a:ext cx="410690"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90%</a:t>
            </a:r>
          </a:p>
        </p:txBody>
      </p:sp>
      <p:sp>
        <p:nvSpPr>
          <p:cNvPr id="30" name="TextBox 29"/>
          <p:cNvSpPr txBox="1"/>
          <p:nvPr/>
        </p:nvSpPr>
        <p:spPr>
          <a:xfrm>
            <a:off x="6167800" y="3994768"/>
            <a:ext cx="476413"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100%</a:t>
            </a:r>
          </a:p>
        </p:txBody>
      </p:sp>
      <p:sp>
        <p:nvSpPr>
          <p:cNvPr id="31" name="TextBox 30"/>
          <p:cNvSpPr txBox="1"/>
          <p:nvPr/>
        </p:nvSpPr>
        <p:spPr>
          <a:xfrm>
            <a:off x="6817349" y="5230800"/>
            <a:ext cx="410690"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32" name="TextBox 31"/>
          <p:cNvSpPr txBox="1"/>
          <p:nvPr/>
        </p:nvSpPr>
        <p:spPr>
          <a:xfrm>
            <a:off x="7428427" y="4305767"/>
            <a:ext cx="410690"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80%</a:t>
            </a:r>
          </a:p>
        </p:txBody>
      </p:sp>
      <p:sp>
        <p:nvSpPr>
          <p:cNvPr id="33" name="TextBox 32"/>
          <p:cNvSpPr txBox="1"/>
          <p:nvPr/>
        </p:nvSpPr>
        <p:spPr>
          <a:xfrm>
            <a:off x="8282202" y="4013379"/>
            <a:ext cx="1866217" cy="292388"/>
          </a:xfrm>
          <a:prstGeom prst="rect">
            <a:avLst/>
          </a:prstGeom>
          <a:noFill/>
        </p:spPr>
        <p:txBody>
          <a:bodyPr wrap="none" rtlCol="0">
            <a:spAutoFit/>
          </a:bodyPr>
          <a:lstStyle/>
          <a:p>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Column Chart vers.02</a:t>
            </a:r>
          </a:p>
        </p:txBody>
      </p:sp>
      <p:sp>
        <p:nvSpPr>
          <p:cNvPr id="34" name="TextBox 33"/>
          <p:cNvSpPr txBox="1"/>
          <p:nvPr/>
        </p:nvSpPr>
        <p:spPr>
          <a:xfrm>
            <a:off x="8379023" y="4439994"/>
            <a:ext cx="1231427" cy="230832"/>
          </a:xfrm>
          <a:prstGeom prst="rect">
            <a:avLst/>
          </a:prstGeom>
          <a:solidFill>
            <a:schemeClr val="accent6"/>
          </a:solidFill>
          <a:ln>
            <a:noFill/>
          </a:ln>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NEW TECHNOLOGY</a:t>
            </a:r>
          </a:p>
        </p:txBody>
      </p:sp>
      <p:sp>
        <p:nvSpPr>
          <p:cNvPr id="35" name="TextBox 34"/>
          <p:cNvSpPr txBox="1"/>
          <p:nvPr/>
        </p:nvSpPr>
        <p:spPr>
          <a:xfrm>
            <a:off x="8282203" y="4720639"/>
            <a:ext cx="3343046" cy="507831"/>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a:t>
            </a:r>
          </a:p>
        </p:txBody>
      </p:sp>
      <p:sp>
        <p:nvSpPr>
          <p:cNvPr id="36" name="TextBox 35"/>
          <p:cNvSpPr txBox="1"/>
          <p:nvPr/>
        </p:nvSpPr>
        <p:spPr>
          <a:xfrm>
            <a:off x="8282203" y="5389426"/>
            <a:ext cx="3343046" cy="507831"/>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a:t>
            </a:r>
          </a:p>
        </p:txBody>
      </p:sp>
      <p:sp>
        <p:nvSpPr>
          <p:cNvPr id="37" name="TextBox 36"/>
          <p:cNvSpPr txBox="1"/>
          <p:nvPr/>
        </p:nvSpPr>
        <p:spPr>
          <a:xfrm>
            <a:off x="2035775" y="4013379"/>
            <a:ext cx="1866217" cy="292388"/>
          </a:xfrm>
          <a:prstGeom prst="rect">
            <a:avLst/>
          </a:prstGeom>
          <a:noFill/>
        </p:spPr>
        <p:txBody>
          <a:bodyPr wrap="none" rtlCol="0">
            <a:spAutoFit/>
          </a:bodyPr>
          <a:lstStyle/>
          <a:p>
            <a:pPr algn="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Column Chart vers.01</a:t>
            </a:r>
          </a:p>
        </p:txBody>
      </p:sp>
      <p:sp>
        <p:nvSpPr>
          <p:cNvPr id="38" name="TextBox 37"/>
          <p:cNvSpPr txBox="1"/>
          <p:nvPr/>
        </p:nvSpPr>
        <p:spPr>
          <a:xfrm>
            <a:off x="2927102" y="4439994"/>
            <a:ext cx="857927" cy="230832"/>
          </a:xfrm>
          <a:prstGeom prst="rect">
            <a:avLst/>
          </a:prstGeom>
          <a:solidFill>
            <a:schemeClr val="accent6"/>
          </a:solidFill>
          <a:ln>
            <a:noFill/>
          </a:ln>
        </p:spPr>
        <p:txBody>
          <a:bodyPr wrap="none" rtlCol="0">
            <a:spAutoFit/>
          </a:bodyPr>
          <a:lstStyle/>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NEW DEVICE</a:t>
            </a:r>
          </a:p>
        </p:txBody>
      </p:sp>
      <p:sp>
        <p:nvSpPr>
          <p:cNvPr id="39" name="TextBox 38"/>
          <p:cNvSpPr txBox="1"/>
          <p:nvPr/>
        </p:nvSpPr>
        <p:spPr>
          <a:xfrm>
            <a:off x="558946" y="4720639"/>
            <a:ext cx="3343046" cy="507831"/>
          </a:xfrm>
          <a:prstGeom prst="rect">
            <a:avLst/>
          </a:prstGeom>
          <a:noFill/>
        </p:spPr>
        <p:txBody>
          <a:bodyPr wrap="square" rtlCol="0">
            <a:spAutoFit/>
          </a:bodyPr>
          <a:lstStyle/>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a:t>
            </a:r>
          </a:p>
        </p:txBody>
      </p:sp>
      <p:sp>
        <p:nvSpPr>
          <p:cNvPr id="40" name="TextBox 39"/>
          <p:cNvSpPr txBox="1"/>
          <p:nvPr/>
        </p:nvSpPr>
        <p:spPr>
          <a:xfrm>
            <a:off x="558946" y="5389426"/>
            <a:ext cx="3343046" cy="507831"/>
          </a:xfrm>
          <a:prstGeom prst="rect">
            <a:avLst/>
          </a:prstGeom>
          <a:noFill/>
        </p:spPr>
        <p:txBody>
          <a:bodyPr wrap="square" rtlCol="0">
            <a:spAutoFit/>
          </a:bodyPr>
          <a:lstStyle/>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a:t>
            </a:r>
          </a:p>
        </p:txBody>
      </p:sp>
      <p:sp>
        <p:nvSpPr>
          <p:cNvPr id="43" name="TextBox 42"/>
          <p:cNvSpPr txBox="1"/>
          <p:nvPr/>
        </p:nvSpPr>
        <p:spPr>
          <a:xfrm>
            <a:off x="3678865" y="2097554"/>
            <a:ext cx="4834270" cy="646331"/>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a:t>
            </a:r>
          </a:p>
        </p:txBody>
      </p:sp>
    </p:spTree>
    <p:extLst>
      <p:ext uri="{BB962C8B-B14F-4D97-AF65-F5344CB8AC3E}">
        <p14:creationId xmlns:p14="http://schemas.microsoft.com/office/powerpoint/2010/main" val="1462850139"/>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wipe(down)">
                                      <p:cBhvr>
                                        <p:cTn id="10" dur="500"/>
                                        <p:tgtEl>
                                          <p:spTgt spid="15"/>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wipe(down)">
                                      <p:cBhvr>
                                        <p:cTn id="13" dur="500"/>
                                        <p:tgtEl>
                                          <p:spTgt spid="16"/>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wipe(down)">
                                      <p:cBhvr>
                                        <p:cTn id="16" dur="500"/>
                                        <p:tgtEl>
                                          <p:spTgt spid="17"/>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wipe(down)">
                                      <p:cBhvr>
                                        <p:cTn id="19" dur="500"/>
                                        <p:tgtEl>
                                          <p:spTgt spid="18"/>
                                        </p:tgtEl>
                                      </p:cBhvr>
                                    </p:animEffect>
                                  </p:childTnLst>
                                </p:cTn>
                              </p:par>
                              <p:par>
                                <p:cTn id="20" presetID="22" presetClass="entr" presetSubtype="4" fill="hold" grpId="0" nodeType="with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wipe(down)">
                                      <p:cBhvr>
                                        <p:cTn id="22" dur="500"/>
                                        <p:tgtEl>
                                          <p:spTgt spid="19"/>
                                        </p:tgtEl>
                                      </p:cBhvr>
                                    </p:animEffect>
                                  </p:childTnLst>
                                </p:cTn>
                              </p:par>
                              <p:par>
                                <p:cTn id="23" presetID="22" presetClass="entr" presetSubtype="4" fill="hold" grpId="0" nodeType="withEffect">
                                  <p:stCondLst>
                                    <p:cond delay="0"/>
                                  </p:stCondLst>
                                  <p:childTnLst>
                                    <p:set>
                                      <p:cBhvr>
                                        <p:cTn id="24" dur="1" fill="hold">
                                          <p:stCondLst>
                                            <p:cond delay="0"/>
                                          </p:stCondLst>
                                        </p:cTn>
                                        <p:tgtEl>
                                          <p:spTgt spid="20"/>
                                        </p:tgtEl>
                                        <p:attrNameLst>
                                          <p:attrName>style.visibility</p:attrName>
                                        </p:attrNameLst>
                                      </p:cBhvr>
                                      <p:to>
                                        <p:strVal val="visible"/>
                                      </p:to>
                                    </p:set>
                                    <p:animEffect transition="in" filter="wipe(down)">
                                      <p:cBhvr>
                                        <p:cTn id="25"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19" grpId="0" animBg="1"/>
      <p:bldP spid="20"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88</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Oval 47"/>
          <p:cNvSpPr/>
          <p:nvPr/>
        </p:nvSpPr>
        <p:spPr>
          <a:xfrm>
            <a:off x="4259846" y="2111515"/>
            <a:ext cx="936171" cy="936171"/>
          </a:xfrm>
          <a:prstGeom prst="ellipse">
            <a:avLst/>
          </a:prstGeom>
          <a:solidFill>
            <a:schemeClr val="accent6"/>
          </a:solidFill>
          <a:ln w="76200">
            <a:solidFill>
              <a:schemeClr val="bg1"/>
            </a:soli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54" name="Oval 53"/>
          <p:cNvSpPr/>
          <p:nvPr/>
        </p:nvSpPr>
        <p:spPr>
          <a:xfrm>
            <a:off x="6995984" y="2111514"/>
            <a:ext cx="936171" cy="936171"/>
          </a:xfrm>
          <a:prstGeom prst="ellipse">
            <a:avLst/>
          </a:prstGeom>
          <a:solidFill>
            <a:schemeClr val="accent6"/>
          </a:solidFill>
          <a:ln w="76200">
            <a:solidFill>
              <a:schemeClr val="bg1"/>
            </a:solid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55" name="Oval 54"/>
          <p:cNvSpPr/>
          <p:nvPr/>
        </p:nvSpPr>
        <p:spPr>
          <a:xfrm>
            <a:off x="4259845" y="4727124"/>
            <a:ext cx="936171" cy="936171"/>
          </a:xfrm>
          <a:prstGeom prst="ellipse">
            <a:avLst/>
          </a:prstGeom>
          <a:solidFill>
            <a:schemeClr val="accent6"/>
          </a:solidFill>
          <a:ln w="76200">
            <a:solidFill>
              <a:schemeClr val="bg1"/>
            </a:solidFill>
          </a:ln>
          <a:effectLst>
            <a:innerShdw blurRad="63500" dist="50800" dir="81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56" name="Oval 55"/>
          <p:cNvSpPr/>
          <p:nvPr/>
        </p:nvSpPr>
        <p:spPr>
          <a:xfrm>
            <a:off x="6995983" y="4727124"/>
            <a:ext cx="936171" cy="936171"/>
          </a:xfrm>
          <a:prstGeom prst="ellipse">
            <a:avLst/>
          </a:prstGeom>
          <a:solidFill>
            <a:schemeClr val="accent6"/>
          </a:solidFill>
          <a:ln w="76200">
            <a:solidFill>
              <a:schemeClr val="bg1"/>
            </a:solidFill>
          </a:ln>
          <a:effectLst>
            <a:innerShdw blurRad="63500" dist="508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cxnSp>
        <p:nvCxnSpPr>
          <p:cNvPr id="58" name="Straight Connector 57"/>
          <p:cNvCxnSpPr>
            <a:stCxn id="48" idx="6"/>
            <a:endCxn id="54" idx="2"/>
          </p:cNvCxnSpPr>
          <p:nvPr/>
        </p:nvCxnSpPr>
        <p:spPr>
          <a:xfrm flipV="1">
            <a:off x="5196017" y="2579600"/>
            <a:ext cx="1799967" cy="1"/>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a:stCxn id="54" idx="4"/>
            <a:endCxn id="56" idx="0"/>
          </p:cNvCxnSpPr>
          <p:nvPr/>
        </p:nvCxnSpPr>
        <p:spPr>
          <a:xfrm flipH="1">
            <a:off x="7464069" y="3047685"/>
            <a:ext cx="1" cy="1679439"/>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a:stCxn id="48" idx="4"/>
            <a:endCxn id="55" idx="0"/>
          </p:cNvCxnSpPr>
          <p:nvPr/>
        </p:nvCxnSpPr>
        <p:spPr>
          <a:xfrm flipH="1">
            <a:off x="4727931" y="3047686"/>
            <a:ext cx="1" cy="1679438"/>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a:stCxn id="55" idx="6"/>
            <a:endCxn id="56" idx="2"/>
          </p:cNvCxnSpPr>
          <p:nvPr/>
        </p:nvCxnSpPr>
        <p:spPr>
          <a:xfrm>
            <a:off x="5196016" y="5195210"/>
            <a:ext cx="1799967" cy="0"/>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sp>
        <p:nvSpPr>
          <p:cNvPr id="65" name="Oval 64"/>
          <p:cNvSpPr/>
          <p:nvPr/>
        </p:nvSpPr>
        <p:spPr>
          <a:xfrm>
            <a:off x="5883348" y="2366948"/>
            <a:ext cx="425302" cy="425302"/>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1</a:t>
            </a:r>
          </a:p>
        </p:txBody>
      </p:sp>
      <p:sp>
        <p:nvSpPr>
          <p:cNvPr id="66" name="Oval 65"/>
          <p:cNvSpPr/>
          <p:nvPr/>
        </p:nvSpPr>
        <p:spPr>
          <a:xfrm>
            <a:off x="5883348" y="4982558"/>
            <a:ext cx="425302" cy="425302"/>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3</a:t>
            </a:r>
          </a:p>
        </p:txBody>
      </p:sp>
      <p:sp>
        <p:nvSpPr>
          <p:cNvPr id="67" name="Oval 66"/>
          <p:cNvSpPr/>
          <p:nvPr/>
        </p:nvSpPr>
        <p:spPr>
          <a:xfrm>
            <a:off x="7251417" y="3674753"/>
            <a:ext cx="425302" cy="425302"/>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2</a:t>
            </a:r>
          </a:p>
        </p:txBody>
      </p:sp>
      <p:sp>
        <p:nvSpPr>
          <p:cNvPr id="68" name="Oval 67"/>
          <p:cNvSpPr/>
          <p:nvPr/>
        </p:nvSpPr>
        <p:spPr>
          <a:xfrm>
            <a:off x="4515279" y="3674753"/>
            <a:ext cx="425302" cy="425302"/>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4</a:t>
            </a:r>
          </a:p>
        </p:txBody>
      </p:sp>
      <p:sp>
        <p:nvSpPr>
          <p:cNvPr id="69" name="TextBox 68"/>
          <p:cNvSpPr txBox="1"/>
          <p:nvPr/>
        </p:nvSpPr>
        <p:spPr>
          <a:xfrm>
            <a:off x="4997304" y="3191035"/>
            <a:ext cx="2197390" cy="1323439"/>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a:t>
            </a:r>
          </a:p>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ELEMENTS</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71" name="Arc 70"/>
          <p:cNvSpPr/>
          <p:nvPr/>
        </p:nvSpPr>
        <p:spPr>
          <a:xfrm>
            <a:off x="6868942" y="1978954"/>
            <a:ext cx="1190255" cy="1190255"/>
          </a:xfrm>
          <a:prstGeom prst="arc">
            <a:avLst>
              <a:gd name="adj1" fmla="val 16200000"/>
              <a:gd name="adj2" fmla="val 426928"/>
            </a:avLst>
          </a:prstGeom>
          <a:ln w="6350">
            <a:solidFill>
              <a:srgbClr val="95A5A6"/>
            </a:solidFill>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2" name="Oval 71"/>
          <p:cNvSpPr/>
          <p:nvPr/>
        </p:nvSpPr>
        <p:spPr>
          <a:xfrm>
            <a:off x="7857453" y="2111514"/>
            <a:ext cx="138223" cy="138223"/>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Arc 72"/>
          <p:cNvSpPr/>
          <p:nvPr/>
        </p:nvSpPr>
        <p:spPr>
          <a:xfrm rot="16200000">
            <a:off x="4132801" y="1980656"/>
            <a:ext cx="1190255" cy="1190255"/>
          </a:xfrm>
          <a:prstGeom prst="arc">
            <a:avLst>
              <a:gd name="adj1" fmla="val 16041187"/>
              <a:gd name="adj2" fmla="val 426928"/>
            </a:avLst>
          </a:prstGeom>
          <a:ln w="6350">
            <a:solidFill>
              <a:srgbClr val="95A5A6"/>
            </a:solidFill>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4" name="Oval 73"/>
          <p:cNvSpPr/>
          <p:nvPr/>
        </p:nvSpPr>
        <p:spPr>
          <a:xfrm>
            <a:off x="4196325" y="2111514"/>
            <a:ext cx="138223" cy="138223"/>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Arc 74"/>
          <p:cNvSpPr/>
          <p:nvPr/>
        </p:nvSpPr>
        <p:spPr>
          <a:xfrm flipV="1">
            <a:off x="6868942" y="4600082"/>
            <a:ext cx="1190255" cy="1190255"/>
          </a:xfrm>
          <a:prstGeom prst="arc">
            <a:avLst>
              <a:gd name="adj1" fmla="val 16003478"/>
              <a:gd name="adj2" fmla="val 426928"/>
            </a:avLst>
          </a:prstGeom>
          <a:ln w="6350">
            <a:solidFill>
              <a:srgbClr val="95A5A6"/>
            </a:solidFill>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6" name="Oval 75"/>
          <p:cNvSpPr/>
          <p:nvPr/>
        </p:nvSpPr>
        <p:spPr>
          <a:xfrm>
            <a:off x="7847750" y="5540748"/>
            <a:ext cx="138223" cy="138223"/>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Arc 76"/>
          <p:cNvSpPr/>
          <p:nvPr/>
        </p:nvSpPr>
        <p:spPr>
          <a:xfrm flipH="1" flipV="1">
            <a:off x="4129466" y="4600081"/>
            <a:ext cx="1190255" cy="1190255"/>
          </a:xfrm>
          <a:prstGeom prst="arc">
            <a:avLst>
              <a:gd name="adj1" fmla="val 16003478"/>
              <a:gd name="adj2" fmla="val 206120"/>
            </a:avLst>
          </a:prstGeom>
          <a:ln w="6350">
            <a:solidFill>
              <a:srgbClr val="95A5A6"/>
            </a:solidFill>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8" name="Oval 77"/>
          <p:cNvSpPr/>
          <p:nvPr/>
        </p:nvSpPr>
        <p:spPr>
          <a:xfrm>
            <a:off x="4200702" y="5540747"/>
            <a:ext cx="138223" cy="138223"/>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0" name="Straight Connector 79"/>
          <p:cNvCxnSpPr/>
          <p:nvPr/>
        </p:nvCxnSpPr>
        <p:spPr>
          <a:xfrm flipV="1">
            <a:off x="7969328" y="1992309"/>
            <a:ext cx="179738" cy="152802"/>
          </a:xfrm>
          <a:prstGeom prst="line">
            <a:avLst/>
          </a:prstGeom>
          <a:ln>
            <a:solidFill>
              <a:srgbClr val="95A5A6"/>
            </a:solidFill>
            <a:tailEnd type="ova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rot="16200000" flipV="1">
            <a:off x="4039597" y="1945243"/>
            <a:ext cx="179738" cy="152802"/>
          </a:xfrm>
          <a:prstGeom prst="line">
            <a:avLst/>
          </a:prstGeom>
          <a:ln>
            <a:solidFill>
              <a:srgbClr val="95A5A6"/>
            </a:solidFill>
            <a:tailEnd type="ova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rot="5400000">
            <a:off x="4039597" y="5679749"/>
            <a:ext cx="179738" cy="152802"/>
          </a:xfrm>
          <a:prstGeom prst="line">
            <a:avLst/>
          </a:prstGeom>
          <a:ln>
            <a:solidFill>
              <a:srgbClr val="95A5A6"/>
            </a:solidFill>
            <a:tailEnd type="ova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7969328" y="5655860"/>
            <a:ext cx="179738" cy="152802"/>
          </a:xfrm>
          <a:prstGeom prst="line">
            <a:avLst/>
          </a:prstGeom>
          <a:ln>
            <a:solidFill>
              <a:srgbClr val="95A5A6"/>
            </a:solidFill>
            <a:tailEnd type="oval"/>
          </a:ln>
        </p:spPr>
        <p:style>
          <a:lnRef idx="1">
            <a:schemeClr val="accent1"/>
          </a:lnRef>
          <a:fillRef idx="0">
            <a:schemeClr val="accent1"/>
          </a:fillRef>
          <a:effectRef idx="0">
            <a:schemeClr val="accent1"/>
          </a:effectRef>
          <a:fontRef idx="minor">
            <a:schemeClr val="tx1"/>
          </a:fontRef>
        </p:style>
      </p:cxnSp>
      <p:sp>
        <p:nvSpPr>
          <p:cNvPr id="91" name="TextBox 90"/>
          <p:cNvSpPr txBox="1"/>
          <p:nvPr/>
        </p:nvSpPr>
        <p:spPr>
          <a:xfrm>
            <a:off x="1778231" y="1632557"/>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92" name="TextBox 91"/>
          <p:cNvSpPr txBox="1"/>
          <p:nvPr/>
        </p:nvSpPr>
        <p:spPr>
          <a:xfrm>
            <a:off x="1778231" y="5278290"/>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93" name="TextBox 92"/>
          <p:cNvSpPr txBox="1"/>
          <p:nvPr/>
        </p:nvSpPr>
        <p:spPr>
          <a:xfrm>
            <a:off x="8260941" y="1632556"/>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94" name="TextBox 93"/>
          <p:cNvSpPr txBox="1"/>
          <p:nvPr/>
        </p:nvSpPr>
        <p:spPr>
          <a:xfrm>
            <a:off x="8260941" y="5278289"/>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3379218074"/>
      </p:ext>
    </p:extLst>
  </p:cSld>
  <p:clrMapOvr>
    <a:masterClrMapping/>
  </p:clrMapOvr>
  <mc:AlternateContent xmlns:mc="http://schemas.openxmlformats.org/markup-compatibility/2006" xmlns:p14="http://schemas.microsoft.com/office/powerpoint/2010/main">
    <mc:Choice Requires="p14">
      <p:transition spd="slow" p14:dur="800">
        <p14:flythrough/>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500"/>
                                        <p:tgtEl>
                                          <p:spTgt spid="4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fade">
                                      <p:cBhvr>
                                        <p:cTn id="11" dur="500"/>
                                        <p:tgtEl>
                                          <p:spTgt spid="65"/>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54"/>
                                        </p:tgtEl>
                                        <p:attrNameLst>
                                          <p:attrName>style.visibility</p:attrName>
                                        </p:attrNameLst>
                                      </p:cBhvr>
                                      <p:to>
                                        <p:strVal val="visible"/>
                                      </p:to>
                                    </p:set>
                                    <p:animEffect transition="in" filter="fade">
                                      <p:cBhvr>
                                        <p:cTn id="15" dur="500"/>
                                        <p:tgtEl>
                                          <p:spTgt spid="54"/>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67"/>
                                        </p:tgtEl>
                                        <p:attrNameLst>
                                          <p:attrName>style.visibility</p:attrName>
                                        </p:attrNameLst>
                                      </p:cBhvr>
                                      <p:to>
                                        <p:strVal val="visible"/>
                                      </p:to>
                                    </p:set>
                                    <p:animEffect transition="in" filter="fade">
                                      <p:cBhvr>
                                        <p:cTn id="19" dur="500"/>
                                        <p:tgtEl>
                                          <p:spTgt spid="67"/>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56"/>
                                        </p:tgtEl>
                                        <p:attrNameLst>
                                          <p:attrName>style.visibility</p:attrName>
                                        </p:attrNameLst>
                                      </p:cBhvr>
                                      <p:to>
                                        <p:strVal val="visible"/>
                                      </p:to>
                                    </p:set>
                                    <p:animEffect transition="in" filter="fade">
                                      <p:cBhvr>
                                        <p:cTn id="23" dur="500"/>
                                        <p:tgtEl>
                                          <p:spTgt spid="56"/>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66"/>
                                        </p:tgtEl>
                                        <p:attrNameLst>
                                          <p:attrName>style.visibility</p:attrName>
                                        </p:attrNameLst>
                                      </p:cBhvr>
                                      <p:to>
                                        <p:strVal val="visible"/>
                                      </p:to>
                                    </p:set>
                                    <p:animEffect transition="in" filter="fade">
                                      <p:cBhvr>
                                        <p:cTn id="27" dur="500"/>
                                        <p:tgtEl>
                                          <p:spTgt spid="66"/>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55"/>
                                        </p:tgtEl>
                                        <p:attrNameLst>
                                          <p:attrName>style.visibility</p:attrName>
                                        </p:attrNameLst>
                                      </p:cBhvr>
                                      <p:to>
                                        <p:strVal val="visible"/>
                                      </p:to>
                                    </p:set>
                                    <p:animEffect transition="in" filter="fade">
                                      <p:cBhvr>
                                        <p:cTn id="31" dur="500"/>
                                        <p:tgtEl>
                                          <p:spTgt spid="55"/>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68"/>
                                        </p:tgtEl>
                                        <p:attrNameLst>
                                          <p:attrName>style.visibility</p:attrName>
                                        </p:attrNameLst>
                                      </p:cBhvr>
                                      <p:to>
                                        <p:strVal val="visible"/>
                                      </p:to>
                                    </p:set>
                                    <p:animEffect transition="in" filter="fade">
                                      <p:cBhvr>
                                        <p:cTn id="35" dur="500"/>
                                        <p:tgtEl>
                                          <p:spTgt spid="68"/>
                                        </p:tgtEl>
                                      </p:cBhvr>
                                    </p:animEffect>
                                  </p:childTnLst>
                                </p:cTn>
                              </p:par>
                              <p:par>
                                <p:cTn id="36" presetID="10" presetClass="entr" presetSubtype="0" fill="hold" nodeType="withEffect">
                                  <p:stCondLst>
                                    <p:cond delay="0"/>
                                  </p:stCondLst>
                                  <p:childTnLst>
                                    <p:set>
                                      <p:cBhvr>
                                        <p:cTn id="37" dur="1" fill="hold">
                                          <p:stCondLst>
                                            <p:cond delay="0"/>
                                          </p:stCondLst>
                                        </p:cTn>
                                        <p:tgtEl>
                                          <p:spTgt spid="58"/>
                                        </p:tgtEl>
                                        <p:attrNameLst>
                                          <p:attrName>style.visibility</p:attrName>
                                        </p:attrNameLst>
                                      </p:cBhvr>
                                      <p:to>
                                        <p:strVal val="visible"/>
                                      </p:to>
                                    </p:set>
                                    <p:animEffect transition="in" filter="fade">
                                      <p:cBhvr>
                                        <p:cTn id="38" dur="500"/>
                                        <p:tgtEl>
                                          <p:spTgt spid="58"/>
                                        </p:tgtEl>
                                      </p:cBhvr>
                                    </p:animEffect>
                                  </p:childTnLst>
                                </p:cTn>
                              </p:par>
                              <p:par>
                                <p:cTn id="39" presetID="10" presetClass="entr" presetSubtype="0" fill="hold" nodeType="withEffect">
                                  <p:stCondLst>
                                    <p:cond delay="0"/>
                                  </p:stCondLst>
                                  <p:childTnLst>
                                    <p:set>
                                      <p:cBhvr>
                                        <p:cTn id="40" dur="1" fill="hold">
                                          <p:stCondLst>
                                            <p:cond delay="0"/>
                                          </p:stCondLst>
                                        </p:cTn>
                                        <p:tgtEl>
                                          <p:spTgt spid="60"/>
                                        </p:tgtEl>
                                        <p:attrNameLst>
                                          <p:attrName>style.visibility</p:attrName>
                                        </p:attrNameLst>
                                      </p:cBhvr>
                                      <p:to>
                                        <p:strVal val="visible"/>
                                      </p:to>
                                    </p:set>
                                    <p:animEffect transition="in" filter="fade">
                                      <p:cBhvr>
                                        <p:cTn id="41" dur="500"/>
                                        <p:tgtEl>
                                          <p:spTgt spid="60"/>
                                        </p:tgtEl>
                                      </p:cBhvr>
                                    </p:animEffect>
                                  </p:childTnLst>
                                </p:cTn>
                              </p:par>
                              <p:par>
                                <p:cTn id="42" presetID="10" presetClass="entr" presetSubtype="0" fill="hold" nodeType="withEffect">
                                  <p:stCondLst>
                                    <p:cond delay="0"/>
                                  </p:stCondLst>
                                  <p:childTnLst>
                                    <p:set>
                                      <p:cBhvr>
                                        <p:cTn id="43" dur="1" fill="hold">
                                          <p:stCondLst>
                                            <p:cond delay="0"/>
                                          </p:stCondLst>
                                        </p:cTn>
                                        <p:tgtEl>
                                          <p:spTgt spid="64"/>
                                        </p:tgtEl>
                                        <p:attrNameLst>
                                          <p:attrName>style.visibility</p:attrName>
                                        </p:attrNameLst>
                                      </p:cBhvr>
                                      <p:to>
                                        <p:strVal val="visible"/>
                                      </p:to>
                                    </p:set>
                                    <p:animEffect transition="in" filter="fade">
                                      <p:cBhvr>
                                        <p:cTn id="44" dur="500"/>
                                        <p:tgtEl>
                                          <p:spTgt spid="64"/>
                                        </p:tgtEl>
                                      </p:cBhvr>
                                    </p:animEffect>
                                  </p:childTnLst>
                                </p:cTn>
                              </p:par>
                              <p:par>
                                <p:cTn id="45" presetID="10" presetClass="entr" presetSubtype="0" fill="hold" nodeType="withEffect">
                                  <p:stCondLst>
                                    <p:cond delay="0"/>
                                  </p:stCondLst>
                                  <p:childTnLst>
                                    <p:set>
                                      <p:cBhvr>
                                        <p:cTn id="46" dur="1" fill="hold">
                                          <p:stCondLst>
                                            <p:cond delay="0"/>
                                          </p:stCondLst>
                                        </p:cTn>
                                        <p:tgtEl>
                                          <p:spTgt spid="62"/>
                                        </p:tgtEl>
                                        <p:attrNameLst>
                                          <p:attrName>style.visibility</p:attrName>
                                        </p:attrNameLst>
                                      </p:cBhvr>
                                      <p:to>
                                        <p:strVal val="visible"/>
                                      </p:to>
                                    </p:set>
                                    <p:animEffect transition="in" filter="fade">
                                      <p:cBhvr>
                                        <p:cTn id="47" dur="500"/>
                                        <p:tgtEl>
                                          <p:spTgt spid="62"/>
                                        </p:tgtEl>
                                      </p:cBhvr>
                                    </p:animEffect>
                                  </p:childTnLst>
                                </p:cTn>
                              </p:par>
                            </p:childTnLst>
                          </p:cTn>
                        </p:par>
                        <p:par>
                          <p:cTn id="48" fill="hold">
                            <p:stCondLst>
                              <p:cond delay="4000"/>
                            </p:stCondLst>
                            <p:childTnLst>
                              <p:par>
                                <p:cTn id="49" presetID="16" presetClass="entr" presetSubtype="37" fill="hold" grpId="0" nodeType="afterEffect">
                                  <p:stCondLst>
                                    <p:cond delay="0"/>
                                  </p:stCondLst>
                                  <p:childTnLst>
                                    <p:set>
                                      <p:cBhvr>
                                        <p:cTn id="50" dur="1" fill="hold">
                                          <p:stCondLst>
                                            <p:cond delay="0"/>
                                          </p:stCondLst>
                                        </p:cTn>
                                        <p:tgtEl>
                                          <p:spTgt spid="71"/>
                                        </p:tgtEl>
                                        <p:attrNameLst>
                                          <p:attrName>style.visibility</p:attrName>
                                        </p:attrNameLst>
                                      </p:cBhvr>
                                      <p:to>
                                        <p:strVal val="visible"/>
                                      </p:to>
                                    </p:set>
                                    <p:animEffect transition="in" filter="barn(outVertical)">
                                      <p:cBhvr>
                                        <p:cTn id="51" dur="500"/>
                                        <p:tgtEl>
                                          <p:spTgt spid="71"/>
                                        </p:tgtEl>
                                      </p:cBhvr>
                                    </p:animEffect>
                                  </p:childTnLst>
                                </p:cTn>
                              </p:par>
                            </p:childTnLst>
                          </p:cTn>
                        </p:par>
                        <p:par>
                          <p:cTn id="52" fill="hold">
                            <p:stCondLst>
                              <p:cond delay="4500"/>
                            </p:stCondLst>
                            <p:childTnLst>
                              <p:par>
                                <p:cTn id="53" presetID="22" presetClass="entr" presetSubtype="4" fill="hold" nodeType="afterEffect">
                                  <p:stCondLst>
                                    <p:cond delay="0"/>
                                  </p:stCondLst>
                                  <p:childTnLst>
                                    <p:set>
                                      <p:cBhvr>
                                        <p:cTn id="54" dur="1" fill="hold">
                                          <p:stCondLst>
                                            <p:cond delay="0"/>
                                          </p:stCondLst>
                                        </p:cTn>
                                        <p:tgtEl>
                                          <p:spTgt spid="80"/>
                                        </p:tgtEl>
                                        <p:attrNameLst>
                                          <p:attrName>style.visibility</p:attrName>
                                        </p:attrNameLst>
                                      </p:cBhvr>
                                      <p:to>
                                        <p:strVal val="visible"/>
                                      </p:to>
                                    </p:set>
                                    <p:animEffect transition="in" filter="wipe(down)">
                                      <p:cBhvr>
                                        <p:cTn id="55" dur="500"/>
                                        <p:tgtEl>
                                          <p:spTgt spid="80"/>
                                        </p:tgtEl>
                                      </p:cBhvr>
                                    </p:animEffect>
                                  </p:childTnLst>
                                </p:cTn>
                              </p:par>
                            </p:childTnLst>
                          </p:cTn>
                        </p:par>
                        <p:par>
                          <p:cTn id="56" fill="hold">
                            <p:stCondLst>
                              <p:cond delay="5000"/>
                            </p:stCondLst>
                            <p:childTnLst>
                              <p:par>
                                <p:cTn id="57" presetID="22" presetClass="entr" presetSubtype="2" fill="hold" grpId="0" nodeType="afterEffect">
                                  <p:stCondLst>
                                    <p:cond delay="0"/>
                                  </p:stCondLst>
                                  <p:childTnLst>
                                    <p:set>
                                      <p:cBhvr>
                                        <p:cTn id="58" dur="1" fill="hold">
                                          <p:stCondLst>
                                            <p:cond delay="0"/>
                                          </p:stCondLst>
                                        </p:cTn>
                                        <p:tgtEl>
                                          <p:spTgt spid="93"/>
                                        </p:tgtEl>
                                        <p:attrNameLst>
                                          <p:attrName>style.visibility</p:attrName>
                                        </p:attrNameLst>
                                      </p:cBhvr>
                                      <p:to>
                                        <p:strVal val="visible"/>
                                      </p:to>
                                    </p:set>
                                    <p:animEffect transition="in" filter="wipe(right)">
                                      <p:cBhvr>
                                        <p:cTn id="59" dur="500"/>
                                        <p:tgtEl>
                                          <p:spTgt spid="93"/>
                                        </p:tgtEl>
                                      </p:cBhvr>
                                    </p:animEffect>
                                  </p:childTnLst>
                                </p:cTn>
                              </p:par>
                            </p:childTnLst>
                          </p:cTn>
                        </p:par>
                        <p:par>
                          <p:cTn id="60" fill="hold">
                            <p:stCondLst>
                              <p:cond delay="5500"/>
                            </p:stCondLst>
                            <p:childTnLst>
                              <p:par>
                                <p:cTn id="61" presetID="16" presetClass="entr" presetSubtype="37" fill="hold" grpId="0" nodeType="afterEffect">
                                  <p:stCondLst>
                                    <p:cond delay="0"/>
                                  </p:stCondLst>
                                  <p:childTnLst>
                                    <p:set>
                                      <p:cBhvr>
                                        <p:cTn id="62" dur="1" fill="hold">
                                          <p:stCondLst>
                                            <p:cond delay="0"/>
                                          </p:stCondLst>
                                        </p:cTn>
                                        <p:tgtEl>
                                          <p:spTgt spid="75"/>
                                        </p:tgtEl>
                                        <p:attrNameLst>
                                          <p:attrName>style.visibility</p:attrName>
                                        </p:attrNameLst>
                                      </p:cBhvr>
                                      <p:to>
                                        <p:strVal val="visible"/>
                                      </p:to>
                                    </p:set>
                                    <p:animEffect transition="in" filter="barn(outVertical)">
                                      <p:cBhvr>
                                        <p:cTn id="63" dur="500"/>
                                        <p:tgtEl>
                                          <p:spTgt spid="75"/>
                                        </p:tgtEl>
                                      </p:cBhvr>
                                    </p:animEffect>
                                  </p:childTnLst>
                                </p:cTn>
                              </p:par>
                            </p:childTnLst>
                          </p:cTn>
                        </p:par>
                        <p:par>
                          <p:cTn id="64" fill="hold">
                            <p:stCondLst>
                              <p:cond delay="6000"/>
                            </p:stCondLst>
                            <p:childTnLst>
                              <p:par>
                                <p:cTn id="65" presetID="22" presetClass="entr" presetSubtype="1" fill="hold" nodeType="afterEffect">
                                  <p:stCondLst>
                                    <p:cond delay="0"/>
                                  </p:stCondLst>
                                  <p:childTnLst>
                                    <p:set>
                                      <p:cBhvr>
                                        <p:cTn id="66" dur="1" fill="hold">
                                          <p:stCondLst>
                                            <p:cond delay="0"/>
                                          </p:stCondLst>
                                        </p:cTn>
                                        <p:tgtEl>
                                          <p:spTgt spid="85"/>
                                        </p:tgtEl>
                                        <p:attrNameLst>
                                          <p:attrName>style.visibility</p:attrName>
                                        </p:attrNameLst>
                                      </p:cBhvr>
                                      <p:to>
                                        <p:strVal val="visible"/>
                                      </p:to>
                                    </p:set>
                                    <p:animEffect transition="in" filter="wipe(up)">
                                      <p:cBhvr>
                                        <p:cTn id="67" dur="500"/>
                                        <p:tgtEl>
                                          <p:spTgt spid="85"/>
                                        </p:tgtEl>
                                      </p:cBhvr>
                                    </p:animEffect>
                                  </p:childTnLst>
                                </p:cTn>
                              </p:par>
                            </p:childTnLst>
                          </p:cTn>
                        </p:par>
                        <p:par>
                          <p:cTn id="68" fill="hold">
                            <p:stCondLst>
                              <p:cond delay="6500"/>
                            </p:stCondLst>
                            <p:childTnLst>
                              <p:par>
                                <p:cTn id="69" presetID="22" presetClass="entr" presetSubtype="2" fill="hold" grpId="0" nodeType="afterEffect">
                                  <p:stCondLst>
                                    <p:cond delay="0"/>
                                  </p:stCondLst>
                                  <p:childTnLst>
                                    <p:set>
                                      <p:cBhvr>
                                        <p:cTn id="70" dur="1" fill="hold">
                                          <p:stCondLst>
                                            <p:cond delay="0"/>
                                          </p:stCondLst>
                                        </p:cTn>
                                        <p:tgtEl>
                                          <p:spTgt spid="94"/>
                                        </p:tgtEl>
                                        <p:attrNameLst>
                                          <p:attrName>style.visibility</p:attrName>
                                        </p:attrNameLst>
                                      </p:cBhvr>
                                      <p:to>
                                        <p:strVal val="visible"/>
                                      </p:to>
                                    </p:set>
                                    <p:animEffect transition="in" filter="wipe(right)">
                                      <p:cBhvr>
                                        <p:cTn id="71" dur="500"/>
                                        <p:tgtEl>
                                          <p:spTgt spid="94"/>
                                        </p:tgtEl>
                                      </p:cBhvr>
                                    </p:animEffect>
                                  </p:childTnLst>
                                </p:cTn>
                              </p:par>
                            </p:childTnLst>
                          </p:cTn>
                        </p:par>
                        <p:par>
                          <p:cTn id="72" fill="hold">
                            <p:stCondLst>
                              <p:cond delay="7000"/>
                            </p:stCondLst>
                            <p:childTnLst>
                              <p:par>
                                <p:cTn id="73" presetID="16" presetClass="entr" presetSubtype="37" fill="hold" grpId="0" nodeType="afterEffect">
                                  <p:stCondLst>
                                    <p:cond delay="0"/>
                                  </p:stCondLst>
                                  <p:childTnLst>
                                    <p:set>
                                      <p:cBhvr>
                                        <p:cTn id="74" dur="1" fill="hold">
                                          <p:stCondLst>
                                            <p:cond delay="0"/>
                                          </p:stCondLst>
                                        </p:cTn>
                                        <p:tgtEl>
                                          <p:spTgt spid="73"/>
                                        </p:tgtEl>
                                        <p:attrNameLst>
                                          <p:attrName>style.visibility</p:attrName>
                                        </p:attrNameLst>
                                      </p:cBhvr>
                                      <p:to>
                                        <p:strVal val="visible"/>
                                      </p:to>
                                    </p:set>
                                    <p:animEffect transition="in" filter="barn(outVertical)">
                                      <p:cBhvr>
                                        <p:cTn id="75" dur="500"/>
                                        <p:tgtEl>
                                          <p:spTgt spid="73"/>
                                        </p:tgtEl>
                                      </p:cBhvr>
                                    </p:animEffect>
                                  </p:childTnLst>
                                </p:cTn>
                              </p:par>
                            </p:childTnLst>
                          </p:cTn>
                        </p:par>
                        <p:par>
                          <p:cTn id="76" fill="hold">
                            <p:stCondLst>
                              <p:cond delay="7500"/>
                            </p:stCondLst>
                            <p:childTnLst>
                              <p:par>
                                <p:cTn id="77" presetID="22" presetClass="entr" presetSubtype="4" fill="hold" nodeType="afterEffect">
                                  <p:stCondLst>
                                    <p:cond delay="0"/>
                                  </p:stCondLst>
                                  <p:childTnLst>
                                    <p:set>
                                      <p:cBhvr>
                                        <p:cTn id="78" dur="1" fill="hold">
                                          <p:stCondLst>
                                            <p:cond delay="0"/>
                                          </p:stCondLst>
                                        </p:cTn>
                                        <p:tgtEl>
                                          <p:spTgt spid="82"/>
                                        </p:tgtEl>
                                        <p:attrNameLst>
                                          <p:attrName>style.visibility</p:attrName>
                                        </p:attrNameLst>
                                      </p:cBhvr>
                                      <p:to>
                                        <p:strVal val="visible"/>
                                      </p:to>
                                    </p:set>
                                    <p:animEffect transition="in" filter="wipe(down)">
                                      <p:cBhvr>
                                        <p:cTn id="79" dur="500"/>
                                        <p:tgtEl>
                                          <p:spTgt spid="82"/>
                                        </p:tgtEl>
                                      </p:cBhvr>
                                    </p:animEffect>
                                  </p:childTnLst>
                                </p:cTn>
                              </p:par>
                            </p:childTnLst>
                          </p:cTn>
                        </p:par>
                        <p:par>
                          <p:cTn id="80" fill="hold">
                            <p:stCondLst>
                              <p:cond delay="8000"/>
                            </p:stCondLst>
                            <p:childTnLst>
                              <p:par>
                                <p:cTn id="81" presetID="22" presetClass="entr" presetSubtype="8" fill="hold" grpId="0" nodeType="afterEffect">
                                  <p:stCondLst>
                                    <p:cond delay="0"/>
                                  </p:stCondLst>
                                  <p:childTnLst>
                                    <p:set>
                                      <p:cBhvr>
                                        <p:cTn id="82" dur="1" fill="hold">
                                          <p:stCondLst>
                                            <p:cond delay="0"/>
                                          </p:stCondLst>
                                        </p:cTn>
                                        <p:tgtEl>
                                          <p:spTgt spid="91"/>
                                        </p:tgtEl>
                                        <p:attrNameLst>
                                          <p:attrName>style.visibility</p:attrName>
                                        </p:attrNameLst>
                                      </p:cBhvr>
                                      <p:to>
                                        <p:strVal val="visible"/>
                                      </p:to>
                                    </p:set>
                                    <p:animEffect transition="in" filter="wipe(left)">
                                      <p:cBhvr>
                                        <p:cTn id="83" dur="500"/>
                                        <p:tgtEl>
                                          <p:spTgt spid="91"/>
                                        </p:tgtEl>
                                      </p:cBhvr>
                                    </p:animEffect>
                                  </p:childTnLst>
                                </p:cTn>
                              </p:par>
                            </p:childTnLst>
                          </p:cTn>
                        </p:par>
                        <p:par>
                          <p:cTn id="84" fill="hold">
                            <p:stCondLst>
                              <p:cond delay="8500"/>
                            </p:stCondLst>
                            <p:childTnLst>
                              <p:par>
                                <p:cTn id="85" presetID="16" presetClass="entr" presetSubtype="37" fill="hold" grpId="0" nodeType="afterEffect">
                                  <p:stCondLst>
                                    <p:cond delay="0"/>
                                  </p:stCondLst>
                                  <p:childTnLst>
                                    <p:set>
                                      <p:cBhvr>
                                        <p:cTn id="86" dur="1" fill="hold">
                                          <p:stCondLst>
                                            <p:cond delay="0"/>
                                          </p:stCondLst>
                                        </p:cTn>
                                        <p:tgtEl>
                                          <p:spTgt spid="77"/>
                                        </p:tgtEl>
                                        <p:attrNameLst>
                                          <p:attrName>style.visibility</p:attrName>
                                        </p:attrNameLst>
                                      </p:cBhvr>
                                      <p:to>
                                        <p:strVal val="visible"/>
                                      </p:to>
                                    </p:set>
                                    <p:animEffect transition="in" filter="barn(outVertical)">
                                      <p:cBhvr>
                                        <p:cTn id="87" dur="500"/>
                                        <p:tgtEl>
                                          <p:spTgt spid="77"/>
                                        </p:tgtEl>
                                      </p:cBhvr>
                                    </p:animEffect>
                                  </p:childTnLst>
                                </p:cTn>
                              </p:par>
                            </p:childTnLst>
                          </p:cTn>
                        </p:par>
                        <p:par>
                          <p:cTn id="88" fill="hold">
                            <p:stCondLst>
                              <p:cond delay="9000"/>
                            </p:stCondLst>
                            <p:childTnLst>
                              <p:par>
                                <p:cTn id="89" presetID="22" presetClass="entr" presetSubtype="1" fill="hold" nodeType="afterEffect">
                                  <p:stCondLst>
                                    <p:cond delay="0"/>
                                  </p:stCondLst>
                                  <p:childTnLst>
                                    <p:set>
                                      <p:cBhvr>
                                        <p:cTn id="90" dur="1" fill="hold">
                                          <p:stCondLst>
                                            <p:cond delay="0"/>
                                          </p:stCondLst>
                                        </p:cTn>
                                        <p:tgtEl>
                                          <p:spTgt spid="84"/>
                                        </p:tgtEl>
                                        <p:attrNameLst>
                                          <p:attrName>style.visibility</p:attrName>
                                        </p:attrNameLst>
                                      </p:cBhvr>
                                      <p:to>
                                        <p:strVal val="visible"/>
                                      </p:to>
                                    </p:set>
                                    <p:animEffect transition="in" filter="wipe(up)">
                                      <p:cBhvr>
                                        <p:cTn id="91" dur="500"/>
                                        <p:tgtEl>
                                          <p:spTgt spid="84"/>
                                        </p:tgtEl>
                                      </p:cBhvr>
                                    </p:animEffect>
                                  </p:childTnLst>
                                </p:cTn>
                              </p:par>
                            </p:childTnLst>
                          </p:cTn>
                        </p:par>
                        <p:par>
                          <p:cTn id="92" fill="hold">
                            <p:stCondLst>
                              <p:cond delay="9500"/>
                            </p:stCondLst>
                            <p:childTnLst>
                              <p:par>
                                <p:cTn id="93" presetID="22" presetClass="entr" presetSubtype="8" fill="hold" grpId="0" nodeType="afterEffect">
                                  <p:stCondLst>
                                    <p:cond delay="0"/>
                                  </p:stCondLst>
                                  <p:childTnLst>
                                    <p:set>
                                      <p:cBhvr>
                                        <p:cTn id="94" dur="1" fill="hold">
                                          <p:stCondLst>
                                            <p:cond delay="0"/>
                                          </p:stCondLst>
                                        </p:cTn>
                                        <p:tgtEl>
                                          <p:spTgt spid="92"/>
                                        </p:tgtEl>
                                        <p:attrNameLst>
                                          <p:attrName>style.visibility</p:attrName>
                                        </p:attrNameLst>
                                      </p:cBhvr>
                                      <p:to>
                                        <p:strVal val="visible"/>
                                      </p:to>
                                    </p:set>
                                    <p:animEffect transition="in" filter="wipe(left)">
                                      <p:cBhvr>
                                        <p:cTn id="95" dur="5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54" grpId="0" animBg="1"/>
      <p:bldP spid="55" grpId="0" animBg="1"/>
      <p:bldP spid="56" grpId="0" animBg="1"/>
      <p:bldP spid="65" grpId="0" animBg="1"/>
      <p:bldP spid="66" grpId="0" animBg="1"/>
      <p:bldP spid="67" grpId="0" animBg="1"/>
      <p:bldP spid="68" grpId="0" animBg="1"/>
      <p:bldP spid="71" grpId="0" animBg="1"/>
      <p:bldP spid="73" grpId="0" animBg="1"/>
      <p:bldP spid="75" grpId="0" animBg="1"/>
      <p:bldP spid="77" grpId="0" animBg="1"/>
      <p:bldP spid="91" grpId="0"/>
      <p:bldP spid="92" grpId="0"/>
      <p:bldP spid="93" grpId="0"/>
      <p:bldP spid="94"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89</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Diamond 1"/>
          <p:cNvSpPr/>
          <p:nvPr/>
        </p:nvSpPr>
        <p:spPr>
          <a:xfrm>
            <a:off x="4783083" y="1700766"/>
            <a:ext cx="1714500" cy="1714500"/>
          </a:xfrm>
          <a:prstGeom prst="diamon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Diamond 13"/>
          <p:cNvSpPr/>
          <p:nvPr/>
        </p:nvSpPr>
        <p:spPr>
          <a:xfrm>
            <a:off x="5694417" y="2621814"/>
            <a:ext cx="1714500" cy="1714500"/>
          </a:xfrm>
          <a:prstGeom prst="diamon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Diamond 14"/>
          <p:cNvSpPr/>
          <p:nvPr/>
        </p:nvSpPr>
        <p:spPr>
          <a:xfrm>
            <a:off x="4783083" y="3536652"/>
            <a:ext cx="1714500" cy="1714500"/>
          </a:xfrm>
          <a:prstGeom prst="diamon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Diamond 16"/>
          <p:cNvSpPr/>
          <p:nvPr/>
        </p:nvSpPr>
        <p:spPr>
          <a:xfrm>
            <a:off x="5694417" y="4457700"/>
            <a:ext cx="1714500" cy="1714500"/>
          </a:xfrm>
          <a:prstGeom prst="diamon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 name="Straight Connector 4"/>
          <p:cNvCxnSpPr/>
          <p:nvPr/>
        </p:nvCxnSpPr>
        <p:spPr>
          <a:xfrm flipH="1">
            <a:off x="4651966" y="1687568"/>
            <a:ext cx="863850" cy="863849"/>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4651966" y="2551417"/>
            <a:ext cx="863850" cy="863849"/>
          </a:xfrm>
          <a:prstGeom prst="line">
            <a:avLst/>
          </a:prstGeom>
          <a:ln w="3175">
            <a:solidFill>
              <a:srgbClr val="95A5A6"/>
            </a:solidFill>
            <a:tailEnd type="oval"/>
          </a:ln>
        </p:spPr>
        <p:style>
          <a:lnRef idx="1">
            <a:schemeClr val="accent1"/>
          </a:lnRef>
          <a:fillRef idx="0">
            <a:schemeClr val="accent1"/>
          </a:fillRef>
          <a:effectRef idx="0">
            <a:schemeClr val="accent1"/>
          </a:effectRef>
          <a:fontRef idx="minor">
            <a:schemeClr val="tx1"/>
          </a:fontRef>
        </p:style>
      </p:cxnSp>
      <p:sp>
        <p:nvSpPr>
          <p:cNvPr id="25" name="Oval 24"/>
          <p:cNvSpPr/>
          <p:nvPr/>
        </p:nvSpPr>
        <p:spPr>
          <a:xfrm>
            <a:off x="4608956" y="2493567"/>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7" name="Straight Connector 26"/>
          <p:cNvCxnSpPr/>
          <p:nvPr/>
        </p:nvCxnSpPr>
        <p:spPr>
          <a:xfrm>
            <a:off x="4379337" y="2551417"/>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651966" y="3523454"/>
            <a:ext cx="863850" cy="863849"/>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651966" y="4387303"/>
            <a:ext cx="863850" cy="863849"/>
          </a:xfrm>
          <a:prstGeom prst="line">
            <a:avLst/>
          </a:prstGeom>
          <a:ln w="3175">
            <a:solidFill>
              <a:srgbClr val="95A5A6"/>
            </a:solidFill>
            <a:tailEnd type="oval"/>
          </a:ln>
        </p:spPr>
        <p:style>
          <a:lnRef idx="1">
            <a:schemeClr val="accent1"/>
          </a:lnRef>
          <a:fillRef idx="0">
            <a:schemeClr val="accent1"/>
          </a:fillRef>
          <a:effectRef idx="0">
            <a:schemeClr val="accent1"/>
          </a:effectRef>
          <a:fontRef idx="minor">
            <a:schemeClr val="tx1"/>
          </a:fontRef>
        </p:style>
      </p:cxnSp>
      <p:sp>
        <p:nvSpPr>
          <p:cNvPr id="33" name="Oval 32"/>
          <p:cNvSpPr/>
          <p:nvPr/>
        </p:nvSpPr>
        <p:spPr>
          <a:xfrm>
            <a:off x="4608956" y="4329453"/>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 name="Straight Connector 33"/>
          <p:cNvCxnSpPr/>
          <p:nvPr/>
        </p:nvCxnSpPr>
        <p:spPr>
          <a:xfrm>
            <a:off x="4379337" y="4387303"/>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6676184" y="2609266"/>
            <a:ext cx="863850" cy="863849"/>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flipH="1">
            <a:off x="6676184" y="3473115"/>
            <a:ext cx="863850" cy="863849"/>
          </a:xfrm>
          <a:prstGeom prst="line">
            <a:avLst/>
          </a:prstGeom>
          <a:ln w="3175">
            <a:solidFill>
              <a:srgbClr val="95A5A6"/>
            </a:solidFill>
            <a:tailEnd type="oval"/>
          </a:ln>
        </p:spPr>
        <p:style>
          <a:lnRef idx="1">
            <a:schemeClr val="accent1"/>
          </a:lnRef>
          <a:fillRef idx="0">
            <a:schemeClr val="accent1"/>
          </a:fillRef>
          <a:effectRef idx="0">
            <a:schemeClr val="accent1"/>
          </a:effectRef>
          <a:fontRef idx="minor">
            <a:schemeClr val="tx1"/>
          </a:fontRef>
        </p:style>
      </p:cxnSp>
      <p:sp>
        <p:nvSpPr>
          <p:cNvPr id="37" name="Oval 36"/>
          <p:cNvSpPr/>
          <p:nvPr/>
        </p:nvSpPr>
        <p:spPr>
          <a:xfrm flipH="1">
            <a:off x="7467345" y="3415265"/>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8" name="Straight Connector 37"/>
          <p:cNvCxnSpPr/>
          <p:nvPr/>
        </p:nvCxnSpPr>
        <p:spPr>
          <a:xfrm flipH="1">
            <a:off x="7583044" y="3473115"/>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6676184" y="4457700"/>
            <a:ext cx="863850" cy="863849"/>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flipH="1">
            <a:off x="6676184" y="5321549"/>
            <a:ext cx="863850" cy="863849"/>
          </a:xfrm>
          <a:prstGeom prst="line">
            <a:avLst/>
          </a:prstGeom>
          <a:ln w="3175">
            <a:solidFill>
              <a:srgbClr val="95A5A6"/>
            </a:solidFill>
            <a:tailEnd type="oval"/>
          </a:ln>
        </p:spPr>
        <p:style>
          <a:lnRef idx="1">
            <a:schemeClr val="accent1"/>
          </a:lnRef>
          <a:fillRef idx="0">
            <a:schemeClr val="accent1"/>
          </a:fillRef>
          <a:effectRef idx="0">
            <a:schemeClr val="accent1"/>
          </a:effectRef>
          <a:fontRef idx="minor">
            <a:schemeClr val="tx1"/>
          </a:fontRef>
        </p:style>
      </p:cxnSp>
      <p:sp>
        <p:nvSpPr>
          <p:cNvPr id="42" name="Oval 41"/>
          <p:cNvSpPr/>
          <p:nvPr/>
        </p:nvSpPr>
        <p:spPr>
          <a:xfrm flipH="1">
            <a:off x="7467345" y="5263699"/>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3" name="Straight Connector 42"/>
          <p:cNvCxnSpPr/>
          <p:nvPr/>
        </p:nvCxnSpPr>
        <p:spPr>
          <a:xfrm flipH="1">
            <a:off x="7583044" y="5321549"/>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sp>
        <p:nvSpPr>
          <p:cNvPr id="44" name="Diamond 43"/>
          <p:cNvSpPr/>
          <p:nvPr/>
        </p:nvSpPr>
        <p:spPr>
          <a:xfrm>
            <a:off x="5040705" y="1962732"/>
            <a:ext cx="1190568" cy="1190568"/>
          </a:xfrm>
          <a:prstGeom prst="diamond">
            <a:avLst/>
          </a:prstGeom>
          <a:solidFill>
            <a:schemeClr val="bg1"/>
          </a:solidFill>
          <a:ln>
            <a:no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tx1">
                    <a:lumMod val="65000"/>
                    <a:lumOff val="35000"/>
                  </a:schemeClr>
                </a:solidFill>
                <a:latin typeface="FontAwesome" pitchFamily="2" charset="0"/>
              </a:rPr>
              <a:t></a:t>
            </a:r>
            <a:endParaRPr lang="en-US" sz="2400">
              <a:solidFill>
                <a:schemeClr val="tx1">
                  <a:lumMod val="65000"/>
                  <a:lumOff val="35000"/>
                </a:schemeClr>
              </a:solidFill>
            </a:endParaRPr>
          </a:p>
        </p:txBody>
      </p:sp>
      <p:sp>
        <p:nvSpPr>
          <p:cNvPr id="45" name="Diamond 44"/>
          <p:cNvSpPr/>
          <p:nvPr/>
        </p:nvSpPr>
        <p:spPr>
          <a:xfrm>
            <a:off x="5956383" y="2889328"/>
            <a:ext cx="1190568" cy="1190568"/>
          </a:xfrm>
          <a:prstGeom prst="diamond">
            <a:avLst/>
          </a:prstGeom>
          <a:solidFill>
            <a:schemeClr val="bg1"/>
          </a:solidFill>
          <a:ln>
            <a:noFill/>
          </a:ln>
          <a:effectLst>
            <a:innerShdw blurRad="63500" dist="50800" dir="108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lumMod val="65000"/>
                    <a:lumOff val="35000"/>
                  </a:schemeClr>
                </a:solidFill>
                <a:latin typeface="FontAwesome" pitchFamily="2" charset="0"/>
              </a:rPr>
              <a:t></a:t>
            </a:r>
            <a:endParaRPr lang="en-US" sz="2000">
              <a:solidFill>
                <a:schemeClr val="tx1">
                  <a:lumMod val="65000"/>
                  <a:lumOff val="35000"/>
                </a:schemeClr>
              </a:solidFill>
            </a:endParaRPr>
          </a:p>
        </p:txBody>
      </p:sp>
      <p:sp>
        <p:nvSpPr>
          <p:cNvPr id="46" name="Diamond 45"/>
          <p:cNvSpPr/>
          <p:nvPr/>
        </p:nvSpPr>
        <p:spPr>
          <a:xfrm>
            <a:off x="5042152" y="3804780"/>
            <a:ext cx="1190568" cy="1190568"/>
          </a:xfrm>
          <a:prstGeom prst="diamond">
            <a:avLst/>
          </a:prstGeom>
          <a:solidFill>
            <a:schemeClr val="bg1"/>
          </a:solid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lumMod val="65000"/>
                    <a:lumOff val="35000"/>
                  </a:schemeClr>
                </a:solidFill>
                <a:latin typeface="FontAwesome" pitchFamily="2" charset="0"/>
              </a:rPr>
              <a:t></a:t>
            </a:r>
            <a:endParaRPr lang="en-US" sz="2000">
              <a:solidFill>
                <a:schemeClr val="tx1">
                  <a:lumMod val="65000"/>
                  <a:lumOff val="35000"/>
                </a:schemeClr>
              </a:solidFill>
            </a:endParaRPr>
          </a:p>
        </p:txBody>
      </p:sp>
      <p:sp>
        <p:nvSpPr>
          <p:cNvPr id="47" name="Diamond 46"/>
          <p:cNvSpPr/>
          <p:nvPr/>
        </p:nvSpPr>
        <p:spPr>
          <a:xfrm>
            <a:off x="5956383" y="4713718"/>
            <a:ext cx="1190568" cy="1190568"/>
          </a:xfrm>
          <a:prstGeom prst="diamond">
            <a:avLst/>
          </a:prstGeom>
          <a:solidFill>
            <a:schemeClr val="bg1"/>
          </a:solidFill>
          <a:ln>
            <a:noFill/>
          </a:ln>
          <a:effectLst>
            <a:innerShdw blurRad="63500" dist="50800" dir="81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lumMod val="65000"/>
                    <a:lumOff val="35000"/>
                  </a:schemeClr>
                </a:solidFill>
                <a:latin typeface="FontAwesome" pitchFamily="2" charset="0"/>
              </a:rPr>
              <a:t></a:t>
            </a:r>
            <a:endParaRPr lang="en-US" sz="2000">
              <a:solidFill>
                <a:schemeClr val="tx1">
                  <a:lumMod val="65000"/>
                  <a:lumOff val="35000"/>
                </a:schemeClr>
              </a:solidFill>
            </a:endParaRPr>
          </a:p>
        </p:txBody>
      </p:sp>
      <p:sp>
        <p:nvSpPr>
          <p:cNvPr id="49" name="TextBox 48"/>
          <p:cNvSpPr txBox="1"/>
          <p:nvPr/>
        </p:nvSpPr>
        <p:spPr>
          <a:xfrm>
            <a:off x="8259835" y="2889328"/>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50" name="TextBox 49"/>
          <p:cNvSpPr txBox="1"/>
          <p:nvPr/>
        </p:nvSpPr>
        <p:spPr>
          <a:xfrm>
            <a:off x="8259835" y="4867577"/>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52" name="TextBox 51"/>
          <p:cNvSpPr txBox="1"/>
          <p:nvPr/>
        </p:nvSpPr>
        <p:spPr>
          <a:xfrm>
            <a:off x="1368488" y="2097445"/>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53" name="TextBox 52"/>
          <p:cNvSpPr txBox="1"/>
          <p:nvPr/>
        </p:nvSpPr>
        <p:spPr>
          <a:xfrm>
            <a:off x="1368488" y="3950630"/>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165601832"/>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wipe(up)">
                                      <p:cBhvr>
                                        <p:cTn id="11" dur="500"/>
                                        <p:tgtEl>
                                          <p:spTgt spid="2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fade">
                                      <p:cBhvr>
                                        <p:cTn id="15" dur="500"/>
                                        <p:tgtEl>
                                          <p:spTgt spid="25"/>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wipe(right)">
                                      <p:cBhvr>
                                        <p:cTn id="19" dur="500"/>
                                        <p:tgtEl>
                                          <p:spTgt spid="27"/>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52"/>
                                        </p:tgtEl>
                                        <p:attrNameLst>
                                          <p:attrName>style.visibility</p:attrName>
                                        </p:attrNameLst>
                                      </p:cBhvr>
                                      <p:to>
                                        <p:strVal val="visible"/>
                                      </p:to>
                                    </p:set>
                                    <p:animEffect transition="in" filter="fade">
                                      <p:cBhvr>
                                        <p:cTn id="22" dur="500"/>
                                        <p:tgtEl>
                                          <p:spTgt spid="52"/>
                                        </p:tgtEl>
                                      </p:cBhvr>
                                    </p:animEffect>
                                  </p:childTnLst>
                                </p:cTn>
                              </p:par>
                            </p:childTnLst>
                          </p:cTn>
                        </p:par>
                        <p:par>
                          <p:cTn id="23" fill="hold">
                            <p:stCondLst>
                              <p:cond delay="2000"/>
                            </p:stCondLst>
                            <p:childTnLst>
                              <p:par>
                                <p:cTn id="24" presetID="22" presetClass="entr" presetSubtype="1" fill="hold" nodeType="afterEffect">
                                  <p:stCondLst>
                                    <p:cond delay="0"/>
                                  </p:stCondLst>
                                  <p:childTnLst>
                                    <p:set>
                                      <p:cBhvr>
                                        <p:cTn id="25" dur="1" fill="hold">
                                          <p:stCondLst>
                                            <p:cond delay="0"/>
                                          </p:stCondLst>
                                        </p:cTn>
                                        <p:tgtEl>
                                          <p:spTgt spid="35"/>
                                        </p:tgtEl>
                                        <p:attrNameLst>
                                          <p:attrName>style.visibility</p:attrName>
                                        </p:attrNameLst>
                                      </p:cBhvr>
                                      <p:to>
                                        <p:strVal val="visible"/>
                                      </p:to>
                                    </p:set>
                                    <p:animEffect transition="in" filter="wipe(up)">
                                      <p:cBhvr>
                                        <p:cTn id="26" dur="500"/>
                                        <p:tgtEl>
                                          <p:spTgt spid="35"/>
                                        </p:tgtEl>
                                      </p:cBhvr>
                                    </p:animEffect>
                                  </p:childTnLst>
                                </p:cTn>
                              </p:par>
                            </p:childTnLst>
                          </p:cTn>
                        </p:par>
                        <p:par>
                          <p:cTn id="27" fill="hold">
                            <p:stCondLst>
                              <p:cond delay="2500"/>
                            </p:stCondLst>
                            <p:childTnLst>
                              <p:par>
                                <p:cTn id="28" presetID="22" presetClass="entr" presetSubtype="1" fill="hold" nodeType="afterEffect">
                                  <p:stCondLst>
                                    <p:cond delay="0"/>
                                  </p:stCondLst>
                                  <p:childTnLst>
                                    <p:set>
                                      <p:cBhvr>
                                        <p:cTn id="29" dur="1" fill="hold">
                                          <p:stCondLst>
                                            <p:cond delay="0"/>
                                          </p:stCondLst>
                                        </p:cTn>
                                        <p:tgtEl>
                                          <p:spTgt spid="36"/>
                                        </p:tgtEl>
                                        <p:attrNameLst>
                                          <p:attrName>style.visibility</p:attrName>
                                        </p:attrNameLst>
                                      </p:cBhvr>
                                      <p:to>
                                        <p:strVal val="visible"/>
                                      </p:to>
                                    </p:set>
                                    <p:animEffect transition="in" filter="wipe(up)">
                                      <p:cBhvr>
                                        <p:cTn id="30" dur="500"/>
                                        <p:tgtEl>
                                          <p:spTgt spid="36"/>
                                        </p:tgtEl>
                                      </p:cBhvr>
                                    </p:animEffect>
                                  </p:childTnLst>
                                </p:cTn>
                              </p:par>
                            </p:childTnLst>
                          </p:cTn>
                        </p:par>
                        <p:par>
                          <p:cTn id="31" fill="hold">
                            <p:stCondLst>
                              <p:cond delay="3000"/>
                            </p:stCondLst>
                            <p:childTnLst>
                              <p:par>
                                <p:cTn id="32" presetID="10" presetClass="entr" presetSubtype="0" fill="hold" grpId="0" nodeType="afterEffect">
                                  <p:stCondLst>
                                    <p:cond delay="0"/>
                                  </p:stCondLst>
                                  <p:childTnLst>
                                    <p:set>
                                      <p:cBhvr>
                                        <p:cTn id="33" dur="1" fill="hold">
                                          <p:stCondLst>
                                            <p:cond delay="0"/>
                                          </p:stCondLst>
                                        </p:cTn>
                                        <p:tgtEl>
                                          <p:spTgt spid="37"/>
                                        </p:tgtEl>
                                        <p:attrNameLst>
                                          <p:attrName>style.visibility</p:attrName>
                                        </p:attrNameLst>
                                      </p:cBhvr>
                                      <p:to>
                                        <p:strVal val="visible"/>
                                      </p:to>
                                    </p:set>
                                    <p:animEffect transition="in" filter="fade">
                                      <p:cBhvr>
                                        <p:cTn id="34" dur="500"/>
                                        <p:tgtEl>
                                          <p:spTgt spid="37"/>
                                        </p:tgtEl>
                                      </p:cBhvr>
                                    </p:animEffect>
                                  </p:childTnLst>
                                </p:cTn>
                              </p:par>
                            </p:childTnLst>
                          </p:cTn>
                        </p:par>
                        <p:par>
                          <p:cTn id="35" fill="hold">
                            <p:stCondLst>
                              <p:cond delay="3500"/>
                            </p:stCondLst>
                            <p:childTnLst>
                              <p:par>
                                <p:cTn id="36" presetID="22" presetClass="entr" presetSubtype="8" fill="hold" nodeType="afterEffect">
                                  <p:stCondLst>
                                    <p:cond delay="0"/>
                                  </p:stCondLst>
                                  <p:childTnLst>
                                    <p:set>
                                      <p:cBhvr>
                                        <p:cTn id="37" dur="1" fill="hold">
                                          <p:stCondLst>
                                            <p:cond delay="0"/>
                                          </p:stCondLst>
                                        </p:cTn>
                                        <p:tgtEl>
                                          <p:spTgt spid="38"/>
                                        </p:tgtEl>
                                        <p:attrNameLst>
                                          <p:attrName>style.visibility</p:attrName>
                                        </p:attrNameLst>
                                      </p:cBhvr>
                                      <p:to>
                                        <p:strVal val="visible"/>
                                      </p:to>
                                    </p:set>
                                    <p:animEffect transition="in" filter="wipe(left)">
                                      <p:cBhvr>
                                        <p:cTn id="38" dur="500"/>
                                        <p:tgtEl>
                                          <p:spTgt spid="38"/>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49"/>
                                        </p:tgtEl>
                                        <p:attrNameLst>
                                          <p:attrName>style.visibility</p:attrName>
                                        </p:attrNameLst>
                                      </p:cBhvr>
                                      <p:to>
                                        <p:strVal val="visible"/>
                                      </p:to>
                                    </p:set>
                                    <p:animEffect transition="in" filter="fade">
                                      <p:cBhvr>
                                        <p:cTn id="42" dur="500"/>
                                        <p:tgtEl>
                                          <p:spTgt spid="49"/>
                                        </p:tgtEl>
                                      </p:cBhvr>
                                    </p:animEffect>
                                  </p:childTnLst>
                                </p:cTn>
                              </p:par>
                            </p:childTnLst>
                          </p:cTn>
                        </p:par>
                        <p:par>
                          <p:cTn id="43" fill="hold">
                            <p:stCondLst>
                              <p:cond delay="4500"/>
                            </p:stCondLst>
                            <p:childTnLst>
                              <p:par>
                                <p:cTn id="44" presetID="22" presetClass="entr" presetSubtype="1" fill="hold" nodeType="afterEffect">
                                  <p:stCondLst>
                                    <p:cond delay="0"/>
                                  </p:stCondLst>
                                  <p:childTnLst>
                                    <p:set>
                                      <p:cBhvr>
                                        <p:cTn id="45" dur="1" fill="hold">
                                          <p:stCondLst>
                                            <p:cond delay="0"/>
                                          </p:stCondLst>
                                        </p:cTn>
                                        <p:tgtEl>
                                          <p:spTgt spid="31"/>
                                        </p:tgtEl>
                                        <p:attrNameLst>
                                          <p:attrName>style.visibility</p:attrName>
                                        </p:attrNameLst>
                                      </p:cBhvr>
                                      <p:to>
                                        <p:strVal val="visible"/>
                                      </p:to>
                                    </p:set>
                                    <p:animEffect transition="in" filter="wipe(up)">
                                      <p:cBhvr>
                                        <p:cTn id="46" dur="500"/>
                                        <p:tgtEl>
                                          <p:spTgt spid="31"/>
                                        </p:tgtEl>
                                      </p:cBhvr>
                                    </p:animEffect>
                                  </p:childTnLst>
                                </p:cTn>
                              </p:par>
                            </p:childTnLst>
                          </p:cTn>
                        </p:par>
                        <p:par>
                          <p:cTn id="47" fill="hold">
                            <p:stCondLst>
                              <p:cond delay="5000"/>
                            </p:stCondLst>
                            <p:childTnLst>
                              <p:par>
                                <p:cTn id="48" presetID="22" presetClass="entr" presetSubtype="1" fill="hold" nodeType="afterEffect">
                                  <p:stCondLst>
                                    <p:cond delay="0"/>
                                  </p:stCondLst>
                                  <p:childTnLst>
                                    <p:set>
                                      <p:cBhvr>
                                        <p:cTn id="49" dur="1" fill="hold">
                                          <p:stCondLst>
                                            <p:cond delay="0"/>
                                          </p:stCondLst>
                                        </p:cTn>
                                        <p:tgtEl>
                                          <p:spTgt spid="32"/>
                                        </p:tgtEl>
                                        <p:attrNameLst>
                                          <p:attrName>style.visibility</p:attrName>
                                        </p:attrNameLst>
                                      </p:cBhvr>
                                      <p:to>
                                        <p:strVal val="visible"/>
                                      </p:to>
                                    </p:set>
                                    <p:animEffect transition="in" filter="wipe(up)">
                                      <p:cBhvr>
                                        <p:cTn id="50" dur="500"/>
                                        <p:tgtEl>
                                          <p:spTgt spid="32"/>
                                        </p:tgtEl>
                                      </p:cBhvr>
                                    </p:animEffect>
                                  </p:childTnLst>
                                </p:cTn>
                              </p:par>
                            </p:childTnLst>
                          </p:cTn>
                        </p:par>
                        <p:par>
                          <p:cTn id="51" fill="hold">
                            <p:stCondLst>
                              <p:cond delay="5500"/>
                            </p:stCondLst>
                            <p:childTnLst>
                              <p:par>
                                <p:cTn id="52" presetID="10" presetClass="entr" presetSubtype="0" fill="hold" grpId="0" nodeType="afterEffect">
                                  <p:stCondLst>
                                    <p:cond delay="0"/>
                                  </p:stCondLst>
                                  <p:childTnLst>
                                    <p:set>
                                      <p:cBhvr>
                                        <p:cTn id="53" dur="1" fill="hold">
                                          <p:stCondLst>
                                            <p:cond delay="0"/>
                                          </p:stCondLst>
                                        </p:cTn>
                                        <p:tgtEl>
                                          <p:spTgt spid="33"/>
                                        </p:tgtEl>
                                        <p:attrNameLst>
                                          <p:attrName>style.visibility</p:attrName>
                                        </p:attrNameLst>
                                      </p:cBhvr>
                                      <p:to>
                                        <p:strVal val="visible"/>
                                      </p:to>
                                    </p:set>
                                    <p:animEffect transition="in" filter="fade">
                                      <p:cBhvr>
                                        <p:cTn id="54" dur="500"/>
                                        <p:tgtEl>
                                          <p:spTgt spid="33"/>
                                        </p:tgtEl>
                                      </p:cBhvr>
                                    </p:animEffect>
                                  </p:childTnLst>
                                </p:cTn>
                              </p:par>
                            </p:childTnLst>
                          </p:cTn>
                        </p:par>
                        <p:par>
                          <p:cTn id="55" fill="hold">
                            <p:stCondLst>
                              <p:cond delay="6000"/>
                            </p:stCondLst>
                            <p:childTnLst>
                              <p:par>
                                <p:cTn id="56" presetID="22" presetClass="entr" presetSubtype="2" fill="hold" nodeType="afterEffect">
                                  <p:stCondLst>
                                    <p:cond delay="0"/>
                                  </p:stCondLst>
                                  <p:childTnLst>
                                    <p:set>
                                      <p:cBhvr>
                                        <p:cTn id="57" dur="1" fill="hold">
                                          <p:stCondLst>
                                            <p:cond delay="0"/>
                                          </p:stCondLst>
                                        </p:cTn>
                                        <p:tgtEl>
                                          <p:spTgt spid="34"/>
                                        </p:tgtEl>
                                        <p:attrNameLst>
                                          <p:attrName>style.visibility</p:attrName>
                                        </p:attrNameLst>
                                      </p:cBhvr>
                                      <p:to>
                                        <p:strVal val="visible"/>
                                      </p:to>
                                    </p:set>
                                    <p:animEffect transition="in" filter="wipe(right)">
                                      <p:cBhvr>
                                        <p:cTn id="58" dur="500"/>
                                        <p:tgtEl>
                                          <p:spTgt spid="34"/>
                                        </p:tgtEl>
                                      </p:cBhvr>
                                    </p:animEffect>
                                  </p:childTnLst>
                                </p:cTn>
                              </p:par>
                            </p:childTnLst>
                          </p:cTn>
                        </p:par>
                        <p:par>
                          <p:cTn id="59" fill="hold">
                            <p:stCondLst>
                              <p:cond delay="6500"/>
                            </p:stCondLst>
                            <p:childTnLst>
                              <p:par>
                                <p:cTn id="60" presetID="10" presetClass="entr" presetSubtype="0" fill="hold" grpId="0" nodeType="afterEffect">
                                  <p:stCondLst>
                                    <p:cond delay="0"/>
                                  </p:stCondLst>
                                  <p:childTnLst>
                                    <p:set>
                                      <p:cBhvr>
                                        <p:cTn id="61" dur="1" fill="hold">
                                          <p:stCondLst>
                                            <p:cond delay="0"/>
                                          </p:stCondLst>
                                        </p:cTn>
                                        <p:tgtEl>
                                          <p:spTgt spid="53"/>
                                        </p:tgtEl>
                                        <p:attrNameLst>
                                          <p:attrName>style.visibility</p:attrName>
                                        </p:attrNameLst>
                                      </p:cBhvr>
                                      <p:to>
                                        <p:strVal val="visible"/>
                                      </p:to>
                                    </p:set>
                                    <p:animEffect transition="in" filter="fade">
                                      <p:cBhvr>
                                        <p:cTn id="62" dur="500"/>
                                        <p:tgtEl>
                                          <p:spTgt spid="53"/>
                                        </p:tgtEl>
                                      </p:cBhvr>
                                    </p:animEffect>
                                  </p:childTnLst>
                                </p:cTn>
                              </p:par>
                            </p:childTnLst>
                          </p:cTn>
                        </p:par>
                        <p:par>
                          <p:cTn id="63" fill="hold">
                            <p:stCondLst>
                              <p:cond delay="7000"/>
                            </p:stCondLst>
                            <p:childTnLst>
                              <p:par>
                                <p:cTn id="64" presetID="22" presetClass="entr" presetSubtype="1" fill="hold" nodeType="afterEffect">
                                  <p:stCondLst>
                                    <p:cond delay="0"/>
                                  </p:stCondLst>
                                  <p:childTnLst>
                                    <p:set>
                                      <p:cBhvr>
                                        <p:cTn id="65" dur="1" fill="hold">
                                          <p:stCondLst>
                                            <p:cond delay="0"/>
                                          </p:stCondLst>
                                        </p:cTn>
                                        <p:tgtEl>
                                          <p:spTgt spid="40"/>
                                        </p:tgtEl>
                                        <p:attrNameLst>
                                          <p:attrName>style.visibility</p:attrName>
                                        </p:attrNameLst>
                                      </p:cBhvr>
                                      <p:to>
                                        <p:strVal val="visible"/>
                                      </p:to>
                                    </p:set>
                                    <p:animEffect transition="in" filter="wipe(up)">
                                      <p:cBhvr>
                                        <p:cTn id="66" dur="500"/>
                                        <p:tgtEl>
                                          <p:spTgt spid="40"/>
                                        </p:tgtEl>
                                      </p:cBhvr>
                                    </p:animEffect>
                                  </p:childTnLst>
                                </p:cTn>
                              </p:par>
                            </p:childTnLst>
                          </p:cTn>
                        </p:par>
                        <p:par>
                          <p:cTn id="67" fill="hold">
                            <p:stCondLst>
                              <p:cond delay="7500"/>
                            </p:stCondLst>
                            <p:childTnLst>
                              <p:par>
                                <p:cTn id="68" presetID="22" presetClass="entr" presetSubtype="1" fill="hold" nodeType="afterEffect">
                                  <p:stCondLst>
                                    <p:cond delay="0"/>
                                  </p:stCondLst>
                                  <p:childTnLst>
                                    <p:set>
                                      <p:cBhvr>
                                        <p:cTn id="69" dur="1" fill="hold">
                                          <p:stCondLst>
                                            <p:cond delay="0"/>
                                          </p:stCondLst>
                                        </p:cTn>
                                        <p:tgtEl>
                                          <p:spTgt spid="41"/>
                                        </p:tgtEl>
                                        <p:attrNameLst>
                                          <p:attrName>style.visibility</p:attrName>
                                        </p:attrNameLst>
                                      </p:cBhvr>
                                      <p:to>
                                        <p:strVal val="visible"/>
                                      </p:to>
                                    </p:set>
                                    <p:animEffect transition="in" filter="wipe(up)">
                                      <p:cBhvr>
                                        <p:cTn id="70" dur="500"/>
                                        <p:tgtEl>
                                          <p:spTgt spid="41"/>
                                        </p:tgtEl>
                                      </p:cBhvr>
                                    </p:animEffect>
                                  </p:childTnLst>
                                </p:cTn>
                              </p:par>
                            </p:childTnLst>
                          </p:cTn>
                        </p:par>
                        <p:par>
                          <p:cTn id="71" fill="hold">
                            <p:stCondLst>
                              <p:cond delay="8000"/>
                            </p:stCondLst>
                            <p:childTnLst>
                              <p:par>
                                <p:cTn id="72" presetID="22" presetClass="entr" presetSubtype="8" fill="hold" nodeType="afterEffect">
                                  <p:stCondLst>
                                    <p:cond delay="0"/>
                                  </p:stCondLst>
                                  <p:childTnLst>
                                    <p:set>
                                      <p:cBhvr>
                                        <p:cTn id="73" dur="1" fill="hold">
                                          <p:stCondLst>
                                            <p:cond delay="0"/>
                                          </p:stCondLst>
                                        </p:cTn>
                                        <p:tgtEl>
                                          <p:spTgt spid="43"/>
                                        </p:tgtEl>
                                        <p:attrNameLst>
                                          <p:attrName>style.visibility</p:attrName>
                                        </p:attrNameLst>
                                      </p:cBhvr>
                                      <p:to>
                                        <p:strVal val="visible"/>
                                      </p:to>
                                    </p:set>
                                    <p:animEffect transition="in" filter="wipe(left)">
                                      <p:cBhvr>
                                        <p:cTn id="74" dur="500"/>
                                        <p:tgtEl>
                                          <p:spTgt spid="43"/>
                                        </p:tgtEl>
                                      </p:cBhvr>
                                    </p:animEffect>
                                  </p:childTnLst>
                                </p:cTn>
                              </p:par>
                            </p:childTnLst>
                          </p:cTn>
                        </p:par>
                        <p:par>
                          <p:cTn id="75" fill="hold">
                            <p:stCondLst>
                              <p:cond delay="8500"/>
                            </p:stCondLst>
                            <p:childTnLst>
                              <p:par>
                                <p:cTn id="76" presetID="10" presetClass="entr" presetSubtype="0" fill="hold" grpId="0" nodeType="afterEffect">
                                  <p:stCondLst>
                                    <p:cond delay="0"/>
                                  </p:stCondLst>
                                  <p:childTnLst>
                                    <p:set>
                                      <p:cBhvr>
                                        <p:cTn id="77" dur="1" fill="hold">
                                          <p:stCondLst>
                                            <p:cond delay="0"/>
                                          </p:stCondLst>
                                        </p:cTn>
                                        <p:tgtEl>
                                          <p:spTgt spid="50"/>
                                        </p:tgtEl>
                                        <p:attrNameLst>
                                          <p:attrName>style.visibility</p:attrName>
                                        </p:attrNameLst>
                                      </p:cBhvr>
                                      <p:to>
                                        <p:strVal val="visible"/>
                                      </p:to>
                                    </p:set>
                                    <p:animEffect transition="in" filter="fade">
                                      <p:cBhvr>
                                        <p:cTn id="78"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33" grpId="0" animBg="1"/>
      <p:bldP spid="37" grpId="0" animBg="1"/>
      <p:bldP spid="49" grpId="0"/>
      <p:bldP spid="50" grpId="0"/>
      <p:bldP spid="52" grpId="0"/>
      <p:bldP spid="53"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Cube 1"/>
          <p:cNvSpPr/>
          <p:nvPr/>
        </p:nvSpPr>
        <p:spPr>
          <a:xfrm>
            <a:off x="4067798" y="4789105"/>
            <a:ext cx="2411819" cy="1139372"/>
          </a:xfrm>
          <a:prstGeom prst="cube">
            <a:avLst>
              <a:gd name="adj" fmla="val 61394"/>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a:t>
            </a:r>
          </a:p>
        </p:txBody>
      </p:sp>
      <p:sp>
        <p:nvSpPr>
          <p:cNvPr id="14" name="Cube 13"/>
          <p:cNvSpPr/>
          <p:nvPr/>
        </p:nvSpPr>
        <p:spPr>
          <a:xfrm>
            <a:off x="5689769" y="3824210"/>
            <a:ext cx="2411819" cy="1139372"/>
          </a:xfrm>
          <a:prstGeom prst="cube">
            <a:avLst>
              <a:gd name="adj" fmla="val 6139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Consulting</a:t>
            </a:r>
          </a:p>
        </p:txBody>
      </p:sp>
      <p:sp>
        <p:nvSpPr>
          <p:cNvPr id="15" name="Cube 14"/>
          <p:cNvSpPr/>
          <p:nvPr/>
        </p:nvSpPr>
        <p:spPr>
          <a:xfrm>
            <a:off x="4067798" y="2859314"/>
            <a:ext cx="2411819" cy="1139372"/>
          </a:xfrm>
          <a:prstGeom prst="cube">
            <a:avLst>
              <a:gd name="adj" fmla="val 61394"/>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Managment</a:t>
            </a:r>
          </a:p>
        </p:txBody>
      </p:sp>
      <p:sp>
        <p:nvSpPr>
          <p:cNvPr id="16" name="Cube 15"/>
          <p:cNvSpPr/>
          <p:nvPr/>
        </p:nvSpPr>
        <p:spPr>
          <a:xfrm>
            <a:off x="5689769" y="1894418"/>
            <a:ext cx="2411819" cy="1139372"/>
          </a:xfrm>
          <a:prstGeom prst="cube">
            <a:avLst>
              <a:gd name="adj" fmla="val 61394"/>
            </a:avLst>
          </a:prstGeom>
          <a:solidFill>
            <a:schemeClr val="tx1">
              <a:lumMod val="65000"/>
              <a:lumOff val="3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17" name="Oval 16"/>
          <p:cNvSpPr/>
          <p:nvPr/>
        </p:nvSpPr>
        <p:spPr>
          <a:xfrm>
            <a:off x="3634226" y="3708511"/>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8" name="Straight Connector 17"/>
          <p:cNvCxnSpPr/>
          <p:nvPr/>
        </p:nvCxnSpPr>
        <p:spPr>
          <a:xfrm>
            <a:off x="3404607" y="3766361"/>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sp>
        <p:nvSpPr>
          <p:cNvPr id="21" name="Oval 20"/>
          <p:cNvSpPr/>
          <p:nvPr/>
        </p:nvSpPr>
        <p:spPr>
          <a:xfrm>
            <a:off x="8429000" y="207789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2" name="Straight Connector 21"/>
          <p:cNvCxnSpPr/>
          <p:nvPr/>
        </p:nvCxnSpPr>
        <p:spPr>
          <a:xfrm>
            <a:off x="8570515" y="2135746"/>
            <a:ext cx="229619" cy="0"/>
          </a:xfrm>
          <a:prstGeom prst="line">
            <a:avLst/>
          </a:prstGeom>
          <a:ln w="3175">
            <a:solidFill>
              <a:srgbClr val="95A5A6"/>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560288" y="3152553"/>
            <a:ext cx="967563" cy="0"/>
          </a:xfrm>
          <a:prstGeom prst="line">
            <a:avLst/>
          </a:prstGeom>
          <a:ln>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a:endCxn id="21" idx="3"/>
          </p:cNvCxnSpPr>
          <p:nvPr/>
        </p:nvCxnSpPr>
        <p:spPr>
          <a:xfrm flipV="1">
            <a:off x="7527851" y="2176651"/>
            <a:ext cx="918093" cy="973058"/>
          </a:xfrm>
          <a:prstGeom prst="line">
            <a:avLst/>
          </a:prstGeom>
          <a:ln>
            <a:solidFill>
              <a:srgbClr val="95A5A6"/>
            </a:solidFill>
          </a:ln>
        </p:spPr>
        <p:style>
          <a:lnRef idx="1">
            <a:schemeClr val="accent1"/>
          </a:lnRef>
          <a:fillRef idx="0">
            <a:schemeClr val="accent1"/>
          </a:fillRef>
          <a:effectRef idx="0">
            <a:schemeClr val="accent1"/>
          </a:effectRef>
          <a:fontRef idx="minor">
            <a:schemeClr val="tx1"/>
          </a:fontRef>
        </p:style>
      </p:cxnSp>
      <p:sp>
        <p:nvSpPr>
          <p:cNvPr id="27" name="Oval 26"/>
          <p:cNvSpPr/>
          <p:nvPr/>
        </p:nvSpPr>
        <p:spPr>
          <a:xfrm>
            <a:off x="8429000" y="4029740"/>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8" name="Straight Connector 27"/>
          <p:cNvCxnSpPr/>
          <p:nvPr/>
        </p:nvCxnSpPr>
        <p:spPr>
          <a:xfrm>
            <a:off x="8570515" y="4087590"/>
            <a:ext cx="229619" cy="0"/>
          </a:xfrm>
          <a:prstGeom prst="line">
            <a:avLst/>
          </a:prstGeom>
          <a:ln w="3175">
            <a:solidFill>
              <a:srgbClr val="95A5A6"/>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6560288" y="5104397"/>
            <a:ext cx="967563" cy="0"/>
          </a:xfrm>
          <a:prstGeom prst="line">
            <a:avLst/>
          </a:prstGeom>
          <a:ln>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a:endCxn id="27" idx="3"/>
          </p:cNvCxnSpPr>
          <p:nvPr/>
        </p:nvCxnSpPr>
        <p:spPr>
          <a:xfrm flipV="1">
            <a:off x="7527851" y="4128495"/>
            <a:ext cx="918093" cy="973058"/>
          </a:xfrm>
          <a:prstGeom prst="line">
            <a:avLst/>
          </a:prstGeom>
          <a:ln>
            <a:solidFill>
              <a:srgbClr val="95A5A6"/>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4689466" y="2739366"/>
            <a:ext cx="859126" cy="0"/>
          </a:xfrm>
          <a:prstGeom prst="line">
            <a:avLst/>
          </a:prstGeom>
          <a:ln>
            <a:solidFill>
              <a:srgbClr val="95A5A6"/>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a:endCxn id="17" idx="7"/>
          </p:cNvCxnSpPr>
          <p:nvPr/>
        </p:nvCxnSpPr>
        <p:spPr>
          <a:xfrm flipH="1">
            <a:off x="3732981" y="2739366"/>
            <a:ext cx="956485" cy="986089"/>
          </a:xfrm>
          <a:prstGeom prst="line">
            <a:avLst/>
          </a:prstGeom>
          <a:ln>
            <a:solidFill>
              <a:srgbClr val="95A5A6"/>
            </a:solidFill>
          </a:ln>
        </p:spPr>
        <p:style>
          <a:lnRef idx="1">
            <a:schemeClr val="accent1"/>
          </a:lnRef>
          <a:fillRef idx="0">
            <a:schemeClr val="accent1"/>
          </a:fillRef>
          <a:effectRef idx="0">
            <a:schemeClr val="accent1"/>
          </a:effectRef>
          <a:fontRef idx="minor">
            <a:schemeClr val="tx1"/>
          </a:fontRef>
        </p:style>
      </p:cxnSp>
      <p:sp>
        <p:nvSpPr>
          <p:cNvPr id="40" name="Oval 39"/>
          <p:cNvSpPr/>
          <p:nvPr/>
        </p:nvSpPr>
        <p:spPr>
          <a:xfrm>
            <a:off x="3634226" y="565949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1" name="Straight Connector 40"/>
          <p:cNvCxnSpPr/>
          <p:nvPr/>
        </p:nvCxnSpPr>
        <p:spPr>
          <a:xfrm>
            <a:off x="3404607" y="5717346"/>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4689466" y="4690351"/>
            <a:ext cx="859126" cy="0"/>
          </a:xfrm>
          <a:prstGeom prst="line">
            <a:avLst/>
          </a:prstGeom>
          <a:ln>
            <a:solidFill>
              <a:srgbClr val="95A5A6"/>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a:endCxn id="40" idx="7"/>
          </p:cNvCxnSpPr>
          <p:nvPr/>
        </p:nvCxnSpPr>
        <p:spPr>
          <a:xfrm flipH="1">
            <a:off x="3732981" y="4690351"/>
            <a:ext cx="956485" cy="986089"/>
          </a:xfrm>
          <a:prstGeom prst="line">
            <a:avLst/>
          </a:prstGeom>
          <a:ln>
            <a:solidFill>
              <a:srgbClr val="95A5A6"/>
            </a:solidFill>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8825950" y="1681774"/>
            <a:ext cx="244358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5" name="TextBox 44"/>
          <p:cNvSpPr txBox="1"/>
          <p:nvPr/>
        </p:nvSpPr>
        <p:spPr>
          <a:xfrm>
            <a:off x="8825950" y="3633618"/>
            <a:ext cx="244358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6" name="TextBox 45"/>
          <p:cNvSpPr txBox="1"/>
          <p:nvPr/>
        </p:nvSpPr>
        <p:spPr>
          <a:xfrm>
            <a:off x="980997" y="3312389"/>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7" name="TextBox 46"/>
          <p:cNvSpPr txBox="1"/>
          <p:nvPr/>
        </p:nvSpPr>
        <p:spPr>
          <a:xfrm>
            <a:off x="980997" y="5101553"/>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1746442793"/>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16" name="Oval 15"/>
          <p:cNvSpPr/>
          <p:nvPr/>
        </p:nvSpPr>
        <p:spPr>
          <a:xfrm>
            <a:off x="6437567" y="4440659"/>
            <a:ext cx="1568746" cy="1568746"/>
          </a:xfrm>
          <a:prstGeom prst="ellipse">
            <a:avLst/>
          </a:prstGeom>
          <a:solidFill>
            <a:schemeClr val="accent6"/>
          </a:solidFill>
          <a:ln w="101600">
            <a:solidFill>
              <a:schemeClr val="bg1"/>
            </a:solidFill>
          </a:ln>
          <a:effectLst>
            <a:innerShdw blurRad="63500" dist="889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7" name="Oval 16"/>
          <p:cNvSpPr/>
          <p:nvPr/>
        </p:nvSpPr>
        <p:spPr>
          <a:xfrm>
            <a:off x="5073014" y="4735934"/>
            <a:ext cx="1165136" cy="1165136"/>
          </a:xfrm>
          <a:prstGeom prst="ellipse">
            <a:avLst/>
          </a:prstGeom>
          <a:solidFill>
            <a:schemeClr val="tx1">
              <a:lumMod val="65000"/>
              <a:lumOff val="35000"/>
            </a:schemeClr>
          </a:solidFill>
          <a:ln w="101600">
            <a:solidFill>
              <a:schemeClr val="bg1"/>
            </a:solidFill>
          </a:ln>
          <a:effectLst>
            <a:innerShdw blurRad="63500" dist="889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91</a:t>
            </a:r>
          </a:p>
        </p:txBody>
      </p:sp>
      <p:sp>
        <p:nvSpPr>
          <p:cNvPr id="15" name="Oval 14"/>
          <p:cNvSpPr/>
          <p:nvPr/>
        </p:nvSpPr>
        <p:spPr>
          <a:xfrm>
            <a:off x="5608614" y="3821534"/>
            <a:ext cx="1265275" cy="1265275"/>
          </a:xfrm>
          <a:prstGeom prst="ellipse">
            <a:avLst/>
          </a:prstGeom>
          <a:solidFill>
            <a:schemeClr val="accent6"/>
          </a:solidFill>
          <a:ln w="101600">
            <a:solidFill>
              <a:schemeClr val="bg1"/>
            </a:solidFill>
          </a:ln>
          <a:effectLst>
            <a:innerShdw blurRad="63500" dist="88900" dir="108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4" name="Oval 13"/>
          <p:cNvSpPr/>
          <p:nvPr/>
        </p:nvSpPr>
        <p:spPr>
          <a:xfrm>
            <a:off x="5358806" y="2416249"/>
            <a:ext cx="1714500" cy="1714500"/>
          </a:xfrm>
          <a:prstGeom prst="ellipse">
            <a:avLst/>
          </a:prstGeom>
          <a:solidFill>
            <a:schemeClr val="tx1">
              <a:lumMod val="65000"/>
              <a:lumOff val="35000"/>
            </a:schemeClr>
          </a:solidFill>
          <a:ln w="101600">
            <a:solidFill>
              <a:schemeClr val="bg1"/>
            </a:solidFill>
          </a:ln>
          <a:effectLst>
            <a:innerShdw blurRad="63500" dist="889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Oval 1"/>
          <p:cNvSpPr/>
          <p:nvPr/>
        </p:nvSpPr>
        <p:spPr>
          <a:xfrm>
            <a:off x="4253020" y="1714500"/>
            <a:ext cx="1714500" cy="1714500"/>
          </a:xfrm>
          <a:prstGeom prst="ellipse">
            <a:avLst/>
          </a:prstGeom>
          <a:solidFill>
            <a:schemeClr val="accent6"/>
          </a:solidFill>
          <a:ln w="101600">
            <a:solidFill>
              <a:schemeClr val="bg1"/>
            </a:solidFill>
          </a:ln>
          <a:effectLst>
            <a:innerShdw blurRad="63500" dist="889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endParaRPr>
          </a:p>
        </p:txBody>
      </p:sp>
      <p:sp>
        <p:nvSpPr>
          <p:cNvPr id="18" name="Arc 17"/>
          <p:cNvSpPr/>
          <p:nvPr/>
        </p:nvSpPr>
        <p:spPr>
          <a:xfrm>
            <a:off x="4100176" y="1557819"/>
            <a:ext cx="2020187" cy="2020187"/>
          </a:xfrm>
          <a:prstGeom prst="arc">
            <a:avLst>
              <a:gd name="adj1" fmla="val 5092612"/>
              <a:gd name="adj2" fmla="val 13758755"/>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Arc 18"/>
          <p:cNvSpPr/>
          <p:nvPr/>
        </p:nvSpPr>
        <p:spPr>
          <a:xfrm>
            <a:off x="5205644" y="2263087"/>
            <a:ext cx="2020824" cy="2020824"/>
          </a:xfrm>
          <a:prstGeom prst="arc">
            <a:avLst>
              <a:gd name="adj1" fmla="val 16200000"/>
              <a:gd name="adj2" fmla="val 2774973"/>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Arc 19"/>
          <p:cNvSpPr/>
          <p:nvPr/>
        </p:nvSpPr>
        <p:spPr>
          <a:xfrm>
            <a:off x="6284680" y="4287772"/>
            <a:ext cx="1874520" cy="1874520"/>
          </a:xfrm>
          <a:prstGeom prst="arc">
            <a:avLst>
              <a:gd name="adj1" fmla="val 15499812"/>
              <a:gd name="adj2" fmla="val 1782504"/>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Arc 20"/>
          <p:cNvSpPr/>
          <p:nvPr/>
        </p:nvSpPr>
        <p:spPr>
          <a:xfrm>
            <a:off x="4924062" y="4586982"/>
            <a:ext cx="1463040" cy="1463040"/>
          </a:xfrm>
          <a:prstGeom prst="arc">
            <a:avLst>
              <a:gd name="adj1" fmla="val 3772900"/>
              <a:gd name="adj2" fmla="val 15542744"/>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Arc 21"/>
          <p:cNvSpPr/>
          <p:nvPr/>
        </p:nvSpPr>
        <p:spPr>
          <a:xfrm>
            <a:off x="5434244" y="3674479"/>
            <a:ext cx="1563624" cy="1563624"/>
          </a:xfrm>
          <a:prstGeom prst="arc">
            <a:avLst>
              <a:gd name="adj1" fmla="val 11294381"/>
              <a:gd name="adj2" fmla="val 12636777"/>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7072987" y="2747019"/>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4" name="Straight Connector 23"/>
          <p:cNvCxnSpPr>
            <a:stCxn id="23" idx="7"/>
          </p:cNvCxnSpPr>
          <p:nvPr/>
        </p:nvCxnSpPr>
        <p:spPr>
          <a:xfrm flipV="1">
            <a:off x="7171742" y="2416249"/>
            <a:ext cx="356106" cy="347714"/>
          </a:xfrm>
          <a:prstGeom prst="line">
            <a:avLst/>
          </a:prstGeom>
          <a:ln w="3175">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25" name="Oval 24"/>
          <p:cNvSpPr/>
          <p:nvPr/>
        </p:nvSpPr>
        <p:spPr>
          <a:xfrm>
            <a:off x="7966617" y="4678084"/>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6" name="Straight Connector 25"/>
          <p:cNvCxnSpPr>
            <a:stCxn id="25" idx="7"/>
          </p:cNvCxnSpPr>
          <p:nvPr/>
        </p:nvCxnSpPr>
        <p:spPr>
          <a:xfrm flipV="1">
            <a:off x="8065372" y="4440660"/>
            <a:ext cx="398141" cy="254368"/>
          </a:xfrm>
          <a:prstGeom prst="line">
            <a:avLst/>
          </a:prstGeom>
          <a:ln w="3175">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29" name="Oval 28"/>
          <p:cNvSpPr/>
          <p:nvPr/>
        </p:nvSpPr>
        <p:spPr>
          <a:xfrm>
            <a:off x="4118590" y="2862718"/>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0" name="Straight Connector 29"/>
          <p:cNvCxnSpPr>
            <a:endCxn id="29" idx="3"/>
          </p:cNvCxnSpPr>
          <p:nvPr/>
        </p:nvCxnSpPr>
        <p:spPr>
          <a:xfrm flipV="1">
            <a:off x="3848983" y="2961473"/>
            <a:ext cx="286551" cy="207029"/>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33" name="Oval 32"/>
          <p:cNvSpPr/>
          <p:nvPr/>
        </p:nvSpPr>
        <p:spPr>
          <a:xfrm>
            <a:off x="5405730" y="413722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 name="Straight Connector 33"/>
          <p:cNvCxnSpPr/>
          <p:nvPr/>
        </p:nvCxnSpPr>
        <p:spPr>
          <a:xfrm>
            <a:off x="5176111" y="4195076"/>
            <a:ext cx="229619" cy="0"/>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35" name="Oval 34"/>
          <p:cNvSpPr/>
          <p:nvPr/>
        </p:nvSpPr>
        <p:spPr>
          <a:xfrm>
            <a:off x="4862277" y="5317440"/>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6" name="Straight Connector 35"/>
          <p:cNvCxnSpPr/>
          <p:nvPr/>
        </p:nvCxnSpPr>
        <p:spPr>
          <a:xfrm>
            <a:off x="4632658" y="5375290"/>
            <a:ext cx="229619" cy="0"/>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7527848" y="1901022"/>
            <a:ext cx="2806995"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8" name="TextBox 37"/>
          <p:cNvSpPr txBox="1"/>
          <p:nvPr/>
        </p:nvSpPr>
        <p:spPr>
          <a:xfrm>
            <a:off x="8587086" y="4000200"/>
            <a:ext cx="2806995"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9" name="TextBox 38"/>
          <p:cNvSpPr txBox="1"/>
          <p:nvPr/>
        </p:nvSpPr>
        <p:spPr>
          <a:xfrm>
            <a:off x="985576" y="2670065"/>
            <a:ext cx="27459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0" name="TextBox 39"/>
          <p:cNvSpPr txBox="1"/>
          <p:nvPr/>
        </p:nvSpPr>
        <p:spPr>
          <a:xfrm>
            <a:off x="2489346" y="3714438"/>
            <a:ext cx="2686759" cy="7694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05</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41" name="TextBox 40"/>
          <p:cNvSpPr txBox="1"/>
          <p:nvPr/>
        </p:nvSpPr>
        <p:spPr>
          <a:xfrm>
            <a:off x="1836272" y="4921318"/>
            <a:ext cx="27459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915029888"/>
      </p:ext>
    </p:extLst>
  </p:cSld>
  <p:clrMapOvr>
    <a:masterClrMapping/>
  </p:clrMapOvr>
  <p:transition spd="med">
    <p:pull/>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92</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6058789" y="1758385"/>
            <a:ext cx="1265275" cy="1265275"/>
          </a:xfrm>
          <a:prstGeom prst="ellipse">
            <a:avLst/>
          </a:prstGeom>
          <a:solidFill>
            <a:schemeClr val="accent6"/>
          </a:solidFill>
          <a:ln w="101600">
            <a:solidFill>
              <a:schemeClr val="bg1"/>
            </a:solidFill>
          </a:ln>
          <a:effectLst>
            <a:innerShdw blurRad="63500" dist="762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5" name="Oval 14"/>
          <p:cNvSpPr/>
          <p:nvPr/>
        </p:nvSpPr>
        <p:spPr>
          <a:xfrm>
            <a:off x="4867937" y="2754138"/>
            <a:ext cx="1265275" cy="1265275"/>
          </a:xfrm>
          <a:prstGeom prst="ellipse">
            <a:avLst/>
          </a:prstGeom>
          <a:solidFill>
            <a:schemeClr val="tx1">
              <a:lumMod val="65000"/>
              <a:lumOff val="35000"/>
            </a:schemeClr>
          </a:solidFill>
          <a:ln w="101600">
            <a:solidFill>
              <a:schemeClr val="bg1"/>
            </a:solidFill>
          </a:ln>
          <a:effectLst>
            <a:innerShdw blurRad="63500" dist="762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6" name="Oval 15"/>
          <p:cNvSpPr/>
          <p:nvPr/>
        </p:nvSpPr>
        <p:spPr>
          <a:xfrm>
            <a:off x="6058789" y="3749891"/>
            <a:ext cx="1265275" cy="1265275"/>
          </a:xfrm>
          <a:prstGeom prst="ellipse">
            <a:avLst/>
          </a:prstGeom>
          <a:solidFill>
            <a:schemeClr val="tx1">
              <a:lumMod val="65000"/>
              <a:lumOff val="35000"/>
            </a:schemeClr>
          </a:solidFill>
          <a:ln w="101600">
            <a:solidFill>
              <a:schemeClr val="bg1"/>
            </a:solidFill>
          </a:ln>
          <a:effectLst>
            <a:innerShdw blurRad="63500" dist="1016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7" name="Oval 16"/>
          <p:cNvSpPr/>
          <p:nvPr/>
        </p:nvSpPr>
        <p:spPr>
          <a:xfrm>
            <a:off x="4867936" y="4745644"/>
            <a:ext cx="1265275" cy="1265275"/>
          </a:xfrm>
          <a:prstGeom prst="ellipse">
            <a:avLst/>
          </a:prstGeom>
          <a:solidFill>
            <a:schemeClr val="accent6"/>
          </a:solidFill>
          <a:ln w="101600">
            <a:solidFill>
              <a:schemeClr val="bg1"/>
            </a:solidFill>
          </a:ln>
          <a:effectLst>
            <a:innerShdw blurRad="63500" dist="762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8" name="Arc 17"/>
          <p:cNvSpPr/>
          <p:nvPr/>
        </p:nvSpPr>
        <p:spPr>
          <a:xfrm>
            <a:off x="5893102" y="1586482"/>
            <a:ext cx="1596647" cy="1596647"/>
          </a:xfrm>
          <a:prstGeom prst="arc">
            <a:avLst>
              <a:gd name="adj1" fmla="val 9199133"/>
              <a:gd name="adj2" fmla="val 16413206"/>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Arc 18"/>
          <p:cNvSpPr/>
          <p:nvPr/>
        </p:nvSpPr>
        <p:spPr>
          <a:xfrm>
            <a:off x="4702250" y="2588451"/>
            <a:ext cx="1596647" cy="1596647"/>
          </a:xfrm>
          <a:prstGeom prst="arc">
            <a:avLst>
              <a:gd name="adj1" fmla="val 18427709"/>
              <a:gd name="adj2" fmla="val 3178619"/>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0" name="Arc 19"/>
          <p:cNvSpPr/>
          <p:nvPr/>
        </p:nvSpPr>
        <p:spPr>
          <a:xfrm>
            <a:off x="5893102" y="3590420"/>
            <a:ext cx="1596647" cy="1596647"/>
          </a:xfrm>
          <a:prstGeom prst="arc">
            <a:avLst>
              <a:gd name="adj1" fmla="val 9284906"/>
              <a:gd name="adj2" fmla="val 12417550"/>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1" name="Arc 20"/>
          <p:cNvSpPr/>
          <p:nvPr/>
        </p:nvSpPr>
        <p:spPr>
          <a:xfrm>
            <a:off x="4702250" y="4575553"/>
            <a:ext cx="1596647" cy="1596647"/>
          </a:xfrm>
          <a:prstGeom prst="arc">
            <a:avLst>
              <a:gd name="adj1" fmla="val 20197027"/>
              <a:gd name="adj2" fmla="val 18330877"/>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2" name="Oval 21"/>
          <p:cNvSpPr/>
          <p:nvPr/>
        </p:nvSpPr>
        <p:spPr>
          <a:xfrm>
            <a:off x="5860246" y="2125738"/>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3" name="Straight Connector 22"/>
          <p:cNvCxnSpPr/>
          <p:nvPr/>
        </p:nvCxnSpPr>
        <p:spPr>
          <a:xfrm>
            <a:off x="5220586" y="1998921"/>
            <a:ext cx="616824" cy="184666"/>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25" name="Oval 24"/>
          <p:cNvSpPr/>
          <p:nvPr/>
        </p:nvSpPr>
        <p:spPr>
          <a:xfrm>
            <a:off x="6246484" y="3361238"/>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6" name="Straight Connector 25"/>
          <p:cNvCxnSpPr>
            <a:stCxn id="25" idx="6"/>
          </p:cNvCxnSpPr>
          <p:nvPr/>
        </p:nvCxnSpPr>
        <p:spPr>
          <a:xfrm flipV="1">
            <a:off x="6362183" y="3296612"/>
            <a:ext cx="1127566" cy="122476"/>
          </a:xfrm>
          <a:prstGeom prst="line">
            <a:avLst/>
          </a:prstGeom>
          <a:ln w="3175">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29" name="Oval 28"/>
          <p:cNvSpPr/>
          <p:nvPr/>
        </p:nvSpPr>
        <p:spPr>
          <a:xfrm>
            <a:off x="5831200" y="428402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0" name="Straight Connector 29"/>
          <p:cNvCxnSpPr>
            <a:endCxn id="29" idx="2"/>
          </p:cNvCxnSpPr>
          <p:nvPr/>
        </p:nvCxnSpPr>
        <p:spPr>
          <a:xfrm>
            <a:off x="4300286" y="4169693"/>
            <a:ext cx="1530914" cy="172183"/>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33" name="Oval 32"/>
          <p:cNvSpPr/>
          <p:nvPr/>
        </p:nvSpPr>
        <p:spPr>
          <a:xfrm>
            <a:off x="6199572" y="5600420"/>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 name="Straight Connector 33"/>
          <p:cNvCxnSpPr>
            <a:stCxn id="33" idx="6"/>
          </p:cNvCxnSpPr>
          <p:nvPr/>
        </p:nvCxnSpPr>
        <p:spPr>
          <a:xfrm flipV="1">
            <a:off x="6315271" y="5537755"/>
            <a:ext cx="1276878" cy="120515"/>
          </a:xfrm>
          <a:prstGeom prst="line">
            <a:avLst/>
          </a:prstGeom>
          <a:ln w="3175">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7655436" y="2841950"/>
            <a:ext cx="27459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7" name="TextBox 36"/>
          <p:cNvSpPr txBox="1"/>
          <p:nvPr/>
        </p:nvSpPr>
        <p:spPr>
          <a:xfrm>
            <a:off x="7805218" y="5102978"/>
            <a:ext cx="27459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8" name="TextBox 37"/>
          <p:cNvSpPr txBox="1"/>
          <p:nvPr/>
        </p:nvSpPr>
        <p:spPr>
          <a:xfrm>
            <a:off x="2258748" y="1563671"/>
            <a:ext cx="2806995"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9" name="TextBox 38"/>
          <p:cNvSpPr txBox="1"/>
          <p:nvPr/>
        </p:nvSpPr>
        <p:spPr>
          <a:xfrm>
            <a:off x="1390467" y="3801813"/>
            <a:ext cx="2806995"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1124936116"/>
      </p:ext>
    </p:extLst>
  </p:cSld>
  <p:clrMapOvr>
    <a:masterClrMapping/>
  </p:clrMapOvr>
  <p:transition spd="slow">
    <p:push dir="u"/>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93</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ounded Rectangle 1"/>
          <p:cNvSpPr/>
          <p:nvPr/>
        </p:nvSpPr>
        <p:spPr>
          <a:xfrm>
            <a:off x="5410200" y="1714500"/>
            <a:ext cx="1371600" cy="1371600"/>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5543888" y="1845186"/>
            <a:ext cx="1104224" cy="1104224"/>
          </a:xfrm>
          <a:prstGeom prst="rect">
            <a:avLst/>
          </a:prstGeom>
          <a:solidFill>
            <a:schemeClr val="bg1"/>
          </a:solidFill>
          <a:ln>
            <a:noFill/>
          </a:ln>
          <a:effectLst>
            <a:innerShdw blurRad="63500" dist="254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15" name="Rounded Rectangle 14"/>
          <p:cNvSpPr/>
          <p:nvPr/>
        </p:nvSpPr>
        <p:spPr>
          <a:xfrm>
            <a:off x="6827931" y="17145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6961619" y="1845186"/>
            <a:ext cx="1104224" cy="1104224"/>
          </a:xfrm>
          <a:prstGeom prst="rect">
            <a:avLst/>
          </a:prstGeom>
          <a:solidFill>
            <a:schemeClr val="bg1"/>
          </a:solidFill>
          <a:ln>
            <a:noFill/>
          </a:ln>
          <a:effectLst>
            <a:innerShdw blurRad="63500" dist="254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17" name="Rounded Rectangle 16"/>
          <p:cNvSpPr/>
          <p:nvPr/>
        </p:nvSpPr>
        <p:spPr>
          <a:xfrm>
            <a:off x="5410200" y="3113634"/>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5543888" y="3244320"/>
            <a:ext cx="1104224" cy="1104224"/>
          </a:xfrm>
          <a:prstGeom prst="rect">
            <a:avLst/>
          </a:prstGeom>
          <a:solidFill>
            <a:schemeClr val="bg1"/>
          </a:solidFill>
          <a:ln>
            <a:noFill/>
          </a:ln>
          <a:effectLst>
            <a:innerShdw blurRad="63500" dist="254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19" name="Rounded Rectangle 18"/>
          <p:cNvSpPr/>
          <p:nvPr/>
        </p:nvSpPr>
        <p:spPr>
          <a:xfrm>
            <a:off x="5410200" y="4534498"/>
            <a:ext cx="1371600" cy="1371600"/>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5543888" y="4665184"/>
            <a:ext cx="1104224" cy="1104224"/>
          </a:xfrm>
          <a:prstGeom prst="rect">
            <a:avLst/>
          </a:prstGeom>
          <a:solidFill>
            <a:schemeClr val="bg1"/>
          </a:solidFill>
          <a:ln>
            <a:noFill/>
          </a:ln>
          <a:effectLst>
            <a:innerShdw blurRad="63500" dist="254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21" name="Rounded Rectangle 20"/>
          <p:cNvSpPr/>
          <p:nvPr/>
        </p:nvSpPr>
        <p:spPr>
          <a:xfrm>
            <a:off x="3988981" y="4534498"/>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4122669" y="4665184"/>
            <a:ext cx="1104224" cy="1104224"/>
          </a:xfrm>
          <a:prstGeom prst="rect">
            <a:avLst/>
          </a:prstGeom>
          <a:solidFill>
            <a:schemeClr val="bg1"/>
          </a:solidFill>
          <a:ln>
            <a:noFill/>
          </a:ln>
          <a:effectLst>
            <a:innerShdw blurRad="63500" dist="25400" dir="81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cxnSp>
        <p:nvCxnSpPr>
          <p:cNvPr id="4" name="Straight Connector 3"/>
          <p:cNvCxnSpPr/>
          <p:nvPr/>
        </p:nvCxnSpPr>
        <p:spPr>
          <a:xfrm>
            <a:off x="8391068" y="1940098"/>
            <a:ext cx="0" cy="91440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3" name="Oval 22"/>
          <p:cNvSpPr/>
          <p:nvPr/>
        </p:nvSpPr>
        <p:spPr>
          <a:xfrm>
            <a:off x="8333219" y="2339448"/>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 name="Straight Connector 6"/>
          <p:cNvCxnSpPr/>
          <p:nvPr/>
        </p:nvCxnSpPr>
        <p:spPr>
          <a:xfrm>
            <a:off x="8448918" y="2397297"/>
            <a:ext cx="41467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5169044" y="1940097"/>
            <a:ext cx="0" cy="91440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7" name="Oval 26"/>
          <p:cNvSpPr/>
          <p:nvPr/>
        </p:nvSpPr>
        <p:spPr>
          <a:xfrm flipH="1">
            <a:off x="5111194" y="2339447"/>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8" name="Straight Connector 27"/>
          <p:cNvCxnSpPr/>
          <p:nvPr/>
        </p:nvCxnSpPr>
        <p:spPr>
          <a:xfrm flipH="1">
            <a:off x="4696524" y="2397296"/>
            <a:ext cx="41467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7019468" y="3339232"/>
            <a:ext cx="0" cy="91440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31" name="Oval 30"/>
          <p:cNvSpPr/>
          <p:nvPr/>
        </p:nvSpPr>
        <p:spPr>
          <a:xfrm>
            <a:off x="6961619" y="3738582"/>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2" name="Straight Connector 31"/>
          <p:cNvCxnSpPr/>
          <p:nvPr/>
        </p:nvCxnSpPr>
        <p:spPr>
          <a:xfrm>
            <a:off x="7077318" y="3796431"/>
            <a:ext cx="41467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7019468" y="4760096"/>
            <a:ext cx="0" cy="91440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35" name="Oval 34"/>
          <p:cNvSpPr/>
          <p:nvPr/>
        </p:nvSpPr>
        <p:spPr>
          <a:xfrm>
            <a:off x="6961619" y="515944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6" name="Straight Connector 35"/>
          <p:cNvCxnSpPr/>
          <p:nvPr/>
        </p:nvCxnSpPr>
        <p:spPr>
          <a:xfrm>
            <a:off x="7077318" y="5217295"/>
            <a:ext cx="41467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flipH="1">
            <a:off x="3751313" y="4760095"/>
            <a:ext cx="0" cy="91440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43" name="Oval 42"/>
          <p:cNvSpPr/>
          <p:nvPr/>
        </p:nvSpPr>
        <p:spPr>
          <a:xfrm flipH="1">
            <a:off x="3693463" y="5159445"/>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4" name="Straight Connector 43"/>
          <p:cNvCxnSpPr/>
          <p:nvPr/>
        </p:nvCxnSpPr>
        <p:spPr>
          <a:xfrm flipH="1">
            <a:off x="3278793" y="5217294"/>
            <a:ext cx="41467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9026979" y="1885476"/>
            <a:ext cx="22887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6" name="TextBox 45"/>
          <p:cNvSpPr txBox="1"/>
          <p:nvPr/>
        </p:nvSpPr>
        <p:spPr>
          <a:xfrm>
            <a:off x="7641322" y="3339232"/>
            <a:ext cx="22887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7" name="TextBox 46"/>
          <p:cNvSpPr txBox="1"/>
          <p:nvPr/>
        </p:nvSpPr>
        <p:spPr>
          <a:xfrm>
            <a:off x="7641321" y="4731907"/>
            <a:ext cx="22887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8" name="TextBox 47"/>
          <p:cNvSpPr txBox="1"/>
          <p:nvPr/>
        </p:nvSpPr>
        <p:spPr>
          <a:xfrm>
            <a:off x="2260164" y="1875451"/>
            <a:ext cx="227296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9" name="TextBox 48"/>
          <p:cNvSpPr txBox="1"/>
          <p:nvPr/>
        </p:nvSpPr>
        <p:spPr>
          <a:xfrm>
            <a:off x="856491" y="4729925"/>
            <a:ext cx="227296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05</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6498365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94</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6"/>
          <p:cNvSpPr/>
          <p:nvPr/>
        </p:nvSpPr>
        <p:spPr>
          <a:xfrm>
            <a:off x="4353271" y="4472165"/>
            <a:ext cx="1884937" cy="1625144"/>
          </a:xfrm>
          <a:custGeom>
            <a:avLst/>
            <a:gdLst>
              <a:gd name="connsiteX0" fmla="*/ 0 w 1884937"/>
              <a:gd name="connsiteY0" fmla="*/ 812572 h 1625144"/>
              <a:gd name="connsiteX1" fmla="*/ 406286 w 1884937"/>
              <a:gd name="connsiteY1" fmla="*/ 0 h 1625144"/>
              <a:gd name="connsiteX2" fmla="*/ 1478651 w 1884937"/>
              <a:gd name="connsiteY2" fmla="*/ 0 h 1625144"/>
              <a:gd name="connsiteX3" fmla="*/ 1884937 w 1884937"/>
              <a:gd name="connsiteY3" fmla="*/ 812572 h 1625144"/>
              <a:gd name="connsiteX4" fmla="*/ 1478651 w 1884937"/>
              <a:gd name="connsiteY4" fmla="*/ 1625144 h 1625144"/>
              <a:gd name="connsiteX5" fmla="*/ 406286 w 1884937"/>
              <a:gd name="connsiteY5" fmla="*/ 1625144 h 1625144"/>
              <a:gd name="connsiteX6" fmla="*/ 0 w 1884937"/>
              <a:gd name="connsiteY6" fmla="*/ 812572 h 16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84937" h="1625144">
                <a:moveTo>
                  <a:pt x="0" y="812572"/>
                </a:moveTo>
                <a:lnTo>
                  <a:pt x="406286" y="0"/>
                </a:lnTo>
                <a:lnTo>
                  <a:pt x="1478651" y="0"/>
                </a:lnTo>
                <a:lnTo>
                  <a:pt x="1884937" y="812572"/>
                </a:lnTo>
                <a:lnTo>
                  <a:pt x="1478651" y="1625144"/>
                </a:lnTo>
                <a:lnTo>
                  <a:pt x="406286" y="1625144"/>
                </a:lnTo>
                <a:lnTo>
                  <a:pt x="0" y="812572"/>
                </a:lnTo>
                <a:close/>
              </a:path>
            </a:pathLst>
          </a:custGeom>
          <a:solidFill>
            <a:srgbClr val="34495E"/>
          </a:solidFill>
          <a:ln>
            <a:solidFill>
              <a:schemeClr val="bg1"/>
            </a:solidFill>
          </a:ln>
          <a:effectLst>
            <a:innerShdw blurRad="63500" dist="50800" dir="8100000">
              <a:prstClr val="black">
                <a:alpha val="50000"/>
              </a:prstClr>
            </a:innerShdw>
          </a:effectLst>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92507" tIns="334742" rIns="292507" bIns="334742" numCol="1" spcCol="1270" anchor="ctr" anchorCtr="0">
            <a:noAutofit/>
          </a:bodyPr>
          <a:lstStyle/>
          <a:p>
            <a:pPr lvl="0" algn="ctr" defTabSz="2889250">
              <a:lnSpc>
                <a:spcPct val="90000"/>
              </a:lnSpc>
              <a:spcBef>
                <a:spcPct val="0"/>
              </a:spcBef>
              <a:spcAft>
                <a:spcPct val="35000"/>
              </a:spcAft>
            </a:pPr>
            <a:r>
              <a:rPr lang="en-US" sz="3200">
                <a:solidFill>
                  <a:schemeClr val="bg1"/>
                </a:solidFill>
                <a:latin typeface="FontAwesome" pitchFamily="2" charset="0"/>
              </a:rPr>
              <a:t></a:t>
            </a:r>
            <a:endParaRPr lang="en-US" sz="3200" kern="1200">
              <a:solidFill>
                <a:schemeClr val="bg1"/>
              </a:solidFill>
            </a:endParaRPr>
          </a:p>
        </p:txBody>
      </p:sp>
      <p:sp>
        <p:nvSpPr>
          <p:cNvPr id="17" name="Freeform 16"/>
          <p:cNvSpPr/>
          <p:nvPr/>
        </p:nvSpPr>
        <p:spPr>
          <a:xfrm>
            <a:off x="5959158" y="3579946"/>
            <a:ext cx="1884937" cy="1625144"/>
          </a:xfrm>
          <a:custGeom>
            <a:avLst/>
            <a:gdLst>
              <a:gd name="connsiteX0" fmla="*/ 0 w 1884937"/>
              <a:gd name="connsiteY0" fmla="*/ 812572 h 1625144"/>
              <a:gd name="connsiteX1" fmla="*/ 406286 w 1884937"/>
              <a:gd name="connsiteY1" fmla="*/ 0 h 1625144"/>
              <a:gd name="connsiteX2" fmla="*/ 1478651 w 1884937"/>
              <a:gd name="connsiteY2" fmla="*/ 0 h 1625144"/>
              <a:gd name="connsiteX3" fmla="*/ 1884937 w 1884937"/>
              <a:gd name="connsiteY3" fmla="*/ 812572 h 1625144"/>
              <a:gd name="connsiteX4" fmla="*/ 1478651 w 1884937"/>
              <a:gd name="connsiteY4" fmla="*/ 1625144 h 1625144"/>
              <a:gd name="connsiteX5" fmla="*/ 406286 w 1884937"/>
              <a:gd name="connsiteY5" fmla="*/ 1625144 h 1625144"/>
              <a:gd name="connsiteX6" fmla="*/ 0 w 1884937"/>
              <a:gd name="connsiteY6" fmla="*/ 812572 h 16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84937" h="1625144">
                <a:moveTo>
                  <a:pt x="0" y="812572"/>
                </a:moveTo>
                <a:lnTo>
                  <a:pt x="406286" y="0"/>
                </a:lnTo>
                <a:lnTo>
                  <a:pt x="1478651" y="0"/>
                </a:lnTo>
                <a:lnTo>
                  <a:pt x="1884937" y="812572"/>
                </a:lnTo>
                <a:lnTo>
                  <a:pt x="1478651" y="1625144"/>
                </a:lnTo>
                <a:lnTo>
                  <a:pt x="406286" y="1625144"/>
                </a:lnTo>
                <a:lnTo>
                  <a:pt x="0" y="812572"/>
                </a:lnTo>
                <a:close/>
              </a:path>
            </a:pathLst>
          </a:custGeom>
          <a:solidFill>
            <a:schemeClr val="accent6"/>
          </a:solidFill>
          <a:ln>
            <a:solidFill>
              <a:schemeClr val="bg1"/>
            </a:solidFill>
          </a:ln>
          <a:effectLst>
            <a:innerShdw blurRad="63500" dist="50800" dir="2700000">
              <a:prstClr val="black">
                <a:alpha val="50000"/>
              </a:prstClr>
            </a:innerShdw>
          </a:effectLst>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92507" tIns="334742" rIns="292507" bIns="334742" numCol="1" spcCol="1270" anchor="ctr" anchorCtr="0">
            <a:noAutofit/>
          </a:bodyPr>
          <a:lstStyle/>
          <a:p>
            <a:pPr lvl="0" algn="ctr" defTabSz="2889250">
              <a:lnSpc>
                <a:spcPct val="90000"/>
              </a:lnSpc>
              <a:spcBef>
                <a:spcPct val="0"/>
              </a:spcBef>
              <a:spcAft>
                <a:spcPct val="35000"/>
              </a:spcAft>
            </a:pPr>
            <a:r>
              <a:rPr lang="en-US" sz="3200">
                <a:solidFill>
                  <a:schemeClr val="bg1"/>
                </a:solidFill>
                <a:latin typeface="FontAwesome" pitchFamily="2" charset="0"/>
              </a:rPr>
              <a:t></a:t>
            </a:r>
            <a:endParaRPr lang="en-US" sz="3200" kern="1200">
              <a:solidFill>
                <a:schemeClr val="bg1"/>
              </a:solidFill>
            </a:endParaRPr>
          </a:p>
        </p:txBody>
      </p:sp>
      <p:sp>
        <p:nvSpPr>
          <p:cNvPr id="19" name="Hexagon 18"/>
          <p:cNvSpPr/>
          <p:nvPr/>
        </p:nvSpPr>
        <p:spPr>
          <a:xfrm>
            <a:off x="7565044" y="4472165"/>
            <a:ext cx="1884937" cy="1625144"/>
          </a:xfrm>
          <a:prstGeom prst="hexagon">
            <a:avLst>
              <a:gd name="adj" fmla="val 25000"/>
              <a:gd name="vf" fmla="val 115470"/>
            </a:avLst>
          </a:prstGeom>
          <a:blipFill>
            <a:blip r:embed="rId2" cstate="print">
              <a:extLst>
                <a:ext uri="{28A0092B-C50C-407E-A947-70E740481C1C}">
                  <a14:useLocalDpi xmlns:a14="http://schemas.microsoft.com/office/drawing/2010/main" val="0"/>
                </a:ext>
              </a:extLst>
            </a:blip>
            <a:srcRect/>
            <a:stretch>
              <a:fillRect l="-14000" r="-14000"/>
            </a:stretch>
          </a:blipFill>
          <a:ln>
            <a:noFill/>
          </a:ln>
        </p:spPr>
        <p:style>
          <a:lnRef idx="2">
            <a:scrgbClr r="0" g="0" b="0"/>
          </a:lnRef>
          <a:fillRef idx="1">
            <a:scrgbClr r="0" g="0" b="0"/>
          </a:fillRef>
          <a:effectRef idx="0">
            <a:schemeClr val="lt1">
              <a:alpha val="90000"/>
              <a:hueOff val="0"/>
              <a:satOff val="0"/>
              <a:lumOff val="0"/>
              <a:alphaOff val="0"/>
            </a:schemeClr>
          </a:effectRef>
          <a:fontRef idx="minor">
            <a:schemeClr val="dk1">
              <a:hueOff val="0"/>
              <a:satOff val="0"/>
              <a:lumOff val="0"/>
              <a:alphaOff val="0"/>
            </a:schemeClr>
          </a:fontRef>
        </p:style>
        <p:txBody>
          <a:bodyPr/>
          <a:lstStyle/>
          <a:p>
            <a:endParaRPr lang="en-MY"/>
          </a:p>
        </p:txBody>
      </p:sp>
      <p:sp>
        <p:nvSpPr>
          <p:cNvPr id="21" name="Freeform 20"/>
          <p:cNvSpPr/>
          <p:nvPr/>
        </p:nvSpPr>
        <p:spPr>
          <a:xfrm>
            <a:off x="4353271" y="2691591"/>
            <a:ext cx="1884937" cy="1625144"/>
          </a:xfrm>
          <a:custGeom>
            <a:avLst/>
            <a:gdLst>
              <a:gd name="connsiteX0" fmla="*/ 0 w 1884937"/>
              <a:gd name="connsiteY0" fmla="*/ 812572 h 1625144"/>
              <a:gd name="connsiteX1" fmla="*/ 406286 w 1884937"/>
              <a:gd name="connsiteY1" fmla="*/ 0 h 1625144"/>
              <a:gd name="connsiteX2" fmla="*/ 1478651 w 1884937"/>
              <a:gd name="connsiteY2" fmla="*/ 0 h 1625144"/>
              <a:gd name="connsiteX3" fmla="*/ 1884937 w 1884937"/>
              <a:gd name="connsiteY3" fmla="*/ 812572 h 1625144"/>
              <a:gd name="connsiteX4" fmla="*/ 1478651 w 1884937"/>
              <a:gd name="connsiteY4" fmla="*/ 1625144 h 1625144"/>
              <a:gd name="connsiteX5" fmla="*/ 406286 w 1884937"/>
              <a:gd name="connsiteY5" fmla="*/ 1625144 h 1625144"/>
              <a:gd name="connsiteX6" fmla="*/ 0 w 1884937"/>
              <a:gd name="connsiteY6" fmla="*/ 812572 h 16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84937" h="1625144">
                <a:moveTo>
                  <a:pt x="0" y="812572"/>
                </a:moveTo>
                <a:lnTo>
                  <a:pt x="406286" y="0"/>
                </a:lnTo>
                <a:lnTo>
                  <a:pt x="1478651" y="0"/>
                </a:lnTo>
                <a:lnTo>
                  <a:pt x="1884937" y="812572"/>
                </a:lnTo>
                <a:lnTo>
                  <a:pt x="1478651" y="1625144"/>
                </a:lnTo>
                <a:lnTo>
                  <a:pt x="406286" y="1625144"/>
                </a:lnTo>
                <a:lnTo>
                  <a:pt x="0" y="812572"/>
                </a:lnTo>
                <a:close/>
              </a:path>
            </a:pathLst>
          </a:custGeom>
          <a:solidFill>
            <a:schemeClr val="accent6"/>
          </a:solidFill>
          <a:ln>
            <a:solidFill>
              <a:schemeClr val="bg1"/>
            </a:solidFill>
          </a:ln>
          <a:effectLst>
            <a:innerShdw blurRad="63500" dist="50800" dir="18900000">
              <a:prstClr val="black">
                <a:alpha val="50000"/>
              </a:prstClr>
            </a:innerShdw>
          </a:effectLst>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92507" tIns="334742" rIns="292507" bIns="334742" numCol="1" spcCol="1270" anchor="ctr" anchorCtr="0">
            <a:noAutofit/>
          </a:bodyPr>
          <a:lstStyle/>
          <a:p>
            <a:pPr lvl="0" algn="ctr" defTabSz="2889250">
              <a:lnSpc>
                <a:spcPct val="90000"/>
              </a:lnSpc>
              <a:spcBef>
                <a:spcPct val="0"/>
              </a:spcBef>
              <a:spcAft>
                <a:spcPct val="35000"/>
              </a:spcAft>
            </a:pPr>
            <a:r>
              <a:rPr lang="en-US" sz="3200">
                <a:solidFill>
                  <a:schemeClr val="bg1"/>
                </a:solidFill>
                <a:latin typeface="FontAwesome" pitchFamily="2" charset="0"/>
              </a:rPr>
              <a:t></a:t>
            </a:r>
            <a:endParaRPr lang="en-US" sz="3200" kern="1200">
              <a:solidFill>
                <a:schemeClr val="bg1"/>
              </a:solidFill>
            </a:endParaRPr>
          </a:p>
        </p:txBody>
      </p:sp>
      <p:sp>
        <p:nvSpPr>
          <p:cNvPr id="36" name="TextBox 35"/>
          <p:cNvSpPr txBox="1"/>
          <p:nvPr/>
        </p:nvSpPr>
        <p:spPr>
          <a:xfrm>
            <a:off x="8009753" y="2128268"/>
            <a:ext cx="1502334" cy="292388"/>
          </a:xfrm>
          <a:prstGeom prst="rect">
            <a:avLst/>
          </a:prstGeom>
          <a:noFill/>
        </p:spPr>
        <p:txBody>
          <a:bodyPr wrap="none" rtlCol="0">
            <a:spAutoFit/>
          </a:bodyPr>
          <a:lstStyle/>
          <a:p>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Smart and Smart</a:t>
            </a:r>
          </a:p>
        </p:txBody>
      </p:sp>
      <p:sp>
        <p:nvSpPr>
          <p:cNvPr id="37" name="TextBox 36"/>
          <p:cNvSpPr txBox="1"/>
          <p:nvPr/>
        </p:nvSpPr>
        <p:spPr>
          <a:xfrm>
            <a:off x="8009754" y="2596375"/>
            <a:ext cx="3305946"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43" name="TextBox 42"/>
          <p:cNvSpPr txBox="1"/>
          <p:nvPr/>
        </p:nvSpPr>
        <p:spPr>
          <a:xfrm>
            <a:off x="9636534" y="4589018"/>
            <a:ext cx="1502334" cy="292388"/>
          </a:xfrm>
          <a:prstGeom prst="rect">
            <a:avLst/>
          </a:prstGeom>
          <a:noFill/>
        </p:spPr>
        <p:txBody>
          <a:bodyPr wrap="none" rtlCol="0">
            <a:spAutoFit/>
          </a:bodyPr>
          <a:lstStyle/>
          <a:p>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Smart and Smart</a:t>
            </a:r>
          </a:p>
        </p:txBody>
      </p:sp>
      <p:sp>
        <p:nvSpPr>
          <p:cNvPr id="44" name="TextBox 43"/>
          <p:cNvSpPr txBox="1"/>
          <p:nvPr/>
        </p:nvSpPr>
        <p:spPr>
          <a:xfrm>
            <a:off x="9636535" y="5057125"/>
            <a:ext cx="1679165" cy="923330"/>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grpSp>
        <p:nvGrpSpPr>
          <p:cNvPr id="50" name="Group 49"/>
          <p:cNvGrpSpPr/>
          <p:nvPr/>
        </p:nvGrpSpPr>
        <p:grpSpPr>
          <a:xfrm>
            <a:off x="876300" y="3716120"/>
            <a:ext cx="1679165" cy="1391437"/>
            <a:chOff x="2076786" y="1657471"/>
            <a:chExt cx="1679165" cy="1391437"/>
          </a:xfrm>
        </p:grpSpPr>
        <p:sp>
          <p:nvSpPr>
            <p:cNvPr id="48" name="TextBox 47"/>
            <p:cNvSpPr txBox="1"/>
            <p:nvPr/>
          </p:nvSpPr>
          <p:spPr>
            <a:xfrm>
              <a:off x="2253617" y="1657471"/>
              <a:ext cx="1502334" cy="292388"/>
            </a:xfrm>
            <a:prstGeom prst="rect">
              <a:avLst/>
            </a:prstGeom>
            <a:noFill/>
          </p:spPr>
          <p:txBody>
            <a:bodyPr wrap="none" rtlCol="0">
              <a:spAutoFit/>
            </a:bodyPr>
            <a:lstStyle/>
            <a:p>
              <a:pPr algn="r"/>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Smart and Smart</a:t>
              </a:r>
            </a:p>
          </p:txBody>
        </p:sp>
        <p:sp>
          <p:nvSpPr>
            <p:cNvPr id="49" name="TextBox 48"/>
            <p:cNvSpPr txBox="1"/>
            <p:nvPr/>
          </p:nvSpPr>
          <p:spPr>
            <a:xfrm>
              <a:off x="2076786" y="2125578"/>
              <a:ext cx="1679165" cy="923330"/>
            </a:xfrm>
            <a:prstGeom prst="rect">
              <a:avLst/>
            </a:prstGeom>
            <a:noFill/>
          </p:spPr>
          <p:txBody>
            <a:bodyPr wrap="square" rtlCol="0">
              <a:spAutoFit/>
            </a:bodyPr>
            <a:lstStyle/>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grpSp>
      <p:cxnSp>
        <p:nvCxnSpPr>
          <p:cNvPr id="56" name="Straight Connector 55"/>
          <p:cNvCxnSpPr/>
          <p:nvPr/>
        </p:nvCxnSpPr>
        <p:spPr>
          <a:xfrm flipV="1">
            <a:off x="4259846" y="2530988"/>
            <a:ext cx="406286" cy="812572"/>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4666132" y="2530988"/>
            <a:ext cx="1072365"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59" name="Oval 58"/>
          <p:cNvSpPr/>
          <p:nvPr/>
        </p:nvSpPr>
        <p:spPr>
          <a:xfrm>
            <a:off x="4608282" y="248067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3" name="Straight Connector 62"/>
          <p:cNvCxnSpPr>
            <a:stCxn id="59" idx="1"/>
          </p:cNvCxnSpPr>
          <p:nvPr/>
        </p:nvCxnSpPr>
        <p:spPr>
          <a:xfrm flipH="1" flipV="1">
            <a:off x="4386782" y="2274462"/>
            <a:ext cx="238444" cy="223158"/>
          </a:xfrm>
          <a:prstGeom prst="line">
            <a:avLst/>
          </a:prstGeom>
          <a:ln>
            <a:solidFill>
              <a:srgbClr val="95A5A6"/>
            </a:solidFill>
            <a:prstDash val="dash"/>
            <a:headEnd type="none"/>
            <a:tailEnd type="triangle"/>
          </a:ln>
        </p:spPr>
        <p:style>
          <a:lnRef idx="1">
            <a:schemeClr val="accent1"/>
          </a:lnRef>
          <a:fillRef idx="0">
            <a:schemeClr val="accent1"/>
          </a:fillRef>
          <a:effectRef idx="0">
            <a:schemeClr val="accent1"/>
          </a:effectRef>
          <a:fontRef idx="minor">
            <a:schemeClr val="tx1"/>
          </a:fontRef>
        </p:style>
      </p:cxnSp>
      <p:sp>
        <p:nvSpPr>
          <p:cNvPr id="64" name="TextBox 63"/>
          <p:cNvSpPr txBox="1"/>
          <p:nvPr/>
        </p:nvSpPr>
        <p:spPr>
          <a:xfrm>
            <a:off x="2006081" y="1783650"/>
            <a:ext cx="2291048"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MAIN</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cxnSp>
        <p:nvCxnSpPr>
          <p:cNvPr id="66" name="Straight Connector 65"/>
          <p:cNvCxnSpPr/>
          <p:nvPr/>
        </p:nvCxnSpPr>
        <p:spPr>
          <a:xfrm>
            <a:off x="7565044" y="3567403"/>
            <a:ext cx="406286" cy="812572"/>
          </a:xfrm>
          <a:prstGeom prst="line">
            <a:avLst/>
          </a:prstGeom>
          <a:ln>
            <a:solidFill>
              <a:srgbClr val="95A5A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6365444" y="5290660"/>
            <a:ext cx="1072365"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flipH="1">
            <a:off x="5959518" y="5306509"/>
            <a:ext cx="406286" cy="812572"/>
          </a:xfrm>
          <a:prstGeom prst="line">
            <a:avLst/>
          </a:prstGeom>
          <a:ln>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4204409" y="5284737"/>
            <a:ext cx="406286" cy="812572"/>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Tree>
    <p:extLst>
      <p:ext uri="{BB962C8B-B14F-4D97-AF65-F5344CB8AC3E}">
        <p14:creationId xmlns:p14="http://schemas.microsoft.com/office/powerpoint/2010/main" val="8334158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95</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6094686" y="3885812"/>
            <a:ext cx="2628" cy="3185"/>
          </a:xfrm>
          <a:custGeom>
            <a:avLst/>
            <a:gdLst>
              <a:gd name="connsiteX0" fmla="*/ 1314 w 2628"/>
              <a:gd name="connsiteY0" fmla="*/ 0 h 3185"/>
              <a:gd name="connsiteX1" fmla="*/ 2628 w 2628"/>
              <a:gd name="connsiteY1" fmla="*/ 1593 h 3185"/>
              <a:gd name="connsiteX2" fmla="*/ 1314 w 2628"/>
              <a:gd name="connsiteY2" fmla="*/ 3185 h 3185"/>
              <a:gd name="connsiteX3" fmla="*/ 0 w 2628"/>
              <a:gd name="connsiteY3" fmla="*/ 1593 h 3185"/>
              <a:gd name="connsiteX4" fmla="*/ 1314 w 2628"/>
              <a:gd name="connsiteY4" fmla="*/ 0 h 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8" h="3185">
                <a:moveTo>
                  <a:pt x="1314" y="0"/>
                </a:moveTo>
                <a:lnTo>
                  <a:pt x="2628" y="1593"/>
                </a:lnTo>
                <a:lnTo>
                  <a:pt x="1314" y="3185"/>
                </a:lnTo>
                <a:lnTo>
                  <a:pt x="0" y="1593"/>
                </a:lnTo>
                <a:lnTo>
                  <a:pt x="1314" y="0"/>
                </a:lnTo>
                <a:close/>
              </a:path>
            </a:pathLst>
          </a:custGeom>
          <a:solidFill>
            <a:srgbClr val="3449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4504660" y="2361632"/>
            <a:ext cx="1591340" cy="1525773"/>
          </a:xfrm>
          <a:custGeom>
            <a:avLst/>
            <a:gdLst>
              <a:gd name="connsiteX0" fmla="*/ 914400 w 1591340"/>
              <a:gd name="connsiteY0" fmla="*/ 0 h 1525773"/>
              <a:gd name="connsiteX1" fmla="*/ 1560978 w 1591340"/>
              <a:gd name="connsiteY1" fmla="*/ 267822 h 1525773"/>
              <a:gd name="connsiteX2" fmla="*/ 1591340 w 1591340"/>
              <a:gd name="connsiteY2" fmla="*/ 304620 h 1525773"/>
              <a:gd name="connsiteX3" fmla="*/ 1510044 w 1591340"/>
              <a:gd name="connsiteY3" fmla="*/ 403150 h 1525773"/>
              <a:gd name="connsiteX4" fmla="*/ 1353879 w 1591340"/>
              <a:gd name="connsiteY4" fmla="*/ 914400 h 1525773"/>
              <a:gd name="connsiteX5" fmla="*/ 1510044 w 1591340"/>
              <a:gd name="connsiteY5" fmla="*/ 1425650 h 1525773"/>
              <a:gd name="connsiteX6" fmla="*/ 1591340 w 1591340"/>
              <a:gd name="connsiteY6" fmla="*/ 1524180 h 1525773"/>
              <a:gd name="connsiteX7" fmla="*/ 1590026 w 1591340"/>
              <a:gd name="connsiteY7" fmla="*/ 1525773 h 1525773"/>
              <a:gd name="connsiteX8" fmla="*/ 1560978 w 1591340"/>
              <a:gd name="connsiteY8" fmla="*/ 1490567 h 1525773"/>
              <a:gd name="connsiteX9" fmla="*/ 914400 w 1591340"/>
              <a:gd name="connsiteY9" fmla="*/ 1222745 h 1525773"/>
              <a:gd name="connsiteX10" fmla="*/ 267822 w 1591340"/>
              <a:gd name="connsiteY10" fmla="*/ 1490567 h 1525773"/>
              <a:gd name="connsiteX11" fmla="*/ 238774 w 1591340"/>
              <a:gd name="connsiteY11" fmla="*/ 1525773 h 1525773"/>
              <a:gd name="connsiteX12" fmla="*/ 156165 w 1591340"/>
              <a:gd name="connsiteY12" fmla="*/ 1425650 h 1525773"/>
              <a:gd name="connsiteX13" fmla="*/ 0 w 1591340"/>
              <a:gd name="connsiteY13" fmla="*/ 914400 h 1525773"/>
              <a:gd name="connsiteX14" fmla="*/ 914400 w 1591340"/>
              <a:gd name="connsiteY14" fmla="*/ 0 h 1525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1340" h="1525773">
                <a:moveTo>
                  <a:pt x="914400" y="0"/>
                </a:moveTo>
                <a:cubicBezTo>
                  <a:pt x="1166904" y="0"/>
                  <a:pt x="1395505" y="102348"/>
                  <a:pt x="1560978" y="267822"/>
                </a:cubicBezTo>
                <a:lnTo>
                  <a:pt x="1591340" y="304620"/>
                </a:lnTo>
                <a:lnTo>
                  <a:pt x="1510044" y="403150"/>
                </a:lnTo>
                <a:cubicBezTo>
                  <a:pt x="1411450" y="549089"/>
                  <a:pt x="1353879" y="725021"/>
                  <a:pt x="1353879" y="914400"/>
                </a:cubicBezTo>
                <a:cubicBezTo>
                  <a:pt x="1353879" y="1103778"/>
                  <a:pt x="1411450" y="1279711"/>
                  <a:pt x="1510044" y="1425650"/>
                </a:cubicBezTo>
                <a:lnTo>
                  <a:pt x="1591340" y="1524180"/>
                </a:lnTo>
                <a:lnTo>
                  <a:pt x="1590026" y="1525773"/>
                </a:lnTo>
                <a:lnTo>
                  <a:pt x="1560978" y="1490567"/>
                </a:lnTo>
                <a:cubicBezTo>
                  <a:pt x="1395505" y="1325093"/>
                  <a:pt x="1166904" y="1222745"/>
                  <a:pt x="914400" y="1222745"/>
                </a:cubicBezTo>
                <a:cubicBezTo>
                  <a:pt x="661895" y="1222745"/>
                  <a:pt x="433295" y="1325093"/>
                  <a:pt x="267822" y="1490567"/>
                </a:cubicBezTo>
                <a:lnTo>
                  <a:pt x="238774" y="1525773"/>
                </a:lnTo>
                <a:lnTo>
                  <a:pt x="156165" y="1425650"/>
                </a:lnTo>
                <a:cubicBezTo>
                  <a:pt x="57570" y="1279711"/>
                  <a:pt x="0" y="1103778"/>
                  <a:pt x="0" y="914400"/>
                </a:cubicBezTo>
                <a:cubicBezTo>
                  <a:pt x="0" y="409391"/>
                  <a:pt x="409391" y="0"/>
                  <a:pt x="914400" y="0"/>
                </a:cubicBezTo>
                <a:close/>
              </a:path>
            </a:pathLst>
          </a:custGeom>
          <a:solidFill>
            <a:schemeClr val="tx1">
              <a:lumMod val="65000"/>
              <a:lumOff val="35000"/>
            </a:schemeClr>
          </a:solidFill>
          <a:ln w="38100">
            <a:solidFill>
              <a:schemeClr val="bg1"/>
            </a:solidFill>
          </a:ln>
          <a:effectLst>
            <a:innerShdw blurRad="63500" dist="508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endParaRPr>
          </a:p>
        </p:txBody>
      </p:sp>
      <p:sp>
        <p:nvSpPr>
          <p:cNvPr id="16" name="Freeform 15"/>
          <p:cNvSpPr/>
          <p:nvPr/>
        </p:nvSpPr>
        <p:spPr>
          <a:xfrm>
            <a:off x="6096001" y="2361632"/>
            <a:ext cx="1591339" cy="1525773"/>
          </a:xfrm>
          <a:custGeom>
            <a:avLst/>
            <a:gdLst>
              <a:gd name="connsiteX0" fmla="*/ 676939 w 1591339"/>
              <a:gd name="connsiteY0" fmla="*/ 0 h 1525773"/>
              <a:gd name="connsiteX1" fmla="*/ 1591339 w 1591339"/>
              <a:gd name="connsiteY1" fmla="*/ 914400 h 1525773"/>
              <a:gd name="connsiteX2" fmla="*/ 1435174 w 1591339"/>
              <a:gd name="connsiteY2" fmla="*/ 1425650 h 1525773"/>
              <a:gd name="connsiteX3" fmla="*/ 1352565 w 1591339"/>
              <a:gd name="connsiteY3" fmla="*/ 1525773 h 1525773"/>
              <a:gd name="connsiteX4" fmla="*/ 1323517 w 1591339"/>
              <a:gd name="connsiteY4" fmla="*/ 1490567 h 1525773"/>
              <a:gd name="connsiteX5" fmla="*/ 676939 w 1591339"/>
              <a:gd name="connsiteY5" fmla="*/ 1222745 h 1525773"/>
              <a:gd name="connsiteX6" fmla="*/ 30361 w 1591339"/>
              <a:gd name="connsiteY6" fmla="*/ 1490567 h 1525773"/>
              <a:gd name="connsiteX7" fmla="*/ 1314 w 1591339"/>
              <a:gd name="connsiteY7" fmla="*/ 1525773 h 1525773"/>
              <a:gd name="connsiteX8" fmla="*/ 0 w 1591339"/>
              <a:gd name="connsiteY8" fmla="*/ 1524180 h 1525773"/>
              <a:gd name="connsiteX9" fmla="*/ 81295 w 1591339"/>
              <a:gd name="connsiteY9" fmla="*/ 1425650 h 1525773"/>
              <a:gd name="connsiteX10" fmla="*/ 237460 w 1591339"/>
              <a:gd name="connsiteY10" fmla="*/ 914400 h 1525773"/>
              <a:gd name="connsiteX11" fmla="*/ 81295 w 1591339"/>
              <a:gd name="connsiteY11" fmla="*/ 403150 h 1525773"/>
              <a:gd name="connsiteX12" fmla="*/ 0 w 1591339"/>
              <a:gd name="connsiteY12" fmla="*/ 304620 h 1525773"/>
              <a:gd name="connsiteX13" fmla="*/ 30361 w 1591339"/>
              <a:gd name="connsiteY13" fmla="*/ 267822 h 1525773"/>
              <a:gd name="connsiteX14" fmla="*/ 676939 w 1591339"/>
              <a:gd name="connsiteY14" fmla="*/ 0 h 1525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1339" h="1525773">
                <a:moveTo>
                  <a:pt x="676939" y="0"/>
                </a:moveTo>
                <a:cubicBezTo>
                  <a:pt x="1181948" y="0"/>
                  <a:pt x="1591339" y="409391"/>
                  <a:pt x="1591339" y="914400"/>
                </a:cubicBezTo>
                <a:cubicBezTo>
                  <a:pt x="1591339" y="1103778"/>
                  <a:pt x="1533769" y="1279711"/>
                  <a:pt x="1435174" y="1425650"/>
                </a:cubicBezTo>
                <a:lnTo>
                  <a:pt x="1352565" y="1525773"/>
                </a:lnTo>
                <a:lnTo>
                  <a:pt x="1323517" y="1490567"/>
                </a:lnTo>
                <a:cubicBezTo>
                  <a:pt x="1158044" y="1325093"/>
                  <a:pt x="929444" y="1222745"/>
                  <a:pt x="676939" y="1222745"/>
                </a:cubicBezTo>
                <a:cubicBezTo>
                  <a:pt x="424435" y="1222745"/>
                  <a:pt x="195835" y="1325093"/>
                  <a:pt x="30361" y="1490567"/>
                </a:cubicBezTo>
                <a:lnTo>
                  <a:pt x="1314" y="1525773"/>
                </a:lnTo>
                <a:lnTo>
                  <a:pt x="0" y="1524180"/>
                </a:lnTo>
                <a:lnTo>
                  <a:pt x="81295" y="1425650"/>
                </a:lnTo>
                <a:cubicBezTo>
                  <a:pt x="179890" y="1279711"/>
                  <a:pt x="237460" y="1103778"/>
                  <a:pt x="237460" y="914400"/>
                </a:cubicBezTo>
                <a:cubicBezTo>
                  <a:pt x="237460" y="725021"/>
                  <a:pt x="179890" y="549089"/>
                  <a:pt x="81295" y="403150"/>
                </a:cubicBezTo>
                <a:lnTo>
                  <a:pt x="0" y="304620"/>
                </a:lnTo>
                <a:lnTo>
                  <a:pt x="30361" y="267822"/>
                </a:lnTo>
                <a:cubicBezTo>
                  <a:pt x="195835" y="102348"/>
                  <a:pt x="424435" y="0"/>
                  <a:pt x="676939" y="0"/>
                </a:cubicBezTo>
                <a:close/>
              </a:path>
            </a:pathLst>
          </a:custGeom>
          <a:solidFill>
            <a:schemeClr val="accent6"/>
          </a:solidFill>
          <a:ln w="38100">
            <a:solidFill>
              <a:schemeClr val="bg1"/>
            </a:solidFill>
          </a:ln>
          <a:effectLst>
            <a:innerShdw blurRad="63500" dist="50800" dir="81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endParaRPr>
          </a:p>
        </p:txBody>
      </p:sp>
      <p:sp>
        <p:nvSpPr>
          <p:cNvPr id="17" name="Freeform 16"/>
          <p:cNvSpPr/>
          <p:nvPr/>
        </p:nvSpPr>
        <p:spPr>
          <a:xfrm>
            <a:off x="4504660" y="3887404"/>
            <a:ext cx="1591340" cy="1525772"/>
          </a:xfrm>
          <a:custGeom>
            <a:avLst/>
            <a:gdLst>
              <a:gd name="connsiteX0" fmla="*/ 238774 w 1591340"/>
              <a:gd name="connsiteY0" fmla="*/ 0 h 1525772"/>
              <a:gd name="connsiteX1" fmla="*/ 267822 w 1591340"/>
              <a:gd name="connsiteY1" fmla="*/ 35205 h 1525772"/>
              <a:gd name="connsiteX2" fmla="*/ 914400 w 1591340"/>
              <a:gd name="connsiteY2" fmla="*/ 303027 h 1525772"/>
              <a:gd name="connsiteX3" fmla="*/ 1560978 w 1591340"/>
              <a:gd name="connsiteY3" fmla="*/ 35205 h 1525772"/>
              <a:gd name="connsiteX4" fmla="*/ 1590026 w 1591340"/>
              <a:gd name="connsiteY4" fmla="*/ 0 h 1525772"/>
              <a:gd name="connsiteX5" fmla="*/ 1591340 w 1591340"/>
              <a:gd name="connsiteY5" fmla="*/ 1592 h 1525772"/>
              <a:gd name="connsiteX6" fmla="*/ 1510044 w 1591340"/>
              <a:gd name="connsiteY6" fmla="*/ 100122 h 1525772"/>
              <a:gd name="connsiteX7" fmla="*/ 1353879 w 1591340"/>
              <a:gd name="connsiteY7" fmla="*/ 611372 h 1525772"/>
              <a:gd name="connsiteX8" fmla="*/ 1510044 w 1591340"/>
              <a:gd name="connsiteY8" fmla="*/ 1122622 h 1525772"/>
              <a:gd name="connsiteX9" fmla="*/ 1591340 w 1591340"/>
              <a:gd name="connsiteY9" fmla="*/ 1221152 h 1525772"/>
              <a:gd name="connsiteX10" fmla="*/ 1560978 w 1591340"/>
              <a:gd name="connsiteY10" fmla="*/ 1257950 h 1525772"/>
              <a:gd name="connsiteX11" fmla="*/ 914400 w 1591340"/>
              <a:gd name="connsiteY11" fmla="*/ 1525772 h 1525772"/>
              <a:gd name="connsiteX12" fmla="*/ 0 w 1591340"/>
              <a:gd name="connsiteY12" fmla="*/ 611372 h 1525772"/>
              <a:gd name="connsiteX13" fmla="*/ 156165 w 1591340"/>
              <a:gd name="connsiteY13" fmla="*/ 100122 h 1525772"/>
              <a:gd name="connsiteX14" fmla="*/ 238774 w 1591340"/>
              <a:gd name="connsiteY14" fmla="*/ 0 h 152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1340" h="1525772">
                <a:moveTo>
                  <a:pt x="238774" y="0"/>
                </a:moveTo>
                <a:lnTo>
                  <a:pt x="267822" y="35205"/>
                </a:lnTo>
                <a:cubicBezTo>
                  <a:pt x="433295" y="200679"/>
                  <a:pt x="661895" y="303027"/>
                  <a:pt x="914400" y="303027"/>
                </a:cubicBezTo>
                <a:cubicBezTo>
                  <a:pt x="1166904" y="303027"/>
                  <a:pt x="1395505" y="200679"/>
                  <a:pt x="1560978" y="35205"/>
                </a:cubicBezTo>
                <a:lnTo>
                  <a:pt x="1590026" y="0"/>
                </a:lnTo>
                <a:lnTo>
                  <a:pt x="1591340" y="1592"/>
                </a:lnTo>
                <a:lnTo>
                  <a:pt x="1510044" y="100122"/>
                </a:lnTo>
                <a:cubicBezTo>
                  <a:pt x="1411450" y="246062"/>
                  <a:pt x="1353879" y="421994"/>
                  <a:pt x="1353879" y="611372"/>
                </a:cubicBezTo>
                <a:cubicBezTo>
                  <a:pt x="1353879" y="800751"/>
                  <a:pt x="1411450" y="976683"/>
                  <a:pt x="1510044" y="1122622"/>
                </a:cubicBezTo>
                <a:lnTo>
                  <a:pt x="1591340" y="1221152"/>
                </a:lnTo>
                <a:lnTo>
                  <a:pt x="1560978" y="1257950"/>
                </a:lnTo>
                <a:cubicBezTo>
                  <a:pt x="1395505" y="1423424"/>
                  <a:pt x="1166904" y="1525772"/>
                  <a:pt x="914400" y="1525772"/>
                </a:cubicBezTo>
                <a:cubicBezTo>
                  <a:pt x="409391" y="1525772"/>
                  <a:pt x="0" y="1116381"/>
                  <a:pt x="0" y="611372"/>
                </a:cubicBezTo>
                <a:cubicBezTo>
                  <a:pt x="0" y="421994"/>
                  <a:pt x="57570" y="246062"/>
                  <a:pt x="156165" y="100122"/>
                </a:cubicBezTo>
                <a:lnTo>
                  <a:pt x="238774" y="0"/>
                </a:lnTo>
                <a:close/>
              </a:path>
            </a:pathLst>
          </a:custGeom>
          <a:solidFill>
            <a:schemeClr val="accent6"/>
          </a:solidFill>
          <a:ln w="38100">
            <a:solidFill>
              <a:schemeClr val="bg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endParaRPr>
          </a:p>
        </p:txBody>
      </p:sp>
      <p:sp>
        <p:nvSpPr>
          <p:cNvPr id="18" name="Freeform 17"/>
          <p:cNvSpPr/>
          <p:nvPr/>
        </p:nvSpPr>
        <p:spPr>
          <a:xfrm>
            <a:off x="6096001" y="3887404"/>
            <a:ext cx="1591339" cy="1525772"/>
          </a:xfrm>
          <a:custGeom>
            <a:avLst/>
            <a:gdLst>
              <a:gd name="connsiteX0" fmla="*/ 1314 w 1591339"/>
              <a:gd name="connsiteY0" fmla="*/ 0 h 1525772"/>
              <a:gd name="connsiteX1" fmla="*/ 30361 w 1591339"/>
              <a:gd name="connsiteY1" fmla="*/ 35205 h 1525772"/>
              <a:gd name="connsiteX2" fmla="*/ 676939 w 1591339"/>
              <a:gd name="connsiteY2" fmla="*/ 303027 h 1525772"/>
              <a:gd name="connsiteX3" fmla="*/ 1323517 w 1591339"/>
              <a:gd name="connsiteY3" fmla="*/ 35205 h 1525772"/>
              <a:gd name="connsiteX4" fmla="*/ 1352565 w 1591339"/>
              <a:gd name="connsiteY4" fmla="*/ 0 h 1525772"/>
              <a:gd name="connsiteX5" fmla="*/ 1435174 w 1591339"/>
              <a:gd name="connsiteY5" fmla="*/ 100122 h 1525772"/>
              <a:gd name="connsiteX6" fmla="*/ 1591339 w 1591339"/>
              <a:gd name="connsiteY6" fmla="*/ 611372 h 1525772"/>
              <a:gd name="connsiteX7" fmla="*/ 676939 w 1591339"/>
              <a:gd name="connsiteY7" fmla="*/ 1525772 h 1525772"/>
              <a:gd name="connsiteX8" fmla="*/ 30361 w 1591339"/>
              <a:gd name="connsiteY8" fmla="*/ 1257950 h 1525772"/>
              <a:gd name="connsiteX9" fmla="*/ 0 w 1591339"/>
              <a:gd name="connsiteY9" fmla="*/ 1221152 h 1525772"/>
              <a:gd name="connsiteX10" fmla="*/ 81295 w 1591339"/>
              <a:gd name="connsiteY10" fmla="*/ 1122622 h 1525772"/>
              <a:gd name="connsiteX11" fmla="*/ 237460 w 1591339"/>
              <a:gd name="connsiteY11" fmla="*/ 611372 h 1525772"/>
              <a:gd name="connsiteX12" fmla="*/ 81295 w 1591339"/>
              <a:gd name="connsiteY12" fmla="*/ 100122 h 1525772"/>
              <a:gd name="connsiteX13" fmla="*/ 0 w 1591339"/>
              <a:gd name="connsiteY13" fmla="*/ 1592 h 1525772"/>
              <a:gd name="connsiteX14" fmla="*/ 1314 w 1591339"/>
              <a:gd name="connsiteY14" fmla="*/ 0 h 152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1339" h="1525772">
                <a:moveTo>
                  <a:pt x="1314" y="0"/>
                </a:moveTo>
                <a:lnTo>
                  <a:pt x="30361" y="35205"/>
                </a:lnTo>
                <a:cubicBezTo>
                  <a:pt x="195835" y="200679"/>
                  <a:pt x="424435" y="303027"/>
                  <a:pt x="676939" y="303027"/>
                </a:cubicBezTo>
                <a:cubicBezTo>
                  <a:pt x="929444" y="303027"/>
                  <a:pt x="1158044" y="200679"/>
                  <a:pt x="1323517" y="35205"/>
                </a:cubicBezTo>
                <a:lnTo>
                  <a:pt x="1352565" y="0"/>
                </a:lnTo>
                <a:lnTo>
                  <a:pt x="1435174" y="100122"/>
                </a:lnTo>
                <a:cubicBezTo>
                  <a:pt x="1533769" y="246062"/>
                  <a:pt x="1591339" y="421994"/>
                  <a:pt x="1591339" y="611372"/>
                </a:cubicBezTo>
                <a:cubicBezTo>
                  <a:pt x="1591339" y="1116381"/>
                  <a:pt x="1181948" y="1525772"/>
                  <a:pt x="676939" y="1525772"/>
                </a:cubicBezTo>
                <a:cubicBezTo>
                  <a:pt x="424435" y="1525772"/>
                  <a:pt x="195835" y="1423424"/>
                  <a:pt x="30361" y="1257950"/>
                </a:cubicBezTo>
                <a:lnTo>
                  <a:pt x="0" y="1221152"/>
                </a:lnTo>
                <a:lnTo>
                  <a:pt x="81295" y="1122622"/>
                </a:lnTo>
                <a:cubicBezTo>
                  <a:pt x="179890" y="976683"/>
                  <a:pt x="237460" y="800751"/>
                  <a:pt x="237460" y="611372"/>
                </a:cubicBezTo>
                <a:cubicBezTo>
                  <a:pt x="237460" y="421994"/>
                  <a:pt x="179890" y="246062"/>
                  <a:pt x="81295" y="100122"/>
                </a:cubicBezTo>
                <a:lnTo>
                  <a:pt x="0" y="1592"/>
                </a:lnTo>
                <a:lnTo>
                  <a:pt x="1314" y="0"/>
                </a:lnTo>
                <a:close/>
              </a:path>
            </a:pathLst>
          </a:custGeom>
          <a:solidFill>
            <a:schemeClr val="tx1">
              <a:lumMod val="65000"/>
              <a:lumOff val="35000"/>
            </a:schemeClr>
          </a:solidFill>
          <a:ln w="38100">
            <a:solidFill>
              <a:schemeClr val="bg1"/>
            </a:soli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endParaRPr>
          </a:p>
        </p:txBody>
      </p:sp>
      <p:sp>
        <p:nvSpPr>
          <p:cNvPr id="4" name="Arc 3"/>
          <p:cNvSpPr/>
          <p:nvPr/>
        </p:nvSpPr>
        <p:spPr>
          <a:xfrm>
            <a:off x="5660333" y="2161244"/>
            <a:ext cx="2271822" cy="2271822"/>
          </a:xfrm>
          <a:prstGeom prst="arc">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Arc 18"/>
          <p:cNvSpPr/>
          <p:nvPr/>
        </p:nvSpPr>
        <p:spPr>
          <a:xfrm flipH="1">
            <a:off x="4259846" y="2161244"/>
            <a:ext cx="2271822" cy="2271822"/>
          </a:xfrm>
          <a:prstGeom prst="arc">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Arc 19"/>
          <p:cNvSpPr/>
          <p:nvPr/>
        </p:nvSpPr>
        <p:spPr>
          <a:xfrm flipV="1">
            <a:off x="5692020" y="3341743"/>
            <a:ext cx="2271822" cy="2271822"/>
          </a:xfrm>
          <a:prstGeom prst="arc">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Arc 20"/>
          <p:cNvSpPr/>
          <p:nvPr/>
        </p:nvSpPr>
        <p:spPr>
          <a:xfrm flipH="1" flipV="1">
            <a:off x="4259846" y="3341743"/>
            <a:ext cx="2271822" cy="2271822"/>
          </a:xfrm>
          <a:prstGeom prst="arc">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7496487" y="238676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4579815" y="238676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7496487" y="5297477"/>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Oval 24"/>
          <p:cNvSpPr/>
          <p:nvPr/>
        </p:nvSpPr>
        <p:spPr>
          <a:xfrm>
            <a:off x="4585035" y="5297477"/>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 name="Straight Connector 6"/>
          <p:cNvCxnSpPr/>
          <p:nvPr/>
        </p:nvCxnSpPr>
        <p:spPr>
          <a:xfrm>
            <a:off x="7639577" y="2417453"/>
            <a:ext cx="64853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7639577" y="5380453"/>
            <a:ext cx="64853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3914372" y="2421315"/>
            <a:ext cx="648530"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3914372" y="5377545"/>
            <a:ext cx="648530"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29" name="TextBox 28"/>
          <p:cNvSpPr txBox="1"/>
          <p:nvPr/>
        </p:nvSpPr>
        <p:spPr>
          <a:xfrm>
            <a:off x="8463453" y="1963482"/>
            <a:ext cx="2852247"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0" name="TextBox 29"/>
          <p:cNvSpPr txBox="1"/>
          <p:nvPr/>
        </p:nvSpPr>
        <p:spPr>
          <a:xfrm>
            <a:off x="8463452" y="4901355"/>
            <a:ext cx="2852247"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1" name="TextBox 30"/>
          <p:cNvSpPr txBox="1"/>
          <p:nvPr/>
        </p:nvSpPr>
        <p:spPr>
          <a:xfrm>
            <a:off x="791236" y="1963481"/>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2" name="TextBox 31"/>
          <p:cNvSpPr txBox="1"/>
          <p:nvPr/>
        </p:nvSpPr>
        <p:spPr>
          <a:xfrm>
            <a:off x="791236" y="4897502"/>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412489645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4607442" y="2254103"/>
            <a:ext cx="2977116" cy="2977116"/>
          </a:xfrm>
          <a:prstGeom prst="ellipse">
            <a:avLst/>
          </a:prstGeom>
          <a:noFill/>
          <a:ln w="127000">
            <a:solidFill>
              <a:schemeClr val="bg1">
                <a:lumMod val="85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4789968" y="2436629"/>
            <a:ext cx="2612065" cy="2612065"/>
          </a:xfrm>
          <a:prstGeom prst="ellipse">
            <a:avLst/>
          </a:prstGeom>
          <a:noFill/>
          <a:ln w="127000">
            <a:solidFill>
              <a:schemeClr val="bg1">
                <a:lumMod val="85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4971288" y="2617949"/>
            <a:ext cx="2249424" cy="2249424"/>
          </a:xfrm>
          <a:prstGeom prst="ellipse">
            <a:avLst/>
          </a:prstGeom>
          <a:noFill/>
          <a:ln w="127000">
            <a:solidFill>
              <a:schemeClr val="bg1">
                <a:lumMod val="85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p:cNvSpPr/>
          <p:nvPr/>
        </p:nvSpPr>
        <p:spPr>
          <a:xfrm>
            <a:off x="5154168" y="2800829"/>
            <a:ext cx="1883664" cy="1883664"/>
          </a:xfrm>
          <a:prstGeom prst="ellipse">
            <a:avLst/>
          </a:prstGeom>
          <a:noFill/>
          <a:ln w="127000" cap="rnd">
            <a:solidFill>
              <a:schemeClr val="bg1">
                <a:lumMod val="85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Arc 17"/>
          <p:cNvSpPr/>
          <p:nvPr/>
        </p:nvSpPr>
        <p:spPr>
          <a:xfrm>
            <a:off x="4607442" y="2254103"/>
            <a:ext cx="2977116" cy="2977116"/>
          </a:xfrm>
          <a:prstGeom prst="arc">
            <a:avLst>
              <a:gd name="adj1" fmla="val 16200000"/>
              <a:gd name="adj2" fmla="val 20886546"/>
            </a:avLst>
          </a:prstGeom>
          <a:noFill/>
          <a:ln w="1270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Arc 18"/>
          <p:cNvSpPr/>
          <p:nvPr/>
        </p:nvSpPr>
        <p:spPr>
          <a:xfrm>
            <a:off x="4789968" y="2436628"/>
            <a:ext cx="2612065" cy="2612065"/>
          </a:xfrm>
          <a:prstGeom prst="arc">
            <a:avLst>
              <a:gd name="adj1" fmla="val 12350273"/>
              <a:gd name="adj2" fmla="val 15240146"/>
            </a:avLst>
          </a:prstGeom>
          <a:noFill/>
          <a:ln w="12700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Arc 19"/>
          <p:cNvSpPr/>
          <p:nvPr/>
        </p:nvSpPr>
        <p:spPr>
          <a:xfrm>
            <a:off x="4971288" y="2617949"/>
            <a:ext cx="2249424" cy="2249424"/>
          </a:xfrm>
          <a:prstGeom prst="arc">
            <a:avLst>
              <a:gd name="adj1" fmla="val 3842578"/>
              <a:gd name="adj2" fmla="val 9752989"/>
            </a:avLst>
          </a:prstGeom>
          <a:noFill/>
          <a:ln w="1270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Arc 20"/>
          <p:cNvSpPr/>
          <p:nvPr/>
        </p:nvSpPr>
        <p:spPr>
          <a:xfrm>
            <a:off x="5154168" y="2800829"/>
            <a:ext cx="1883664" cy="1883664"/>
          </a:xfrm>
          <a:prstGeom prst="arc">
            <a:avLst>
              <a:gd name="adj1" fmla="val 21482739"/>
              <a:gd name="adj2" fmla="val 2573572"/>
            </a:avLst>
          </a:prstGeom>
          <a:noFill/>
          <a:ln w="12700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5304866" y="3357938"/>
            <a:ext cx="1523065" cy="769441"/>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EXCLUSIVE BRAND</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23" name="Straight Connector 22"/>
          <p:cNvCxnSpPr/>
          <p:nvPr/>
        </p:nvCxnSpPr>
        <p:spPr>
          <a:xfrm>
            <a:off x="7687339" y="3455581"/>
            <a:ext cx="914400" cy="0"/>
          </a:xfrm>
          <a:prstGeom prst="line">
            <a:avLst/>
          </a:prstGeom>
          <a:ln w="3175">
            <a:solidFill>
              <a:srgbClr val="7F8C8D"/>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6785344" y="4455042"/>
            <a:ext cx="1371600" cy="0"/>
          </a:xfrm>
          <a:prstGeom prst="line">
            <a:avLst/>
          </a:prstGeom>
          <a:ln w="3175">
            <a:solidFill>
              <a:srgbClr val="7F8C8D"/>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960373" y="3255526"/>
            <a:ext cx="914400" cy="0"/>
          </a:xfrm>
          <a:prstGeom prst="line">
            <a:avLst/>
          </a:prstGeom>
          <a:ln w="3175">
            <a:solidFill>
              <a:srgbClr val="7F8C8D"/>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056888" y="4050183"/>
            <a:ext cx="914400" cy="0"/>
          </a:xfrm>
          <a:prstGeom prst="line">
            <a:avLst/>
          </a:prstGeom>
          <a:ln w="3175">
            <a:solidFill>
              <a:srgbClr val="7F8C8D"/>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4056888" y="4050183"/>
            <a:ext cx="0" cy="326571"/>
          </a:xfrm>
          <a:prstGeom prst="line">
            <a:avLst/>
          </a:prstGeom>
          <a:ln w="3175">
            <a:solidFill>
              <a:srgbClr val="7F8C8D"/>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8733743" y="3001610"/>
            <a:ext cx="2581957"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34%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7" name="TextBox 36"/>
          <p:cNvSpPr txBox="1"/>
          <p:nvPr/>
        </p:nvSpPr>
        <p:spPr>
          <a:xfrm>
            <a:off x="8372236" y="4140752"/>
            <a:ext cx="2581957"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8" name="TextBox 37"/>
          <p:cNvSpPr txBox="1"/>
          <p:nvPr/>
        </p:nvSpPr>
        <p:spPr>
          <a:xfrm>
            <a:off x="918534" y="2834718"/>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20%</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9" name="TextBox 38"/>
          <p:cNvSpPr txBox="1"/>
          <p:nvPr/>
        </p:nvSpPr>
        <p:spPr>
          <a:xfrm>
            <a:off x="1474163" y="4646429"/>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45%</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323623908"/>
      </p:ext>
    </p:extLst>
  </p:cSld>
  <p:clrMapOvr>
    <a:masterClrMapping/>
  </p:clrMapOvr>
  <mc:AlternateContent xmlns:mc="http://schemas.openxmlformats.org/markup-compatibility/2006" xmlns:p14="http://schemas.microsoft.com/office/powerpoint/2010/main">
    <mc:Choice Requires="p14">
      <p:transition spd="slow" p14:dur="2000">
        <p14:ferris dir="l"/>
      </p:transition>
    </mc:Choice>
    <mc:Fallback xmlns="">
      <p:transition spd="slow">
        <p:fade/>
      </p:transition>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97</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8" name="Chart 17"/>
          <p:cNvGraphicFramePr/>
          <p:nvPr>
            <p:extLst>
              <p:ext uri="{D42A27DB-BD31-4B8C-83A1-F6EECF244321}">
                <p14:modId xmlns:p14="http://schemas.microsoft.com/office/powerpoint/2010/main" val="2095502943"/>
              </p:ext>
            </p:extLst>
          </p:nvPr>
        </p:nvGraphicFramePr>
        <p:xfrm>
          <a:off x="4495811" y="2235495"/>
          <a:ext cx="3309407" cy="3197742"/>
        </p:xfrm>
        <a:graphic>
          <a:graphicData uri="http://schemas.openxmlformats.org/drawingml/2006/chart">
            <c:chart xmlns:c="http://schemas.openxmlformats.org/drawingml/2006/chart" xmlns:r="http://schemas.openxmlformats.org/officeDocument/2006/relationships" r:id="rId2"/>
          </a:graphicData>
        </a:graphic>
      </p:graphicFrame>
      <p:sp>
        <p:nvSpPr>
          <p:cNvPr id="19" name="TextBox 18"/>
          <p:cNvSpPr txBox="1"/>
          <p:nvPr/>
        </p:nvSpPr>
        <p:spPr>
          <a:xfrm>
            <a:off x="7805218" y="4339376"/>
            <a:ext cx="27459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48%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TextBox 19"/>
          <p:cNvSpPr txBox="1"/>
          <p:nvPr/>
        </p:nvSpPr>
        <p:spPr>
          <a:xfrm>
            <a:off x="1899465" y="4793346"/>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18%</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1" name="TextBox 20"/>
          <p:cNvSpPr txBox="1"/>
          <p:nvPr/>
        </p:nvSpPr>
        <p:spPr>
          <a:xfrm>
            <a:off x="876300" y="3431435"/>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09%</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2" name="TextBox 21"/>
          <p:cNvSpPr txBox="1"/>
          <p:nvPr/>
        </p:nvSpPr>
        <p:spPr>
          <a:xfrm>
            <a:off x="1899464" y="1993854"/>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24%</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3" name="TextBox 22"/>
          <p:cNvSpPr txBox="1"/>
          <p:nvPr/>
        </p:nvSpPr>
        <p:spPr>
          <a:xfrm>
            <a:off x="7888599" y="1714500"/>
            <a:ext cx="3510481" cy="1477328"/>
          </a:xfrm>
          <a:prstGeom prst="rect">
            <a:avLst/>
          </a:prstGeom>
          <a:noFill/>
        </p:spPr>
        <p:txBody>
          <a:bodyPr wrap="square" rtlCol="0">
            <a:spAutoFit/>
          </a:bodyPr>
          <a:lstStyle/>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CHART </a:t>
            </a:r>
          </a:p>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CONCLUSION</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spTree>
    <p:extLst>
      <p:ext uri="{BB962C8B-B14F-4D97-AF65-F5344CB8AC3E}">
        <p14:creationId xmlns:p14="http://schemas.microsoft.com/office/powerpoint/2010/main" val="385211770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98</a:t>
            </a:r>
          </a:p>
        </p:txBody>
      </p:sp>
      <p:sp>
        <p:nvSpPr>
          <p:cNvPr id="14" name="TextBox 13"/>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15" name="TextBox 14"/>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6" name="Rectangle 15"/>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4" name="Chart 3"/>
          <p:cNvGraphicFramePr/>
          <p:nvPr>
            <p:extLst>
              <p:ext uri="{D42A27DB-BD31-4B8C-83A1-F6EECF244321}">
                <p14:modId xmlns:p14="http://schemas.microsoft.com/office/powerpoint/2010/main" val="2885707243"/>
              </p:ext>
            </p:extLst>
          </p:nvPr>
        </p:nvGraphicFramePr>
        <p:xfrm>
          <a:off x="876300" y="1949400"/>
          <a:ext cx="4438798" cy="2959199"/>
        </p:xfrm>
        <a:graphic>
          <a:graphicData uri="http://schemas.openxmlformats.org/drawingml/2006/chart">
            <c:chart xmlns:c="http://schemas.openxmlformats.org/drawingml/2006/chart" xmlns:r="http://schemas.openxmlformats.org/officeDocument/2006/relationships" r:id="rId2"/>
          </a:graphicData>
        </a:graphic>
      </p:graphicFrame>
      <p:sp>
        <p:nvSpPr>
          <p:cNvPr id="17" name="TextBox 16"/>
          <p:cNvSpPr txBox="1"/>
          <p:nvPr/>
        </p:nvSpPr>
        <p:spPr>
          <a:xfrm>
            <a:off x="949053" y="5283292"/>
            <a:ext cx="4415016" cy="7694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NEW</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5" name="Oval 4"/>
          <p:cNvSpPr/>
          <p:nvPr/>
        </p:nvSpPr>
        <p:spPr>
          <a:xfrm>
            <a:off x="1392867" y="4415171"/>
            <a:ext cx="603398" cy="603398"/>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8" name="Oval 17"/>
          <p:cNvSpPr/>
          <p:nvPr/>
        </p:nvSpPr>
        <p:spPr>
          <a:xfrm>
            <a:off x="2392327" y="4415171"/>
            <a:ext cx="603398" cy="603398"/>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9" name="Oval 18"/>
          <p:cNvSpPr/>
          <p:nvPr/>
        </p:nvSpPr>
        <p:spPr>
          <a:xfrm>
            <a:off x="3391787" y="4415171"/>
            <a:ext cx="603398" cy="603398"/>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0" name="Oval 19"/>
          <p:cNvSpPr/>
          <p:nvPr/>
        </p:nvSpPr>
        <p:spPr>
          <a:xfrm>
            <a:off x="4391247" y="4415171"/>
            <a:ext cx="603398" cy="603398"/>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graphicFrame>
        <p:nvGraphicFramePr>
          <p:cNvPr id="22" name="Chart 21"/>
          <p:cNvGraphicFramePr/>
          <p:nvPr>
            <p:extLst>
              <p:ext uri="{D42A27DB-BD31-4B8C-83A1-F6EECF244321}">
                <p14:modId xmlns:p14="http://schemas.microsoft.com/office/powerpoint/2010/main" val="3846687256"/>
              </p:ext>
            </p:extLst>
          </p:nvPr>
        </p:nvGraphicFramePr>
        <p:xfrm>
          <a:off x="6827931" y="1949400"/>
          <a:ext cx="4438798" cy="2959199"/>
        </p:xfrm>
        <a:graphic>
          <a:graphicData uri="http://schemas.openxmlformats.org/drawingml/2006/chart">
            <c:chart xmlns:c="http://schemas.openxmlformats.org/drawingml/2006/chart" xmlns:r="http://schemas.openxmlformats.org/officeDocument/2006/relationships" r:id="rId3"/>
          </a:graphicData>
        </a:graphic>
      </p:graphicFrame>
      <p:sp>
        <p:nvSpPr>
          <p:cNvPr id="23" name="TextBox 22"/>
          <p:cNvSpPr txBox="1"/>
          <p:nvPr/>
        </p:nvSpPr>
        <p:spPr>
          <a:xfrm>
            <a:off x="6900684" y="5283292"/>
            <a:ext cx="4415016"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4" name="Oval 23"/>
          <p:cNvSpPr/>
          <p:nvPr/>
        </p:nvSpPr>
        <p:spPr>
          <a:xfrm>
            <a:off x="7344498" y="4415171"/>
            <a:ext cx="603398" cy="603398"/>
          </a:xfrm>
          <a:prstGeom prst="ellipse">
            <a:avLst/>
          </a:prstGeom>
          <a:solidFill>
            <a:schemeClr val="bg1"/>
          </a:solid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5" name="Oval 24"/>
          <p:cNvSpPr/>
          <p:nvPr/>
        </p:nvSpPr>
        <p:spPr>
          <a:xfrm>
            <a:off x="8343958" y="4415171"/>
            <a:ext cx="603398" cy="603398"/>
          </a:xfrm>
          <a:prstGeom prst="ellipse">
            <a:avLst/>
          </a:prstGeom>
          <a:solidFill>
            <a:schemeClr val="bg1"/>
          </a:solid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6" name="Oval 25"/>
          <p:cNvSpPr/>
          <p:nvPr/>
        </p:nvSpPr>
        <p:spPr>
          <a:xfrm>
            <a:off x="9343418" y="4415171"/>
            <a:ext cx="603398" cy="603398"/>
          </a:xfrm>
          <a:prstGeom prst="ellipse">
            <a:avLst/>
          </a:prstGeom>
          <a:solidFill>
            <a:schemeClr val="bg1"/>
          </a:solid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7" name="Oval 26"/>
          <p:cNvSpPr/>
          <p:nvPr/>
        </p:nvSpPr>
        <p:spPr>
          <a:xfrm>
            <a:off x="10342878" y="4415171"/>
            <a:ext cx="603398" cy="603398"/>
          </a:xfrm>
          <a:prstGeom prst="ellipse">
            <a:avLst/>
          </a:prstGeom>
          <a:solidFill>
            <a:schemeClr val="bg1"/>
          </a:solid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Tree>
    <p:extLst>
      <p:ext uri="{BB962C8B-B14F-4D97-AF65-F5344CB8AC3E}">
        <p14:creationId xmlns:p14="http://schemas.microsoft.com/office/powerpoint/2010/main" val="168448709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4">
                                            <p:graphicEl>
                                              <a:chart seriesIdx="-3" categoryIdx="-3" bldStep="gridLegend"/>
                                            </p:graphicEl>
                                          </p:spTgt>
                                        </p:tgtEl>
                                        <p:attrNameLst>
                                          <p:attrName>style.visibility</p:attrName>
                                        </p:attrNameLst>
                                      </p:cBhvr>
                                      <p:to>
                                        <p:strVal val="visible"/>
                                      </p:to>
                                    </p:set>
                                    <p:animEffect transition="in" filter="wipe(down)">
                                      <p:cBhvr>
                                        <p:cTn id="7" dur="500"/>
                                        <p:tgtEl>
                                          <p:spTgt spid="4">
                                            <p:graphicEl>
                                              <a:chart seriesIdx="-3" categoryIdx="-3" bldStep="gridLegend"/>
                                            </p:graphicEl>
                                          </p:spTgt>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
                                            <p:graphicEl>
                                              <a:chart seriesIdx="-4" categoryIdx="0" bldStep="category"/>
                                            </p:graphicEl>
                                          </p:spTgt>
                                        </p:tgtEl>
                                        <p:attrNameLst>
                                          <p:attrName>style.visibility</p:attrName>
                                        </p:attrNameLst>
                                      </p:cBhvr>
                                      <p:to>
                                        <p:strVal val="visible"/>
                                      </p:to>
                                    </p:set>
                                    <p:animEffect transition="in" filter="wipe(down)">
                                      <p:cBhvr>
                                        <p:cTn id="11" dur="500"/>
                                        <p:tgtEl>
                                          <p:spTgt spid="4">
                                            <p:graphicEl>
                                              <a:chart seriesIdx="-4" categoryIdx="0" bldStep="category"/>
                                            </p:graphicEl>
                                          </p:spTgt>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4">
                                            <p:graphicEl>
                                              <a:chart seriesIdx="-4" categoryIdx="1" bldStep="category"/>
                                            </p:graphicEl>
                                          </p:spTgt>
                                        </p:tgtEl>
                                        <p:attrNameLst>
                                          <p:attrName>style.visibility</p:attrName>
                                        </p:attrNameLst>
                                      </p:cBhvr>
                                      <p:to>
                                        <p:strVal val="visible"/>
                                      </p:to>
                                    </p:set>
                                    <p:animEffect transition="in" filter="wipe(down)">
                                      <p:cBhvr>
                                        <p:cTn id="15" dur="500"/>
                                        <p:tgtEl>
                                          <p:spTgt spid="4">
                                            <p:graphicEl>
                                              <a:chart seriesIdx="-4" categoryIdx="1" bldStep="category"/>
                                            </p:graphicEl>
                                          </p:spTgt>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4">
                                            <p:graphicEl>
                                              <a:chart seriesIdx="-4" categoryIdx="2" bldStep="category"/>
                                            </p:graphicEl>
                                          </p:spTgt>
                                        </p:tgtEl>
                                        <p:attrNameLst>
                                          <p:attrName>style.visibility</p:attrName>
                                        </p:attrNameLst>
                                      </p:cBhvr>
                                      <p:to>
                                        <p:strVal val="visible"/>
                                      </p:to>
                                    </p:set>
                                    <p:animEffect transition="in" filter="wipe(down)">
                                      <p:cBhvr>
                                        <p:cTn id="19" dur="500"/>
                                        <p:tgtEl>
                                          <p:spTgt spid="4">
                                            <p:graphicEl>
                                              <a:chart seriesIdx="-4" categoryIdx="2" bldStep="category"/>
                                            </p:graphicEl>
                                          </p:spTgt>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4">
                                            <p:graphicEl>
                                              <a:chart seriesIdx="-4" categoryIdx="3" bldStep="category"/>
                                            </p:graphicEl>
                                          </p:spTgt>
                                        </p:tgtEl>
                                        <p:attrNameLst>
                                          <p:attrName>style.visibility</p:attrName>
                                        </p:attrNameLst>
                                      </p:cBhvr>
                                      <p:to>
                                        <p:strVal val="visible"/>
                                      </p:to>
                                    </p:set>
                                    <p:animEffect transition="in" filter="wipe(down)">
                                      <p:cBhvr>
                                        <p:cTn id="23" dur="500"/>
                                        <p:tgtEl>
                                          <p:spTgt spid="4">
                                            <p:graphicEl>
                                              <a:chart seriesIdx="-4" categoryIdx="3" bldStep="category"/>
                                            </p:graphicEl>
                                          </p:spTgt>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22">
                                            <p:graphicEl>
                                              <a:chart seriesIdx="-3" categoryIdx="-3" bldStep="gridLegend"/>
                                            </p:graphicEl>
                                          </p:spTgt>
                                        </p:tgtEl>
                                        <p:attrNameLst>
                                          <p:attrName>style.visibility</p:attrName>
                                        </p:attrNameLst>
                                      </p:cBhvr>
                                      <p:to>
                                        <p:strVal val="visible"/>
                                      </p:to>
                                    </p:set>
                                    <p:animEffect transition="in" filter="wipe(down)">
                                      <p:cBhvr>
                                        <p:cTn id="27" dur="500"/>
                                        <p:tgtEl>
                                          <p:spTgt spid="22">
                                            <p:graphicEl>
                                              <a:chart seriesIdx="-3" categoryIdx="-3" bldStep="gridLegend"/>
                                            </p:graphicEl>
                                          </p:spTgt>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22">
                                            <p:graphicEl>
                                              <a:chart seriesIdx="-4" categoryIdx="0" bldStep="category"/>
                                            </p:graphicEl>
                                          </p:spTgt>
                                        </p:tgtEl>
                                        <p:attrNameLst>
                                          <p:attrName>style.visibility</p:attrName>
                                        </p:attrNameLst>
                                      </p:cBhvr>
                                      <p:to>
                                        <p:strVal val="visible"/>
                                      </p:to>
                                    </p:set>
                                    <p:animEffect transition="in" filter="wipe(down)">
                                      <p:cBhvr>
                                        <p:cTn id="31" dur="500"/>
                                        <p:tgtEl>
                                          <p:spTgt spid="22">
                                            <p:graphicEl>
                                              <a:chart seriesIdx="-4" categoryIdx="0" bldStep="category"/>
                                            </p:graphicEl>
                                          </p:spTgt>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22">
                                            <p:graphicEl>
                                              <a:chart seriesIdx="-4" categoryIdx="1" bldStep="category"/>
                                            </p:graphicEl>
                                          </p:spTgt>
                                        </p:tgtEl>
                                        <p:attrNameLst>
                                          <p:attrName>style.visibility</p:attrName>
                                        </p:attrNameLst>
                                      </p:cBhvr>
                                      <p:to>
                                        <p:strVal val="visible"/>
                                      </p:to>
                                    </p:set>
                                    <p:animEffect transition="in" filter="wipe(down)">
                                      <p:cBhvr>
                                        <p:cTn id="35" dur="500"/>
                                        <p:tgtEl>
                                          <p:spTgt spid="22">
                                            <p:graphicEl>
                                              <a:chart seriesIdx="-4" categoryIdx="1" bldStep="category"/>
                                            </p:graphicEl>
                                          </p:spTgt>
                                        </p:tgtEl>
                                      </p:cBhvr>
                                    </p:animEffect>
                                  </p:childTnLst>
                                </p:cTn>
                              </p:par>
                            </p:childTnLst>
                          </p:cTn>
                        </p:par>
                        <p:par>
                          <p:cTn id="36" fill="hold">
                            <p:stCondLst>
                              <p:cond delay="4000"/>
                            </p:stCondLst>
                            <p:childTnLst>
                              <p:par>
                                <p:cTn id="37" presetID="22" presetClass="entr" presetSubtype="4" fill="hold" grpId="0" nodeType="afterEffect">
                                  <p:stCondLst>
                                    <p:cond delay="0"/>
                                  </p:stCondLst>
                                  <p:childTnLst>
                                    <p:set>
                                      <p:cBhvr>
                                        <p:cTn id="38" dur="1" fill="hold">
                                          <p:stCondLst>
                                            <p:cond delay="0"/>
                                          </p:stCondLst>
                                        </p:cTn>
                                        <p:tgtEl>
                                          <p:spTgt spid="22">
                                            <p:graphicEl>
                                              <a:chart seriesIdx="-4" categoryIdx="2" bldStep="category"/>
                                            </p:graphicEl>
                                          </p:spTgt>
                                        </p:tgtEl>
                                        <p:attrNameLst>
                                          <p:attrName>style.visibility</p:attrName>
                                        </p:attrNameLst>
                                      </p:cBhvr>
                                      <p:to>
                                        <p:strVal val="visible"/>
                                      </p:to>
                                    </p:set>
                                    <p:animEffect transition="in" filter="wipe(down)">
                                      <p:cBhvr>
                                        <p:cTn id="39" dur="500"/>
                                        <p:tgtEl>
                                          <p:spTgt spid="22">
                                            <p:graphicEl>
                                              <a:chart seriesIdx="-4" categoryIdx="2" bldStep="category"/>
                                            </p:graphicEl>
                                          </p:spTgt>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22">
                                            <p:graphicEl>
                                              <a:chart seriesIdx="-4" categoryIdx="3" bldStep="category"/>
                                            </p:graphicEl>
                                          </p:spTgt>
                                        </p:tgtEl>
                                        <p:attrNameLst>
                                          <p:attrName>style.visibility</p:attrName>
                                        </p:attrNameLst>
                                      </p:cBhvr>
                                      <p:to>
                                        <p:strVal val="visible"/>
                                      </p:to>
                                    </p:set>
                                    <p:animEffect transition="in" filter="wipe(down)">
                                      <p:cBhvr>
                                        <p:cTn id="43" dur="500"/>
                                        <p:tgtEl>
                                          <p:spTgt spid="22">
                                            <p:graphicEl>
                                              <a:chart seriesIdx="-4" categoryIdx="3" bldStep="category"/>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Sub>
          <a:bldChart bld="category"/>
        </p:bldSub>
      </p:bldGraphic>
      <p:bldGraphic spid="22" grpId="0">
        <p:bldSub>
          <a:bldChart bld="category"/>
        </p:bldSub>
      </p:bldGraphic>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99</a:t>
            </a:r>
          </a:p>
        </p:txBody>
      </p:sp>
      <p:sp>
        <p:nvSpPr>
          <p:cNvPr id="14" name="TextBox 13"/>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15" name="TextBox 14"/>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6" name="Rectangle 15"/>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1" name="Chart 10"/>
          <p:cNvGraphicFramePr/>
          <p:nvPr>
            <p:extLst>
              <p:ext uri="{D42A27DB-BD31-4B8C-83A1-F6EECF244321}">
                <p14:modId xmlns:p14="http://schemas.microsoft.com/office/powerpoint/2010/main" val="2162102481"/>
              </p:ext>
            </p:extLst>
          </p:nvPr>
        </p:nvGraphicFramePr>
        <p:xfrm>
          <a:off x="876300" y="1714500"/>
          <a:ext cx="5181600" cy="2280685"/>
        </p:xfrm>
        <a:graphic>
          <a:graphicData uri="http://schemas.openxmlformats.org/drawingml/2006/chart">
            <c:chart xmlns:c="http://schemas.openxmlformats.org/drawingml/2006/chart" xmlns:r="http://schemas.openxmlformats.org/officeDocument/2006/relationships" r:id="rId2"/>
          </a:graphicData>
        </a:graphic>
      </p:graphicFrame>
      <p:sp>
        <p:nvSpPr>
          <p:cNvPr id="12" name="extBox 3"/>
          <p:cNvSpPr txBox="1"/>
          <p:nvPr/>
        </p:nvSpPr>
        <p:spPr>
          <a:xfrm>
            <a:off x="6472669" y="1727791"/>
            <a:ext cx="4843031" cy="1000274"/>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13" name="Folded Corner 12"/>
          <p:cNvSpPr/>
          <p:nvPr/>
        </p:nvSpPr>
        <p:spPr>
          <a:xfrm>
            <a:off x="876300" y="3457808"/>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
        <p:nvSpPr>
          <p:cNvPr id="17" name="Oval 16"/>
          <p:cNvSpPr/>
          <p:nvPr/>
        </p:nvSpPr>
        <p:spPr>
          <a:xfrm>
            <a:off x="6602366" y="3965513"/>
            <a:ext cx="648586" cy="6485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TextBox 17"/>
          <p:cNvSpPr txBox="1"/>
          <p:nvPr/>
        </p:nvSpPr>
        <p:spPr>
          <a:xfrm>
            <a:off x="7322006" y="4035890"/>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9" name="Oval 18"/>
          <p:cNvSpPr/>
          <p:nvPr/>
        </p:nvSpPr>
        <p:spPr>
          <a:xfrm>
            <a:off x="9348224" y="3965513"/>
            <a:ext cx="648586" cy="64858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0" name="TextBox 19"/>
          <p:cNvSpPr txBox="1"/>
          <p:nvPr/>
        </p:nvSpPr>
        <p:spPr>
          <a:xfrm>
            <a:off x="10067864" y="4035890"/>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1" name="Oval 20"/>
          <p:cNvSpPr/>
          <p:nvPr/>
        </p:nvSpPr>
        <p:spPr>
          <a:xfrm>
            <a:off x="6602366" y="4944307"/>
            <a:ext cx="648586" cy="64858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2" name="TextBox 21"/>
          <p:cNvSpPr txBox="1"/>
          <p:nvPr/>
        </p:nvSpPr>
        <p:spPr>
          <a:xfrm>
            <a:off x="7322006" y="5014684"/>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FULL OPTIONS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3" name="Oval 22"/>
          <p:cNvSpPr/>
          <p:nvPr/>
        </p:nvSpPr>
        <p:spPr>
          <a:xfrm>
            <a:off x="9348224" y="4944307"/>
            <a:ext cx="648586" cy="6485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4" name="TextBox 23"/>
          <p:cNvSpPr txBox="1"/>
          <p:nvPr/>
        </p:nvSpPr>
        <p:spPr>
          <a:xfrm>
            <a:off x="10067864" y="5014684"/>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FORUM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5" name="Oval 24"/>
          <p:cNvSpPr/>
          <p:nvPr/>
        </p:nvSpPr>
        <p:spPr>
          <a:xfrm>
            <a:off x="3390971" y="2335712"/>
            <a:ext cx="374904" cy="37490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bg1"/>
                </a:solidFill>
                <a:latin typeface="FontAwesome" pitchFamily="2" charset="0"/>
              </a:rPr>
              <a:t></a:t>
            </a:r>
            <a:endParaRPr lang="en-US" sz="1300">
              <a:solidFill>
                <a:schemeClr val="bg1"/>
              </a:solidFill>
            </a:endParaRPr>
          </a:p>
        </p:txBody>
      </p:sp>
      <p:sp>
        <p:nvSpPr>
          <p:cNvPr id="26" name="Oval 25"/>
          <p:cNvSpPr/>
          <p:nvPr/>
        </p:nvSpPr>
        <p:spPr>
          <a:xfrm>
            <a:off x="4946291" y="2011419"/>
            <a:ext cx="374904" cy="37490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bg1"/>
                </a:solidFill>
                <a:latin typeface="FontAwesome" pitchFamily="2" charset="0"/>
              </a:rPr>
              <a:t></a:t>
            </a:r>
            <a:endParaRPr lang="en-US" sz="1300">
              <a:solidFill>
                <a:schemeClr val="bg1"/>
              </a:solidFill>
            </a:endParaRPr>
          </a:p>
        </p:txBody>
      </p:sp>
      <p:sp>
        <p:nvSpPr>
          <p:cNvPr id="27" name="Oval 26"/>
          <p:cNvSpPr/>
          <p:nvPr/>
        </p:nvSpPr>
        <p:spPr>
          <a:xfrm>
            <a:off x="2484237" y="2904919"/>
            <a:ext cx="374904" cy="37490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bg1"/>
                </a:solidFill>
                <a:latin typeface="FontAwesome" pitchFamily="2" charset="0"/>
              </a:rPr>
              <a:t></a:t>
            </a:r>
            <a:endParaRPr lang="en-US" sz="1300">
              <a:solidFill>
                <a:schemeClr val="bg1"/>
              </a:solidFill>
            </a:endParaRPr>
          </a:p>
        </p:txBody>
      </p:sp>
      <p:sp>
        <p:nvSpPr>
          <p:cNvPr id="28" name="Oval 27"/>
          <p:cNvSpPr/>
          <p:nvPr/>
        </p:nvSpPr>
        <p:spPr>
          <a:xfrm>
            <a:off x="1207638" y="2678666"/>
            <a:ext cx="374904" cy="37490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bg1"/>
                </a:solidFill>
                <a:latin typeface="FontAwesome" pitchFamily="2" charset="0"/>
              </a:rPr>
              <a:t></a:t>
            </a:r>
            <a:endParaRPr lang="en-US" sz="1300">
              <a:solidFill>
                <a:schemeClr val="bg1"/>
              </a:solidFill>
            </a:endParaRPr>
          </a:p>
        </p:txBody>
      </p:sp>
      <p:sp>
        <p:nvSpPr>
          <p:cNvPr id="29" name="extBox 3"/>
          <p:cNvSpPr txBox="1"/>
          <p:nvPr/>
        </p:nvSpPr>
        <p:spPr>
          <a:xfrm>
            <a:off x="876300" y="4765637"/>
            <a:ext cx="5219700" cy="1000274"/>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4088146289"/>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1">
                                            <p:graphicEl>
                                              <a:chart seriesIdx="-3" categoryIdx="-3" bldStep="gridLegend"/>
                                            </p:graphicEl>
                                          </p:spTgt>
                                        </p:tgtEl>
                                        <p:attrNameLst>
                                          <p:attrName>style.visibility</p:attrName>
                                        </p:attrNameLst>
                                      </p:cBhvr>
                                      <p:to>
                                        <p:strVal val="visible"/>
                                      </p:to>
                                    </p:set>
                                    <p:animEffect transition="in" filter="wipe(left)">
                                      <p:cBhvr>
                                        <p:cTn id="7" dur="500"/>
                                        <p:tgtEl>
                                          <p:spTgt spid="11">
                                            <p:graphicEl>
                                              <a:chart seriesIdx="-3" categoryIdx="-3" bldStep="gridLegend"/>
                                            </p:graphicEl>
                                          </p:spTgt>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1">
                                            <p:graphicEl>
                                              <a:chart seriesIdx="0" categoryIdx="-4" bldStep="series"/>
                                            </p:graphicEl>
                                          </p:spTgt>
                                        </p:tgtEl>
                                        <p:attrNameLst>
                                          <p:attrName>style.visibility</p:attrName>
                                        </p:attrNameLst>
                                      </p:cBhvr>
                                      <p:to>
                                        <p:strVal val="visible"/>
                                      </p:to>
                                    </p:set>
                                    <p:animEffect transition="in" filter="wipe(left)">
                                      <p:cBhvr>
                                        <p:cTn id="11" dur="500"/>
                                        <p:tgtEl>
                                          <p:spTgt spid="11">
                                            <p:graphicEl>
                                              <a:chart seriesIdx="0" categoryIdx="-4" bldStep="series"/>
                                            </p:graphic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8"/>
                                        </p:tgtEl>
                                        <p:attrNameLst>
                                          <p:attrName>style.visibility</p:attrName>
                                        </p:attrNameLst>
                                      </p:cBhvr>
                                      <p:to>
                                        <p:strVal val="visible"/>
                                      </p:to>
                                    </p:set>
                                    <p:animEffect transition="in" filter="fade">
                                      <p:cBhvr>
                                        <p:cTn id="15" dur="500"/>
                                        <p:tgtEl>
                                          <p:spTgt spid="28"/>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fade">
                                      <p:cBhvr>
                                        <p:cTn id="19" dur="500"/>
                                        <p:tgtEl>
                                          <p:spTgt spid="27"/>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500"/>
                                        <p:tgtEl>
                                          <p:spTgt spid="25"/>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1" grpId="0">
        <p:bldSub>
          <a:bldChart bld="series"/>
        </p:bldSub>
      </p:bldGraphic>
      <p:bldP spid="25" grpId="0" animBg="1"/>
      <p:bldP spid="26" grpId="0" animBg="1"/>
      <p:bldP spid="27" grpId="0" animBg="1"/>
      <p:bldP spid="28"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100</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5"/>
          <p:cNvSpPr>
            <a:spLocks/>
          </p:cNvSpPr>
          <p:nvPr/>
        </p:nvSpPr>
        <p:spPr bwMode="auto">
          <a:xfrm>
            <a:off x="1244446" y="4137549"/>
            <a:ext cx="2738561" cy="778474"/>
          </a:xfrm>
          <a:custGeom>
            <a:avLst/>
            <a:gdLst>
              <a:gd name="T0" fmla="*/ 1166 w 2364"/>
              <a:gd name="T1" fmla="*/ 0 h 672"/>
              <a:gd name="T2" fmla="*/ 0 w 2364"/>
              <a:gd name="T3" fmla="*/ 246 h 672"/>
              <a:gd name="T4" fmla="*/ 1182 w 2364"/>
              <a:gd name="T5" fmla="*/ 672 h 672"/>
              <a:gd name="T6" fmla="*/ 2364 w 2364"/>
              <a:gd name="T7" fmla="*/ 246 h 672"/>
              <a:gd name="T8" fmla="*/ 1166 w 2364"/>
              <a:gd name="T9" fmla="*/ 0 h 672"/>
            </a:gdLst>
            <a:ahLst/>
            <a:cxnLst>
              <a:cxn ang="0">
                <a:pos x="T0" y="T1"/>
              </a:cxn>
              <a:cxn ang="0">
                <a:pos x="T2" y="T3"/>
              </a:cxn>
              <a:cxn ang="0">
                <a:pos x="T4" y="T5"/>
              </a:cxn>
              <a:cxn ang="0">
                <a:pos x="T6" y="T7"/>
              </a:cxn>
              <a:cxn ang="0">
                <a:pos x="T8" y="T9"/>
              </a:cxn>
            </a:cxnLst>
            <a:rect l="0" t="0" r="r" b="b"/>
            <a:pathLst>
              <a:path w="2364" h="672">
                <a:moveTo>
                  <a:pt x="1166" y="0"/>
                </a:moveTo>
                <a:lnTo>
                  <a:pt x="0" y="246"/>
                </a:lnTo>
                <a:lnTo>
                  <a:pt x="1182" y="672"/>
                </a:lnTo>
                <a:lnTo>
                  <a:pt x="2364" y="246"/>
                </a:lnTo>
                <a:lnTo>
                  <a:pt x="1166"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6" name="Freeform 6"/>
          <p:cNvSpPr>
            <a:spLocks/>
          </p:cNvSpPr>
          <p:nvPr/>
        </p:nvSpPr>
        <p:spPr bwMode="auto">
          <a:xfrm>
            <a:off x="1612831" y="3377610"/>
            <a:ext cx="2002949" cy="764573"/>
          </a:xfrm>
          <a:custGeom>
            <a:avLst/>
            <a:gdLst>
              <a:gd name="T0" fmla="*/ 864 w 1729"/>
              <a:gd name="T1" fmla="*/ 0 h 660"/>
              <a:gd name="T2" fmla="*/ 0 w 1729"/>
              <a:gd name="T3" fmla="*/ 351 h 660"/>
              <a:gd name="T4" fmla="*/ 864 w 1729"/>
              <a:gd name="T5" fmla="*/ 660 h 660"/>
              <a:gd name="T6" fmla="*/ 1729 w 1729"/>
              <a:gd name="T7" fmla="*/ 351 h 660"/>
              <a:gd name="T8" fmla="*/ 864 w 1729"/>
              <a:gd name="T9" fmla="*/ 0 h 660"/>
            </a:gdLst>
            <a:ahLst/>
            <a:cxnLst>
              <a:cxn ang="0">
                <a:pos x="T0" y="T1"/>
              </a:cxn>
              <a:cxn ang="0">
                <a:pos x="T2" y="T3"/>
              </a:cxn>
              <a:cxn ang="0">
                <a:pos x="T4" y="T5"/>
              </a:cxn>
              <a:cxn ang="0">
                <a:pos x="T6" y="T7"/>
              </a:cxn>
              <a:cxn ang="0">
                <a:pos x="T8" y="T9"/>
              </a:cxn>
            </a:cxnLst>
            <a:rect l="0" t="0" r="r" b="b"/>
            <a:pathLst>
              <a:path w="1729" h="660">
                <a:moveTo>
                  <a:pt x="864" y="0"/>
                </a:moveTo>
                <a:lnTo>
                  <a:pt x="0" y="351"/>
                </a:lnTo>
                <a:lnTo>
                  <a:pt x="864" y="660"/>
                </a:lnTo>
                <a:lnTo>
                  <a:pt x="1729" y="351"/>
                </a:lnTo>
                <a:lnTo>
                  <a:pt x="864"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7" name="Freeform 7"/>
          <p:cNvSpPr>
            <a:spLocks/>
          </p:cNvSpPr>
          <p:nvPr/>
        </p:nvSpPr>
        <p:spPr bwMode="auto">
          <a:xfrm>
            <a:off x="2613727" y="2028023"/>
            <a:ext cx="958033" cy="2016850"/>
          </a:xfrm>
          <a:custGeom>
            <a:avLst/>
            <a:gdLst>
              <a:gd name="T0" fmla="*/ 0 w 827"/>
              <a:gd name="T1" fmla="*/ 0 h 1741"/>
              <a:gd name="T2" fmla="*/ 0 w 827"/>
              <a:gd name="T3" fmla="*/ 1741 h 1741"/>
              <a:gd name="T4" fmla="*/ 827 w 827"/>
              <a:gd name="T5" fmla="*/ 1445 h 1741"/>
              <a:gd name="T6" fmla="*/ 0 w 827"/>
              <a:gd name="T7" fmla="*/ 0 h 1741"/>
            </a:gdLst>
            <a:ahLst/>
            <a:cxnLst>
              <a:cxn ang="0">
                <a:pos x="T0" y="T1"/>
              </a:cxn>
              <a:cxn ang="0">
                <a:pos x="T2" y="T3"/>
              </a:cxn>
              <a:cxn ang="0">
                <a:pos x="T4" y="T5"/>
              </a:cxn>
              <a:cxn ang="0">
                <a:pos x="T6" y="T7"/>
              </a:cxn>
            </a:cxnLst>
            <a:rect l="0" t="0" r="r" b="b"/>
            <a:pathLst>
              <a:path w="827" h="1741">
                <a:moveTo>
                  <a:pt x="0" y="0"/>
                </a:moveTo>
                <a:lnTo>
                  <a:pt x="0" y="1741"/>
                </a:lnTo>
                <a:lnTo>
                  <a:pt x="827" y="1445"/>
                </a:lnTo>
                <a:lnTo>
                  <a:pt x="0" y="0"/>
                </a:lnTo>
                <a:close/>
              </a:path>
            </a:pathLst>
          </a:custGeom>
          <a:solidFill>
            <a:schemeClr val="accent6">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8"/>
          <p:cNvSpPr>
            <a:spLocks/>
          </p:cNvSpPr>
          <p:nvPr/>
        </p:nvSpPr>
        <p:spPr bwMode="auto">
          <a:xfrm>
            <a:off x="1655694" y="2028023"/>
            <a:ext cx="958033" cy="2016850"/>
          </a:xfrm>
          <a:custGeom>
            <a:avLst/>
            <a:gdLst>
              <a:gd name="T0" fmla="*/ 827 w 827"/>
              <a:gd name="T1" fmla="*/ 1741 h 1741"/>
              <a:gd name="T2" fmla="*/ 827 w 827"/>
              <a:gd name="T3" fmla="*/ 0 h 1741"/>
              <a:gd name="T4" fmla="*/ 0 w 827"/>
              <a:gd name="T5" fmla="*/ 1445 h 1741"/>
              <a:gd name="T6" fmla="*/ 827 w 827"/>
              <a:gd name="T7" fmla="*/ 1741 h 1741"/>
            </a:gdLst>
            <a:ahLst/>
            <a:cxnLst>
              <a:cxn ang="0">
                <a:pos x="T0" y="T1"/>
              </a:cxn>
              <a:cxn ang="0">
                <a:pos x="T2" y="T3"/>
              </a:cxn>
              <a:cxn ang="0">
                <a:pos x="T4" y="T5"/>
              </a:cxn>
              <a:cxn ang="0">
                <a:pos x="T6" y="T7"/>
              </a:cxn>
            </a:cxnLst>
            <a:rect l="0" t="0" r="r" b="b"/>
            <a:pathLst>
              <a:path w="827" h="1741">
                <a:moveTo>
                  <a:pt x="827" y="1741"/>
                </a:moveTo>
                <a:lnTo>
                  <a:pt x="827" y="0"/>
                </a:lnTo>
                <a:lnTo>
                  <a:pt x="0" y="1445"/>
                </a:lnTo>
                <a:lnTo>
                  <a:pt x="827" y="1741"/>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29" name="Freeform 9"/>
          <p:cNvSpPr>
            <a:spLocks/>
          </p:cNvSpPr>
          <p:nvPr/>
        </p:nvSpPr>
        <p:spPr bwMode="auto">
          <a:xfrm>
            <a:off x="2613727" y="4422526"/>
            <a:ext cx="1737666" cy="1262704"/>
          </a:xfrm>
          <a:custGeom>
            <a:avLst/>
            <a:gdLst>
              <a:gd name="T0" fmla="*/ 0 w 1500"/>
              <a:gd name="T1" fmla="*/ 426 h 1090"/>
              <a:gd name="T2" fmla="*/ 0 w 1500"/>
              <a:gd name="T3" fmla="*/ 1090 h 1090"/>
              <a:gd name="T4" fmla="*/ 1500 w 1500"/>
              <a:gd name="T5" fmla="*/ 551 h 1090"/>
              <a:gd name="T6" fmla="*/ 1182 w 1500"/>
              <a:gd name="T7" fmla="*/ 0 h 1090"/>
              <a:gd name="T8" fmla="*/ 0 w 1500"/>
              <a:gd name="T9" fmla="*/ 426 h 1090"/>
            </a:gdLst>
            <a:ahLst/>
            <a:cxnLst>
              <a:cxn ang="0">
                <a:pos x="T0" y="T1"/>
              </a:cxn>
              <a:cxn ang="0">
                <a:pos x="T2" y="T3"/>
              </a:cxn>
              <a:cxn ang="0">
                <a:pos x="T4" y="T5"/>
              </a:cxn>
              <a:cxn ang="0">
                <a:pos x="T6" y="T7"/>
              </a:cxn>
              <a:cxn ang="0">
                <a:pos x="T8" y="T9"/>
              </a:cxn>
            </a:cxnLst>
            <a:rect l="0" t="0" r="r" b="b"/>
            <a:pathLst>
              <a:path w="1500" h="1090">
                <a:moveTo>
                  <a:pt x="0" y="426"/>
                </a:moveTo>
                <a:lnTo>
                  <a:pt x="0" y="1090"/>
                </a:lnTo>
                <a:lnTo>
                  <a:pt x="1500" y="551"/>
                </a:lnTo>
                <a:lnTo>
                  <a:pt x="1182" y="0"/>
                </a:lnTo>
                <a:lnTo>
                  <a:pt x="0" y="426"/>
                </a:lnTo>
                <a:close/>
              </a:path>
            </a:pathLst>
          </a:custGeom>
          <a:solidFill>
            <a:schemeClr val="accent6">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10"/>
          <p:cNvSpPr>
            <a:spLocks/>
          </p:cNvSpPr>
          <p:nvPr/>
        </p:nvSpPr>
        <p:spPr bwMode="auto">
          <a:xfrm>
            <a:off x="877220" y="4422526"/>
            <a:ext cx="1736507" cy="1262704"/>
          </a:xfrm>
          <a:custGeom>
            <a:avLst/>
            <a:gdLst>
              <a:gd name="T0" fmla="*/ 0 w 1499"/>
              <a:gd name="T1" fmla="*/ 551 h 1090"/>
              <a:gd name="T2" fmla="*/ 1499 w 1499"/>
              <a:gd name="T3" fmla="*/ 1090 h 1090"/>
              <a:gd name="T4" fmla="*/ 1499 w 1499"/>
              <a:gd name="T5" fmla="*/ 426 h 1090"/>
              <a:gd name="T6" fmla="*/ 317 w 1499"/>
              <a:gd name="T7" fmla="*/ 0 h 1090"/>
              <a:gd name="T8" fmla="*/ 0 w 1499"/>
              <a:gd name="T9" fmla="*/ 551 h 1090"/>
            </a:gdLst>
            <a:ahLst/>
            <a:cxnLst>
              <a:cxn ang="0">
                <a:pos x="T0" y="T1"/>
              </a:cxn>
              <a:cxn ang="0">
                <a:pos x="T2" y="T3"/>
              </a:cxn>
              <a:cxn ang="0">
                <a:pos x="T4" y="T5"/>
              </a:cxn>
              <a:cxn ang="0">
                <a:pos x="T6" y="T7"/>
              </a:cxn>
              <a:cxn ang="0">
                <a:pos x="T8" y="T9"/>
              </a:cxn>
            </a:cxnLst>
            <a:rect l="0" t="0" r="r" b="b"/>
            <a:pathLst>
              <a:path w="1499" h="1090">
                <a:moveTo>
                  <a:pt x="0" y="551"/>
                </a:moveTo>
                <a:lnTo>
                  <a:pt x="1499" y="1090"/>
                </a:lnTo>
                <a:lnTo>
                  <a:pt x="1499" y="426"/>
                </a:lnTo>
                <a:lnTo>
                  <a:pt x="317" y="0"/>
                </a:lnTo>
                <a:lnTo>
                  <a:pt x="0" y="551"/>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11"/>
          <p:cNvSpPr>
            <a:spLocks/>
          </p:cNvSpPr>
          <p:nvPr/>
        </p:nvSpPr>
        <p:spPr bwMode="auto">
          <a:xfrm>
            <a:off x="2613727" y="3784224"/>
            <a:ext cx="1326418" cy="1035649"/>
          </a:xfrm>
          <a:custGeom>
            <a:avLst/>
            <a:gdLst>
              <a:gd name="T0" fmla="*/ 865 w 1145"/>
              <a:gd name="T1" fmla="*/ 0 h 894"/>
              <a:gd name="T2" fmla="*/ 0 w 1145"/>
              <a:gd name="T3" fmla="*/ 309 h 894"/>
              <a:gd name="T4" fmla="*/ 0 w 1145"/>
              <a:gd name="T5" fmla="*/ 894 h 894"/>
              <a:gd name="T6" fmla="*/ 1145 w 1145"/>
              <a:gd name="T7" fmla="*/ 484 h 894"/>
              <a:gd name="T8" fmla="*/ 865 w 1145"/>
              <a:gd name="T9" fmla="*/ 0 h 894"/>
            </a:gdLst>
            <a:ahLst/>
            <a:cxnLst>
              <a:cxn ang="0">
                <a:pos x="T0" y="T1"/>
              </a:cxn>
              <a:cxn ang="0">
                <a:pos x="T2" y="T3"/>
              </a:cxn>
              <a:cxn ang="0">
                <a:pos x="T4" y="T5"/>
              </a:cxn>
              <a:cxn ang="0">
                <a:pos x="T6" y="T7"/>
              </a:cxn>
              <a:cxn ang="0">
                <a:pos x="T8" y="T9"/>
              </a:cxn>
            </a:cxnLst>
            <a:rect l="0" t="0" r="r" b="b"/>
            <a:pathLst>
              <a:path w="1145" h="894">
                <a:moveTo>
                  <a:pt x="865" y="0"/>
                </a:moveTo>
                <a:lnTo>
                  <a:pt x="0" y="309"/>
                </a:lnTo>
                <a:lnTo>
                  <a:pt x="0" y="894"/>
                </a:lnTo>
                <a:lnTo>
                  <a:pt x="1145" y="484"/>
                </a:lnTo>
                <a:lnTo>
                  <a:pt x="865" y="0"/>
                </a:lnTo>
                <a:close/>
              </a:path>
            </a:pathLst>
          </a:custGeom>
          <a:solidFill>
            <a:schemeClr val="tx1">
              <a:lumMod val="65000"/>
              <a:lumOff val="35000"/>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12"/>
          <p:cNvSpPr>
            <a:spLocks/>
          </p:cNvSpPr>
          <p:nvPr/>
        </p:nvSpPr>
        <p:spPr bwMode="auto">
          <a:xfrm>
            <a:off x="1288467" y="3784224"/>
            <a:ext cx="1325260" cy="1035649"/>
          </a:xfrm>
          <a:custGeom>
            <a:avLst/>
            <a:gdLst>
              <a:gd name="T0" fmla="*/ 0 w 1144"/>
              <a:gd name="T1" fmla="*/ 484 h 894"/>
              <a:gd name="T2" fmla="*/ 1144 w 1144"/>
              <a:gd name="T3" fmla="*/ 894 h 894"/>
              <a:gd name="T4" fmla="*/ 1144 w 1144"/>
              <a:gd name="T5" fmla="*/ 309 h 894"/>
              <a:gd name="T6" fmla="*/ 280 w 1144"/>
              <a:gd name="T7" fmla="*/ 0 h 894"/>
              <a:gd name="T8" fmla="*/ 0 w 1144"/>
              <a:gd name="T9" fmla="*/ 484 h 894"/>
            </a:gdLst>
            <a:ahLst/>
            <a:cxnLst>
              <a:cxn ang="0">
                <a:pos x="T0" y="T1"/>
              </a:cxn>
              <a:cxn ang="0">
                <a:pos x="T2" y="T3"/>
              </a:cxn>
              <a:cxn ang="0">
                <a:pos x="T4" y="T5"/>
              </a:cxn>
              <a:cxn ang="0">
                <a:pos x="T6" y="T7"/>
              </a:cxn>
              <a:cxn ang="0">
                <a:pos x="T8" y="T9"/>
              </a:cxn>
            </a:cxnLst>
            <a:rect l="0" t="0" r="r" b="b"/>
            <a:pathLst>
              <a:path w="1144" h="894">
                <a:moveTo>
                  <a:pt x="0" y="484"/>
                </a:moveTo>
                <a:lnTo>
                  <a:pt x="1144" y="894"/>
                </a:lnTo>
                <a:lnTo>
                  <a:pt x="1144" y="309"/>
                </a:lnTo>
                <a:lnTo>
                  <a:pt x="280" y="0"/>
                </a:lnTo>
                <a:lnTo>
                  <a:pt x="0" y="48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9" name="TextBox 68"/>
          <p:cNvSpPr txBox="1"/>
          <p:nvPr/>
        </p:nvSpPr>
        <p:spPr>
          <a:xfrm rot="1237517">
            <a:off x="1895434" y="3480811"/>
            <a:ext cx="573555" cy="369332"/>
          </a:xfrm>
          <a:prstGeom prst="rect">
            <a:avLst/>
          </a:prstGeom>
          <a:noFill/>
        </p:spPr>
        <p:txBody>
          <a:bodyPr wrap="none" rtlCol="0">
            <a:spAutoFit/>
          </a:bodyPr>
          <a:lstStyle/>
          <a:p>
            <a:pPr algn="r"/>
            <a:r>
              <a:rPr lang="id-ID" dirty="0">
                <a:solidFill>
                  <a:schemeClr val="bg1"/>
                </a:solidFill>
                <a:latin typeface="Abel" panose="02000506030000020004" pitchFamily="2" charset="0"/>
              </a:rPr>
              <a:t>45%</a:t>
            </a:r>
          </a:p>
        </p:txBody>
      </p:sp>
      <p:sp>
        <p:nvSpPr>
          <p:cNvPr id="70" name="TextBox 69"/>
          <p:cNvSpPr txBox="1"/>
          <p:nvPr/>
        </p:nvSpPr>
        <p:spPr>
          <a:xfrm rot="1237517">
            <a:off x="1692124" y="4197076"/>
            <a:ext cx="575158" cy="369332"/>
          </a:xfrm>
          <a:prstGeom prst="rect">
            <a:avLst/>
          </a:prstGeom>
          <a:noFill/>
        </p:spPr>
        <p:txBody>
          <a:bodyPr wrap="none" rtlCol="0">
            <a:spAutoFit/>
          </a:bodyPr>
          <a:lstStyle/>
          <a:p>
            <a:pPr algn="r"/>
            <a:r>
              <a:rPr lang="id-ID" dirty="0">
                <a:solidFill>
                  <a:schemeClr val="bg1"/>
                </a:solidFill>
                <a:latin typeface="Abel" panose="02000506030000020004" pitchFamily="2" charset="0"/>
              </a:rPr>
              <a:t>30%</a:t>
            </a:r>
          </a:p>
        </p:txBody>
      </p:sp>
      <p:sp>
        <p:nvSpPr>
          <p:cNvPr id="71" name="TextBox 70"/>
          <p:cNvSpPr txBox="1"/>
          <p:nvPr/>
        </p:nvSpPr>
        <p:spPr>
          <a:xfrm rot="1237517">
            <a:off x="1461261" y="4962524"/>
            <a:ext cx="568425" cy="369332"/>
          </a:xfrm>
          <a:prstGeom prst="rect">
            <a:avLst/>
          </a:prstGeom>
          <a:noFill/>
        </p:spPr>
        <p:txBody>
          <a:bodyPr wrap="none" rtlCol="0">
            <a:spAutoFit/>
          </a:bodyPr>
          <a:lstStyle/>
          <a:p>
            <a:pPr algn="r"/>
            <a:r>
              <a:rPr lang="id-ID" dirty="0">
                <a:solidFill>
                  <a:schemeClr val="bg1"/>
                </a:solidFill>
                <a:latin typeface="Abel" panose="02000506030000020004" pitchFamily="2" charset="0"/>
              </a:rPr>
              <a:t>25%</a:t>
            </a:r>
          </a:p>
        </p:txBody>
      </p:sp>
      <p:cxnSp>
        <p:nvCxnSpPr>
          <p:cNvPr id="4" name="Straight Connector 3"/>
          <p:cNvCxnSpPr/>
          <p:nvPr/>
        </p:nvCxnSpPr>
        <p:spPr>
          <a:xfrm>
            <a:off x="2837008" y="2028023"/>
            <a:ext cx="958033" cy="1673951"/>
          </a:xfrm>
          <a:prstGeom prst="line">
            <a:avLst/>
          </a:prstGeom>
          <a:ln>
            <a:solidFill>
              <a:srgbClr val="95A5A6"/>
            </a:solidFill>
            <a:prstDash val="dash"/>
            <a:headEnd type="triangle" w="sm" len="med"/>
            <a:tailEnd type="triangle" w="sm" len="med"/>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3839061" y="3784224"/>
            <a:ext cx="324365" cy="560687"/>
          </a:xfrm>
          <a:prstGeom prst="line">
            <a:avLst/>
          </a:prstGeom>
          <a:ln>
            <a:solidFill>
              <a:srgbClr val="95A5A6"/>
            </a:solidFill>
            <a:prstDash val="dash"/>
            <a:headEnd type="triangle" w="sm" len="med"/>
            <a:tailEnd type="triangle" w="sm" len="med"/>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4206289" y="4422526"/>
            <a:ext cx="368385" cy="638303"/>
          </a:xfrm>
          <a:prstGeom prst="line">
            <a:avLst/>
          </a:prstGeom>
          <a:ln>
            <a:solidFill>
              <a:srgbClr val="95A5A6"/>
            </a:solidFill>
            <a:prstDash val="dash"/>
            <a:headEnd type="triangle" w="sm" len="med"/>
            <a:tailEnd type="triangle" w="sm" len="med"/>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3318853" y="2864998"/>
            <a:ext cx="1300982"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3983007" y="4044873"/>
            <a:ext cx="1300982"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4386782" y="4735544"/>
            <a:ext cx="1300982"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89" name="TextBox 88"/>
          <p:cNvSpPr txBox="1"/>
          <p:nvPr/>
        </p:nvSpPr>
        <p:spPr>
          <a:xfrm>
            <a:off x="4771320" y="2550098"/>
            <a:ext cx="2192159"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90" name="TextBox 89"/>
          <p:cNvSpPr txBox="1"/>
          <p:nvPr/>
        </p:nvSpPr>
        <p:spPr>
          <a:xfrm>
            <a:off x="5504966" y="3729402"/>
            <a:ext cx="219215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91" name="TextBox 90"/>
          <p:cNvSpPr txBox="1"/>
          <p:nvPr/>
        </p:nvSpPr>
        <p:spPr>
          <a:xfrm>
            <a:off x="5943955" y="4420073"/>
            <a:ext cx="2192159"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92" name="Oval 91"/>
          <p:cNvSpPr/>
          <p:nvPr/>
        </p:nvSpPr>
        <p:spPr>
          <a:xfrm>
            <a:off x="8091529" y="1738589"/>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93" name="TextBox 92"/>
          <p:cNvSpPr txBox="1"/>
          <p:nvPr/>
        </p:nvSpPr>
        <p:spPr>
          <a:xfrm>
            <a:off x="8773209" y="1837644"/>
            <a:ext cx="1173719" cy="369332"/>
          </a:xfrm>
          <a:prstGeom prst="rect">
            <a:avLst/>
          </a:prstGeom>
          <a:noFill/>
        </p:spPr>
        <p:txBody>
          <a:bodyPr wrap="none" rtlCol="0">
            <a:spAutoFit/>
          </a:bodyPr>
          <a:lstStyle/>
          <a:p>
            <a:r>
              <a:rPr lang="en-US">
                <a:solidFill>
                  <a:schemeClr val="tx1">
                    <a:lumMod val="50000"/>
                    <a:lumOff val="50000"/>
                  </a:schemeClr>
                </a:solidFill>
                <a:latin typeface="Abel" panose="02000506030000020004" pitchFamily="2" charset="0"/>
              </a:rPr>
              <a:t>SOLUTIONS</a:t>
            </a:r>
          </a:p>
        </p:txBody>
      </p:sp>
      <p:cxnSp>
        <p:nvCxnSpPr>
          <p:cNvPr id="94" name="Straight Connector 93"/>
          <p:cNvCxnSpPr/>
          <p:nvPr/>
        </p:nvCxnSpPr>
        <p:spPr>
          <a:xfrm>
            <a:off x="8091529" y="2631889"/>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95" name="TextBox 94"/>
          <p:cNvSpPr txBox="1"/>
          <p:nvPr/>
        </p:nvSpPr>
        <p:spPr>
          <a:xfrm>
            <a:off x="8091528" y="2733637"/>
            <a:ext cx="1611719" cy="923330"/>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MAIN</a:t>
            </a:r>
          </a:p>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STRATEGY</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Lid est laborum dolo rumes fugats untras.  </a:t>
            </a:r>
          </a:p>
        </p:txBody>
      </p:sp>
      <p:cxnSp>
        <p:nvCxnSpPr>
          <p:cNvPr id="96" name="Straight Connector 95"/>
          <p:cNvCxnSpPr/>
          <p:nvPr/>
        </p:nvCxnSpPr>
        <p:spPr>
          <a:xfrm>
            <a:off x="9703247" y="2621257"/>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97" name="TextBox 96"/>
          <p:cNvSpPr txBox="1"/>
          <p:nvPr/>
        </p:nvSpPr>
        <p:spPr>
          <a:xfrm>
            <a:off x="9646009" y="2631889"/>
            <a:ext cx="1742819" cy="1323439"/>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48%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98" name="extBox 3"/>
          <p:cNvSpPr txBox="1"/>
          <p:nvPr/>
        </p:nvSpPr>
        <p:spPr>
          <a:xfrm>
            <a:off x="8154541" y="4620904"/>
            <a:ext cx="3161159" cy="1415772"/>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926383855"/>
      </p:ext>
    </p:extLst>
  </p:cSld>
  <p:clrMapOvr>
    <a:masterClrMapping/>
  </p:clrMapOvr>
  <p:transition spd="slow">
    <p:cover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500"/>
                                        <p:tgtEl>
                                          <p:spTgt spid="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86"/>
                                        </p:tgtEl>
                                        <p:attrNameLst>
                                          <p:attrName>style.visibility</p:attrName>
                                        </p:attrNameLst>
                                      </p:cBhvr>
                                      <p:to>
                                        <p:strVal val="visible"/>
                                      </p:to>
                                    </p:set>
                                    <p:animEffect transition="in" filter="wipe(left)">
                                      <p:cBhvr>
                                        <p:cTn id="11" dur="500"/>
                                        <p:tgtEl>
                                          <p:spTgt spid="86"/>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89"/>
                                        </p:tgtEl>
                                        <p:attrNameLst>
                                          <p:attrName>style.visibility</p:attrName>
                                        </p:attrNameLst>
                                      </p:cBhvr>
                                      <p:to>
                                        <p:strVal val="visible"/>
                                      </p:to>
                                    </p:set>
                                    <p:animEffect transition="in" filter="fade">
                                      <p:cBhvr>
                                        <p:cTn id="15" dur="500"/>
                                        <p:tgtEl>
                                          <p:spTgt spid="89"/>
                                        </p:tgtEl>
                                      </p:cBhvr>
                                    </p:animEffect>
                                  </p:childTnLst>
                                </p:cTn>
                              </p:par>
                            </p:childTnLst>
                          </p:cTn>
                        </p:par>
                        <p:par>
                          <p:cTn id="16" fill="hold">
                            <p:stCondLst>
                              <p:cond delay="1500"/>
                            </p:stCondLst>
                            <p:childTnLst>
                              <p:par>
                                <p:cTn id="17" presetID="16" presetClass="entr" presetSubtype="42"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barn(outHorizontal)">
                                      <p:cBhvr>
                                        <p:cTn id="19" dur="500"/>
                                        <p:tgtEl>
                                          <p:spTgt spid="7"/>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87"/>
                                        </p:tgtEl>
                                        <p:attrNameLst>
                                          <p:attrName>style.visibility</p:attrName>
                                        </p:attrNameLst>
                                      </p:cBhvr>
                                      <p:to>
                                        <p:strVal val="visible"/>
                                      </p:to>
                                    </p:set>
                                    <p:animEffect transition="in" filter="wipe(left)">
                                      <p:cBhvr>
                                        <p:cTn id="23" dur="500"/>
                                        <p:tgtEl>
                                          <p:spTgt spid="87"/>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90"/>
                                        </p:tgtEl>
                                        <p:attrNameLst>
                                          <p:attrName>style.visibility</p:attrName>
                                        </p:attrNameLst>
                                      </p:cBhvr>
                                      <p:to>
                                        <p:strVal val="visible"/>
                                      </p:to>
                                    </p:set>
                                    <p:animEffect transition="in" filter="fade">
                                      <p:cBhvr>
                                        <p:cTn id="27" dur="500"/>
                                        <p:tgtEl>
                                          <p:spTgt spid="90"/>
                                        </p:tgtEl>
                                      </p:cBhvr>
                                    </p:animEffect>
                                  </p:childTnLst>
                                </p:cTn>
                              </p:par>
                            </p:childTnLst>
                          </p:cTn>
                        </p:par>
                        <p:par>
                          <p:cTn id="28" fill="hold">
                            <p:stCondLst>
                              <p:cond delay="3000"/>
                            </p:stCondLst>
                            <p:childTnLst>
                              <p:par>
                                <p:cTn id="29" presetID="16" presetClass="entr" presetSubtype="42" fill="hold" nodeType="afterEffect">
                                  <p:stCondLst>
                                    <p:cond delay="0"/>
                                  </p:stCondLst>
                                  <p:childTnLst>
                                    <p:set>
                                      <p:cBhvr>
                                        <p:cTn id="30" dur="1" fill="hold">
                                          <p:stCondLst>
                                            <p:cond delay="0"/>
                                          </p:stCondLst>
                                        </p:cTn>
                                        <p:tgtEl>
                                          <p:spTgt spid="81"/>
                                        </p:tgtEl>
                                        <p:attrNameLst>
                                          <p:attrName>style.visibility</p:attrName>
                                        </p:attrNameLst>
                                      </p:cBhvr>
                                      <p:to>
                                        <p:strVal val="visible"/>
                                      </p:to>
                                    </p:set>
                                    <p:animEffect transition="in" filter="barn(outHorizontal)">
                                      <p:cBhvr>
                                        <p:cTn id="31" dur="500"/>
                                        <p:tgtEl>
                                          <p:spTgt spid="81"/>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88"/>
                                        </p:tgtEl>
                                        <p:attrNameLst>
                                          <p:attrName>style.visibility</p:attrName>
                                        </p:attrNameLst>
                                      </p:cBhvr>
                                      <p:to>
                                        <p:strVal val="visible"/>
                                      </p:to>
                                    </p:set>
                                    <p:animEffect transition="in" filter="wipe(left)">
                                      <p:cBhvr>
                                        <p:cTn id="35" dur="500"/>
                                        <p:tgtEl>
                                          <p:spTgt spid="88"/>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91"/>
                                        </p:tgtEl>
                                        <p:attrNameLst>
                                          <p:attrName>style.visibility</p:attrName>
                                        </p:attrNameLst>
                                      </p:cBhvr>
                                      <p:to>
                                        <p:strVal val="visible"/>
                                      </p:to>
                                    </p:set>
                                    <p:animEffect transition="in" filter="fade">
                                      <p:cBhvr>
                                        <p:cTn id="39"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90" grpId="0"/>
      <p:bldP spid="91"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101</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8" name="Chart 17"/>
          <p:cNvGraphicFramePr/>
          <p:nvPr>
            <p:extLst>
              <p:ext uri="{D42A27DB-BD31-4B8C-83A1-F6EECF244321}">
                <p14:modId xmlns:p14="http://schemas.microsoft.com/office/powerpoint/2010/main" val="1435167132"/>
              </p:ext>
            </p:extLst>
          </p:nvPr>
        </p:nvGraphicFramePr>
        <p:xfrm>
          <a:off x="1790044" y="1842096"/>
          <a:ext cx="8611913" cy="2783072"/>
        </p:xfrm>
        <a:graphic>
          <a:graphicData uri="http://schemas.openxmlformats.org/drawingml/2006/chart">
            <c:chart xmlns:c="http://schemas.openxmlformats.org/drawingml/2006/chart" xmlns:r="http://schemas.openxmlformats.org/officeDocument/2006/relationships" r:id="rId2"/>
          </a:graphicData>
        </a:graphic>
      </p:graphicFrame>
      <p:sp>
        <p:nvSpPr>
          <p:cNvPr id="3" name="Oval 2"/>
          <p:cNvSpPr/>
          <p:nvPr/>
        </p:nvSpPr>
        <p:spPr>
          <a:xfrm>
            <a:off x="1809041" y="5093001"/>
            <a:ext cx="583710" cy="583710"/>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0" name="TextBox 19"/>
          <p:cNvSpPr txBox="1"/>
          <p:nvPr/>
        </p:nvSpPr>
        <p:spPr>
          <a:xfrm>
            <a:off x="2526067" y="5130940"/>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1" name="Oval 20"/>
          <p:cNvSpPr/>
          <p:nvPr/>
        </p:nvSpPr>
        <p:spPr>
          <a:xfrm>
            <a:off x="3990599" y="5130940"/>
            <a:ext cx="583710" cy="583710"/>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2" name="TextBox 21"/>
          <p:cNvSpPr txBox="1"/>
          <p:nvPr/>
        </p:nvSpPr>
        <p:spPr>
          <a:xfrm>
            <a:off x="4707625" y="5168879"/>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SOLUTIONS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3" name="Oval 22"/>
          <p:cNvSpPr/>
          <p:nvPr/>
        </p:nvSpPr>
        <p:spPr>
          <a:xfrm>
            <a:off x="6172157" y="5130940"/>
            <a:ext cx="583710" cy="583710"/>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4" name="TextBox 23"/>
          <p:cNvSpPr txBox="1"/>
          <p:nvPr/>
        </p:nvSpPr>
        <p:spPr>
          <a:xfrm>
            <a:off x="6889183" y="5168879"/>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UNIQUE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5" name="Oval 24"/>
          <p:cNvSpPr/>
          <p:nvPr/>
        </p:nvSpPr>
        <p:spPr>
          <a:xfrm>
            <a:off x="8353715" y="5130940"/>
            <a:ext cx="583710" cy="583710"/>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6" name="TextBox 25"/>
          <p:cNvSpPr txBox="1"/>
          <p:nvPr/>
        </p:nvSpPr>
        <p:spPr>
          <a:xfrm>
            <a:off x="9070741" y="5168879"/>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CLOUD SYSTEM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Tree>
    <p:extLst>
      <p:ext uri="{BB962C8B-B14F-4D97-AF65-F5344CB8AC3E}">
        <p14:creationId xmlns:p14="http://schemas.microsoft.com/office/powerpoint/2010/main" val="1379885744"/>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
                                            <p:graphicEl>
                                              <a:chart seriesIdx="-3" categoryIdx="-3" bldStep="gridLegend"/>
                                            </p:graphicEl>
                                          </p:spTgt>
                                        </p:tgtEl>
                                        <p:attrNameLst>
                                          <p:attrName>style.visibility</p:attrName>
                                        </p:attrNameLst>
                                      </p:cBhvr>
                                      <p:to>
                                        <p:strVal val="visible"/>
                                      </p:to>
                                    </p:set>
                                    <p:animEffect transition="in" filter="fade">
                                      <p:cBhvr>
                                        <p:cTn id="7" dur="500"/>
                                        <p:tgtEl>
                                          <p:spTgt spid="18">
                                            <p:graphicEl>
                                              <a:chart seriesIdx="-3" categoryIdx="-3" bldStep="gridLegend"/>
                                            </p:graphic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8">
                                            <p:graphicEl>
                                              <a:chart seriesIdx="-4" categoryIdx="0" bldStep="category"/>
                                            </p:graphicEl>
                                          </p:spTgt>
                                        </p:tgtEl>
                                        <p:attrNameLst>
                                          <p:attrName>style.visibility</p:attrName>
                                        </p:attrNameLst>
                                      </p:cBhvr>
                                      <p:to>
                                        <p:strVal val="visible"/>
                                      </p:to>
                                    </p:set>
                                    <p:animEffect transition="in" filter="fade">
                                      <p:cBhvr>
                                        <p:cTn id="11" dur="500"/>
                                        <p:tgtEl>
                                          <p:spTgt spid="18">
                                            <p:graphicEl>
                                              <a:chart seriesIdx="-4" categoryIdx="0" bldStep="category"/>
                                            </p:graphic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8">
                                            <p:graphicEl>
                                              <a:chart seriesIdx="-4" categoryIdx="1" bldStep="category"/>
                                            </p:graphicEl>
                                          </p:spTgt>
                                        </p:tgtEl>
                                        <p:attrNameLst>
                                          <p:attrName>style.visibility</p:attrName>
                                        </p:attrNameLst>
                                      </p:cBhvr>
                                      <p:to>
                                        <p:strVal val="visible"/>
                                      </p:to>
                                    </p:set>
                                    <p:animEffect transition="in" filter="fade">
                                      <p:cBhvr>
                                        <p:cTn id="15" dur="500"/>
                                        <p:tgtEl>
                                          <p:spTgt spid="18">
                                            <p:graphicEl>
                                              <a:chart seriesIdx="-4" categoryIdx="1" bldStep="category"/>
                                            </p:graphicEl>
                                          </p:spTgt>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8">
                                            <p:graphicEl>
                                              <a:chart seriesIdx="-4" categoryIdx="2" bldStep="category"/>
                                            </p:graphicEl>
                                          </p:spTgt>
                                        </p:tgtEl>
                                        <p:attrNameLst>
                                          <p:attrName>style.visibility</p:attrName>
                                        </p:attrNameLst>
                                      </p:cBhvr>
                                      <p:to>
                                        <p:strVal val="visible"/>
                                      </p:to>
                                    </p:set>
                                    <p:animEffect transition="in" filter="fade">
                                      <p:cBhvr>
                                        <p:cTn id="19" dur="500"/>
                                        <p:tgtEl>
                                          <p:spTgt spid="18">
                                            <p:graphicEl>
                                              <a:chart seriesIdx="-4" categoryIdx="2" bldStep="category"/>
                                            </p:graphicEl>
                                          </p:spTgt>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8">
                                            <p:graphicEl>
                                              <a:chart seriesIdx="-4" categoryIdx="3" bldStep="category"/>
                                            </p:graphicEl>
                                          </p:spTgt>
                                        </p:tgtEl>
                                        <p:attrNameLst>
                                          <p:attrName>style.visibility</p:attrName>
                                        </p:attrNameLst>
                                      </p:cBhvr>
                                      <p:to>
                                        <p:strVal val="visible"/>
                                      </p:to>
                                    </p:set>
                                    <p:animEffect transition="in" filter="fade">
                                      <p:cBhvr>
                                        <p:cTn id="23" dur="500"/>
                                        <p:tgtEl>
                                          <p:spTgt spid="18">
                                            <p:graphicEl>
                                              <a:chart seriesIdx="-4" categoryIdx="3" bldStep="category"/>
                                            </p:graphicEl>
                                          </p:spTgt>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18">
                                            <p:graphicEl>
                                              <a:chart seriesIdx="-4" categoryIdx="4" bldStep="category"/>
                                            </p:graphicEl>
                                          </p:spTgt>
                                        </p:tgtEl>
                                        <p:attrNameLst>
                                          <p:attrName>style.visibility</p:attrName>
                                        </p:attrNameLst>
                                      </p:cBhvr>
                                      <p:to>
                                        <p:strVal val="visible"/>
                                      </p:to>
                                    </p:set>
                                    <p:animEffect transition="in" filter="fade">
                                      <p:cBhvr>
                                        <p:cTn id="27" dur="500"/>
                                        <p:tgtEl>
                                          <p:spTgt spid="18">
                                            <p:graphicEl>
                                              <a:chart seriesIdx="-4" categoryIdx="4" bldStep="category"/>
                                            </p:graphicEl>
                                          </p:spTgt>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18">
                                            <p:graphicEl>
                                              <a:chart seriesIdx="-4" categoryIdx="5" bldStep="category"/>
                                            </p:graphicEl>
                                          </p:spTgt>
                                        </p:tgtEl>
                                        <p:attrNameLst>
                                          <p:attrName>style.visibility</p:attrName>
                                        </p:attrNameLst>
                                      </p:cBhvr>
                                      <p:to>
                                        <p:strVal val="visible"/>
                                      </p:to>
                                    </p:set>
                                    <p:animEffect transition="in" filter="fade">
                                      <p:cBhvr>
                                        <p:cTn id="31" dur="500"/>
                                        <p:tgtEl>
                                          <p:spTgt spid="18">
                                            <p:graphicEl>
                                              <a:chart seriesIdx="-4" categoryIdx="5" bldStep="category"/>
                                            </p:graphicEl>
                                          </p:spTgt>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18">
                                            <p:graphicEl>
                                              <a:chart seriesIdx="-4" categoryIdx="6" bldStep="category"/>
                                            </p:graphicEl>
                                          </p:spTgt>
                                        </p:tgtEl>
                                        <p:attrNameLst>
                                          <p:attrName>style.visibility</p:attrName>
                                        </p:attrNameLst>
                                      </p:cBhvr>
                                      <p:to>
                                        <p:strVal val="visible"/>
                                      </p:to>
                                    </p:set>
                                    <p:animEffect transition="in" filter="fade">
                                      <p:cBhvr>
                                        <p:cTn id="35" dur="500"/>
                                        <p:tgtEl>
                                          <p:spTgt spid="18">
                                            <p:graphicEl>
                                              <a:chart seriesIdx="-4" categoryIdx="6" bldStep="category"/>
                                            </p:graphicEl>
                                          </p:spTgt>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18">
                                            <p:graphicEl>
                                              <a:chart seriesIdx="-4" categoryIdx="7" bldStep="category"/>
                                            </p:graphicEl>
                                          </p:spTgt>
                                        </p:tgtEl>
                                        <p:attrNameLst>
                                          <p:attrName>style.visibility</p:attrName>
                                        </p:attrNameLst>
                                      </p:cBhvr>
                                      <p:to>
                                        <p:strVal val="visible"/>
                                      </p:to>
                                    </p:set>
                                    <p:animEffect transition="in" filter="fade">
                                      <p:cBhvr>
                                        <p:cTn id="39" dur="500"/>
                                        <p:tgtEl>
                                          <p:spTgt spid="18">
                                            <p:graphicEl>
                                              <a:chart seriesIdx="-4" categoryIdx="7" bldStep="category"/>
                                            </p:graphicEl>
                                          </p:spTgt>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18">
                                            <p:graphicEl>
                                              <a:chart seriesIdx="-4" categoryIdx="8" bldStep="category"/>
                                            </p:graphicEl>
                                          </p:spTgt>
                                        </p:tgtEl>
                                        <p:attrNameLst>
                                          <p:attrName>style.visibility</p:attrName>
                                        </p:attrNameLst>
                                      </p:cBhvr>
                                      <p:to>
                                        <p:strVal val="visible"/>
                                      </p:to>
                                    </p:set>
                                    <p:animEffect transition="in" filter="fade">
                                      <p:cBhvr>
                                        <p:cTn id="43" dur="500"/>
                                        <p:tgtEl>
                                          <p:spTgt spid="18">
                                            <p:graphicEl>
                                              <a:chart seriesIdx="-4" categoryIdx="8" bldStep="category"/>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8" grpId="0">
        <p:bldSub>
          <a:bldChart bld="category"/>
        </p:bldSub>
      </p:bldGraphic>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7" name="Rounded Rectangle 406"/>
          <p:cNvSpPr/>
          <p:nvPr/>
        </p:nvSpPr>
        <p:spPr>
          <a:xfrm>
            <a:off x="8674768" y="4615166"/>
            <a:ext cx="1713242" cy="328974"/>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85%</a:t>
            </a:r>
          </a:p>
        </p:txBody>
      </p:sp>
      <p:sp>
        <p:nvSpPr>
          <p:cNvPr id="408" name="Rounded Rectangle 407"/>
          <p:cNvSpPr/>
          <p:nvPr/>
        </p:nvSpPr>
        <p:spPr>
          <a:xfrm>
            <a:off x="8674768" y="5729150"/>
            <a:ext cx="958330" cy="328974"/>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15135"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102</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30" name="Chart 29"/>
          <p:cNvGraphicFramePr/>
          <p:nvPr>
            <p:extLst>
              <p:ext uri="{D42A27DB-BD31-4B8C-83A1-F6EECF244321}">
                <p14:modId xmlns:p14="http://schemas.microsoft.com/office/powerpoint/2010/main" val="729857333"/>
              </p:ext>
            </p:extLst>
          </p:nvPr>
        </p:nvGraphicFramePr>
        <p:xfrm>
          <a:off x="876299" y="1714500"/>
          <a:ext cx="7055855" cy="2280685"/>
        </p:xfrm>
        <a:graphic>
          <a:graphicData uri="http://schemas.openxmlformats.org/drawingml/2006/chart">
            <c:chart xmlns:c="http://schemas.openxmlformats.org/drawingml/2006/chart" xmlns:r="http://schemas.openxmlformats.org/officeDocument/2006/relationships" r:id="rId2"/>
          </a:graphicData>
        </a:graphic>
      </p:graphicFrame>
      <p:sp>
        <p:nvSpPr>
          <p:cNvPr id="387" name="Arc 386"/>
          <p:cNvSpPr/>
          <p:nvPr/>
        </p:nvSpPr>
        <p:spPr>
          <a:xfrm>
            <a:off x="876300" y="4365084"/>
            <a:ext cx="919297" cy="919297"/>
          </a:xfrm>
          <a:prstGeom prst="arc">
            <a:avLst>
              <a:gd name="adj1" fmla="val 16200000"/>
              <a:gd name="adj2" fmla="val 9589347"/>
            </a:avLst>
          </a:prstGeom>
          <a:noFill/>
          <a:ln w="5715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TextBox 387"/>
          <p:cNvSpPr txBox="1"/>
          <p:nvPr/>
        </p:nvSpPr>
        <p:spPr>
          <a:xfrm>
            <a:off x="1827500" y="4368146"/>
            <a:ext cx="925253"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TOTAL SALES</a:t>
            </a:r>
          </a:p>
        </p:txBody>
      </p:sp>
      <p:sp>
        <p:nvSpPr>
          <p:cNvPr id="389" name="TextBox 388"/>
          <p:cNvSpPr txBox="1"/>
          <p:nvPr/>
        </p:nvSpPr>
        <p:spPr>
          <a:xfrm>
            <a:off x="1815537" y="4593900"/>
            <a:ext cx="1174681"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$36,059</a:t>
            </a:r>
          </a:p>
        </p:txBody>
      </p:sp>
      <p:sp>
        <p:nvSpPr>
          <p:cNvPr id="390" name="TextBox 389"/>
          <p:cNvSpPr txBox="1"/>
          <p:nvPr/>
        </p:nvSpPr>
        <p:spPr>
          <a:xfrm>
            <a:off x="980722" y="4593900"/>
            <a:ext cx="710451"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70%</a:t>
            </a:r>
          </a:p>
        </p:txBody>
      </p:sp>
      <p:sp>
        <p:nvSpPr>
          <p:cNvPr id="391" name="Arc 390"/>
          <p:cNvSpPr/>
          <p:nvPr/>
        </p:nvSpPr>
        <p:spPr>
          <a:xfrm>
            <a:off x="3195181" y="4346108"/>
            <a:ext cx="919297" cy="919297"/>
          </a:xfrm>
          <a:prstGeom prst="arc">
            <a:avLst>
              <a:gd name="adj1" fmla="val 16200000"/>
              <a:gd name="adj2" fmla="val 20390052"/>
            </a:avLst>
          </a:prstGeom>
          <a:noFill/>
          <a:ln w="5715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TextBox 391"/>
          <p:cNvSpPr txBox="1"/>
          <p:nvPr/>
        </p:nvSpPr>
        <p:spPr>
          <a:xfrm>
            <a:off x="4146381" y="4349170"/>
            <a:ext cx="925253"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TOTAL SALES</a:t>
            </a:r>
          </a:p>
        </p:txBody>
      </p:sp>
      <p:sp>
        <p:nvSpPr>
          <p:cNvPr id="393" name="TextBox 392"/>
          <p:cNvSpPr txBox="1"/>
          <p:nvPr/>
        </p:nvSpPr>
        <p:spPr>
          <a:xfrm>
            <a:off x="4134418" y="4574924"/>
            <a:ext cx="1019125"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$6,059</a:t>
            </a:r>
          </a:p>
        </p:txBody>
      </p:sp>
      <p:sp>
        <p:nvSpPr>
          <p:cNvPr id="394" name="TextBox 393"/>
          <p:cNvSpPr txBox="1"/>
          <p:nvPr/>
        </p:nvSpPr>
        <p:spPr>
          <a:xfrm>
            <a:off x="3299603" y="4574924"/>
            <a:ext cx="710451"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15%</a:t>
            </a:r>
          </a:p>
        </p:txBody>
      </p:sp>
      <p:sp>
        <p:nvSpPr>
          <p:cNvPr id="395" name="Arc 394"/>
          <p:cNvSpPr/>
          <p:nvPr/>
        </p:nvSpPr>
        <p:spPr>
          <a:xfrm>
            <a:off x="5747400" y="4346108"/>
            <a:ext cx="919297" cy="919297"/>
          </a:xfrm>
          <a:prstGeom prst="arc">
            <a:avLst>
              <a:gd name="adj1" fmla="val 16200000"/>
              <a:gd name="adj2" fmla="val 12866794"/>
            </a:avLst>
          </a:prstGeom>
          <a:noFill/>
          <a:ln w="57150" cap="rnd">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TextBox 395"/>
          <p:cNvSpPr txBox="1"/>
          <p:nvPr/>
        </p:nvSpPr>
        <p:spPr>
          <a:xfrm>
            <a:off x="6698600" y="4349170"/>
            <a:ext cx="925253"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TOTAL SALES</a:t>
            </a:r>
          </a:p>
        </p:txBody>
      </p:sp>
      <p:sp>
        <p:nvSpPr>
          <p:cNvPr id="397" name="TextBox 396"/>
          <p:cNvSpPr txBox="1"/>
          <p:nvPr/>
        </p:nvSpPr>
        <p:spPr>
          <a:xfrm>
            <a:off x="6686637" y="4574924"/>
            <a:ext cx="1333378"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$136,059</a:t>
            </a:r>
          </a:p>
        </p:txBody>
      </p:sp>
      <p:sp>
        <p:nvSpPr>
          <p:cNvPr id="398" name="TextBox 397"/>
          <p:cNvSpPr txBox="1"/>
          <p:nvPr/>
        </p:nvSpPr>
        <p:spPr>
          <a:xfrm>
            <a:off x="5851822" y="4574924"/>
            <a:ext cx="710451"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95%</a:t>
            </a:r>
          </a:p>
        </p:txBody>
      </p:sp>
      <p:sp>
        <p:nvSpPr>
          <p:cNvPr id="399" name="Freeform 398"/>
          <p:cNvSpPr>
            <a:spLocks noChangeArrowheads="1"/>
          </p:cNvSpPr>
          <p:nvPr/>
        </p:nvSpPr>
        <p:spPr bwMode="auto">
          <a:xfrm>
            <a:off x="8558782" y="4511642"/>
            <a:ext cx="215606" cy="50864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00" name="extBox 3"/>
          <p:cNvSpPr txBox="1"/>
          <p:nvPr/>
        </p:nvSpPr>
        <p:spPr>
          <a:xfrm>
            <a:off x="8173879" y="1727791"/>
            <a:ext cx="3141821" cy="1415772"/>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403" name="Freeform 402"/>
          <p:cNvSpPr>
            <a:spLocks/>
          </p:cNvSpPr>
          <p:nvPr/>
        </p:nvSpPr>
        <p:spPr bwMode="auto">
          <a:xfrm>
            <a:off x="8554407" y="5595073"/>
            <a:ext cx="219456" cy="512064"/>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04" name="TextBox 403"/>
          <p:cNvSpPr txBox="1"/>
          <p:nvPr/>
        </p:nvSpPr>
        <p:spPr>
          <a:xfrm>
            <a:off x="876299" y="5599307"/>
            <a:ext cx="1876453"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405" name="TextBox 404"/>
          <p:cNvSpPr txBox="1"/>
          <p:nvPr/>
        </p:nvSpPr>
        <p:spPr>
          <a:xfrm>
            <a:off x="3299602" y="5599306"/>
            <a:ext cx="1876453"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406" name="TextBox 405"/>
          <p:cNvSpPr txBox="1"/>
          <p:nvPr/>
        </p:nvSpPr>
        <p:spPr>
          <a:xfrm>
            <a:off x="5719095" y="5599306"/>
            <a:ext cx="1876453"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Tree>
    <p:extLst>
      <p:ext uri="{BB962C8B-B14F-4D97-AF65-F5344CB8AC3E}">
        <p14:creationId xmlns:p14="http://schemas.microsoft.com/office/powerpoint/2010/main" val="624755858"/>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0">
                                            <p:graphicEl>
                                              <a:chart seriesIdx="-3" categoryIdx="-3" bldStep="gridLegend"/>
                                            </p:graphicEl>
                                          </p:spTgt>
                                        </p:tgtEl>
                                        <p:attrNameLst>
                                          <p:attrName>style.visibility</p:attrName>
                                        </p:attrNameLst>
                                      </p:cBhvr>
                                      <p:to>
                                        <p:strVal val="visible"/>
                                      </p:to>
                                    </p:set>
                                    <p:animEffect transition="in" filter="wipe(left)">
                                      <p:cBhvr>
                                        <p:cTn id="7" dur="500"/>
                                        <p:tgtEl>
                                          <p:spTgt spid="30">
                                            <p:graphicEl>
                                              <a:chart seriesIdx="-3" categoryIdx="-3" bldStep="gridLegend"/>
                                            </p:graphicEl>
                                          </p:spTgt>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30">
                                            <p:graphicEl>
                                              <a:chart seriesIdx="0" categoryIdx="-4" bldStep="series"/>
                                            </p:graphicEl>
                                          </p:spTgt>
                                        </p:tgtEl>
                                        <p:attrNameLst>
                                          <p:attrName>style.visibility</p:attrName>
                                        </p:attrNameLst>
                                      </p:cBhvr>
                                      <p:to>
                                        <p:strVal val="visible"/>
                                      </p:to>
                                    </p:set>
                                    <p:animEffect transition="in" filter="wipe(left)">
                                      <p:cBhvr>
                                        <p:cTn id="11" dur="500"/>
                                        <p:tgtEl>
                                          <p:spTgt spid="30">
                                            <p:graphicEl>
                                              <a:chart seriesIdx="0" categoryIdx="-4" bldStep="series"/>
                                            </p:graphicEl>
                                          </p:spTgt>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0">
                                            <p:graphicEl>
                                              <a:chart seriesIdx="1" categoryIdx="-4" bldStep="series"/>
                                            </p:graphicEl>
                                          </p:spTgt>
                                        </p:tgtEl>
                                        <p:attrNameLst>
                                          <p:attrName>style.visibility</p:attrName>
                                        </p:attrNameLst>
                                      </p:cBhvr>
                                      <p:to>
                                        <p:strVal val="visible"/>
                                      </p:to>
                                    </p:set>
                                    <p:animEffect transition="in" filter="wipe(left)">
                                      <p:cBhvr>
                                        <p:cTn id="15" dur="500"/>
                                        <p:tgtEl>
                                          <p:spTgt spid="30">
                                            <p:graphicEl>
                                              <a:chart seriesIdx="1" categoryIdx="-4" bldStep="series"/>
                                            </p:graphicEl>
                                          </p:spTgt>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30">
                                            <p:graphicEl>
                                              <a:chart seriesIdx="2" categoryIdx="-4" bldStep="series"/>
                                            </p:graphicEl>
                                          </p:spTgt>
                                        </p:tgtEl>
                                        <p:attrNameLst>
                                          <p:attrName>style.visibility</p:attrName>
                                        </p:attrNameLst>
                                      </p:cBhvr>
                                      <p:to>
                                        <p:strVal val="visible"/>
                                      </p:to>
                                    </p:set>
                                    <p:animEffect transition="in" filter="wipe(left)">
                                      <p:cBhvr>
                                        <p:cTn id="19" dur="500"/>
                                        <p:tgtEl>
                                          <p:spTgt spid="30">
                                            <p:graphicEl>
                                              <a:chart seriesIdx="2" categoryIdx="-4" bldStep="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30" grpId="0">
        <p:bldSub>
          <a:bldChart bld="series"/>
        </p:bldSub>
      </p:bldGraphic>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103</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4" name="Chart 13"/>
          <p:cNvGraphicFramePr/>
          <p:nvPr>
            <p:extLst>
              <p:ext uri="{D42A27DB-BD31-4B8C-83A1-F6EECF244321}">
                <p14:modId xmlns:p14="http://schemas.microsoft.com/office/powerpoint/2010/main" val="335675330"/>
              </p:ext>
            </p:extLst>
          </p:nvPr>
        </p:nvGraphicFramePr>
        <p:xfrm>
          <a:off x="4096545" y="1609048"/>
          <a:ext cx="2731386" cy="2838501"/>
        </p:xfrm>
        <a:graphic>
          <a:graphicData uri="http://schemas.openxmlformats.org/drawingml/2006/chart">
            <c:chart xmlns:c="http://schemas.openxmlformats.org/drawingml/2006/chart" xmlns:r="http://schemas.openxmlformats.org/officeDocument/2006/relationships" r:id="rId2"/>
          </a:graphicData>
        </a:graphic>
      </p:graphicFrame>
      <p:cxnSp>
        <p:nvCxnSpPr>
          <p:cNvPr id="16" name="Straight Connector 15"/>
          <p:cNvCxnSpPr/>
          <p:nvPr/>
        </p:nvCxnSpPr>
        <p:spPr>
          <a:xfrm flipH="1">
            <a:off x="876300" y="1778298"/>
            <a:ext cx="3383546" cy="0"/>
          </a:xfrm>
          <a:prstGeom prst="line">
            <a:avLst/>
          </a:prstGeom>
          <a:ln w="12700">
            <a:solidFill>
              <a:schemeClr val="accent6"/>
            </a:solidFill>
          </a:ln>
        </p:spPr>
        <p:style>
          <a:lnRef idx="1">
            <a:schemeClr val="accent1"/>
          </a:lnRef>
          <a:fillRef idx="0">
            <a:schemeClr val="accent1"/>
          </a:fillRef>
          <a:effectRef idx="0">
            <a:schemeClr val="accent1"/>
          </a:effectRef>
          <a:fontRef idx="minor">
            <a:schemeClr val="tx1"/>
          </a:fontRef>
        </p:style>
      </p:cxnSp>
      <p:sp>
        <p:nvSpPr>
          <p:cNvPr id="17" name="Oval 16"/>
          <p:cNvSpPr/>
          <p:nvPr/>
        </p:nvSpPr>
        <p:spPr>
          <a:xfrm>
            <a:off x="876300" y="1950909"/>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TextBox 17"/>
          <p:cNvSpPr txBox="1"/>
          <p:nvPr/>
        </p:nvSpPr>
        <p:spPr>
          <a:xfrm>
            <a:off x="1557980" y="2049964"/>
            <a:ext cx="1173719" cy="369332"/>
          </a:xfrm>
          <a:prstGeom prst="rect">
            <a:avLst/>
          </a:prstGeom>
          <a:noFill/>
        </p:spPr>
        <p:txBody>
          <a:bodyPr wrap="none" rtlCol="0">
            <a:spAutoFit/>
          </a:bodyPr>
          <a:lstStyle/>
          <a:p>
            <a:r>
              <a:rPr lang="en-US">
                <a:solidFill>
                  <a:schemeClr val="tx1">
                    <a:lumMod val="50000"/>
                    <a:lumOff val="50000"/>
                  </a:schemeClr>
                </a:solidFill>
                <a:latin typeface="Abel" panose="02000506030000020004" pitchFamily="2" charset="0"/>
              </a:rPr>
              <a:t>SOLUTIONS</a:t>
            </a:r>
          </a:p>
        </p:txBody>
      </p:sp>
      <p:cxnSp>
        <p:nvCxnSpPr>
          <p:cNvPr id="20" name="Straight Connector 19"/>
          <p:cNvCxnSpPr/>
          <p:nvPr/>
        </p:nvCxnSpPr>
        <p:spPr>
          <a:xfrm>
            <a:off x="876300" y="2844209"/>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876299" y="2945957"/>
            <a:ext cx="1611719" cy="923330"/>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MAIN</a:t>
            </a:r>
          </a:p>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STRATEGY</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Lid est laborum dolo rumes fugats untras.  </a:t>
            </a:r>
          </a:p>
        </p:txBody>
      </p:sp>
      <p:cxnSp>
        <p:nvCxnSpPr>
          <p:cNvPr id="22" name="Straight Connector 21"/>
          <p:cNvCxnSpPr/>
          <p:nvPr/>
        </p:nvCxnSpPr>
        <p:spPr>
          <a:xfrm>
            <a:off x="2488018" y="2833577"/>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2442255" y="2909221"/>
            <a:ext cx="1742819" cy="1323439"/>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48%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cxnSp>
        <p:nvCxnSpPr>
          <p:cNvPr id="26" name="Straight Connector 25"/>
          <p:cNvCxnSpPr/>
          <p:nvPr/>
        </p:nvCxnSpPr>
        <p:spPr>
          <a:xfrm>
            <a:off x="876300" y="4364665"/>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28" name="Freeform 27"/>
          <p:cNvSpPr>
            <a:spLocks noChangeArrowheads="1"/>
          </p:cNvSpPr>
          <p:nvPr/>
        </p:nvSpPr>
        <p:spPr bwMode="auto">
          <a:xfrm>
            <a:off x="879094" y="4519370"/>
            <a:ext cx="169409" cy="399662"/>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9" name="Freeform 28"/>
          <p:cNvSpPr>
            <a:spLocks/>
          </p:cNvSpPr>
          <p:nvPr/>
        </p:nvSpPr>
        <p:spPr bwMode="auto">
          <a:xfrm>
            <a:off x="877219" y="5274288"/>
            <a:ext cx="171284" cy="399662"/>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0" name="TextBox 29"/>
          <p:cNvSpPr txBox="1"/>
          <p:nvPr/>
        </p:nvSpPr>
        <p:spPr>
          <a:xfrm>
            <a:off x="1242359" y="4464243"/>
            <a:ext cx="124566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MAN: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85%</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1" name="TextBox 30"/>
          <p:cNvSpPr txBox="1"/>
          <p:nvPr/>
        </p:nvSpPr>
        <p:spPr>
          <a:xfrm>
            <a:off x="1242359" y="5220203"/>
            <a:ext cx="124566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WOMAN: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50%</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32" name="Straight Connector 31"/>
          <p:cNvCxnSpPr/>
          <p:nvPr/>
        </p:nvCxnSpPr>
        <p:spPr>
          <a:xfrm>
            <a:off x="2488018" y="4354033"/>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33" name="extBox 3"/>
          <p:cNvSpPr txBox="1"/>
          <p:nvPr/>
        </p:nvSpPr>
        <p:spPr>
          <a:xfrm>
            <a:off x="2568073" y="4464243"/>
            <a:ext cx="4127721" cy="11387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grpSp>
        <p:nvGrpSpPr>
          <p:cNvPr id="34" name="Group 33"/>
          <p:cNvGrpSpPr/>
          <p:nvPr/>
        </p:nvGrpSpPr>
        <p:grpSpPr>
          <a:xfrm>
            <a:off x="7207904" y="1779931"/>
            <a:ext cx="3703759" cy="2332052"/>
            <a:chOff x="2976146" y="1795408"/>
            <a:chExt cx="6239709" cy="3928801"/>
          </a:xfrm>
        </p:grpSpPr>
        <p:sp>
          <p:nvSpPr>
            <p:cNvPr id="35" name="Freeform 53"/>
            <p:cNvSpPr>
              <a:spLocks noChangeAspect="1"/>
            </p:cNvSpPr>
            <p:nvPr/>
          </p:nvSpPr>
          <p:spPr bwMode="gray">
            <a:xfrm>
              <a:off x="8420785" y="5310376"/>
              <a:ext cx="63606" cy="75084"/>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54"/>
            <p:cNvSpPr>
              <a:spLocks noChangeAspect="1"/>
            </p:cNvSpPr>
            <p:nvPr/>
          </p:nvSpPr>
          <p:spPr bwMode="gray">
            <a:xfrm>
              <a:off x="7869006" y="4666052"/>
              <a:ext cx="706022" cy="60590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55"/>
            <p:cNvSpPr>
              <a:spLocks noChangeAspect="1"/>
            </p:cNvSpPr>
            <p:nvPr/>
          </p:nvSpPr>
          <p:spPr bwMode="gray">
            <a:xfrm>
              <a:off x="8799238" y="5308629"/>
              <a:ext cx="135162" cy="160644"/>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56"/>
            <p:cNvSpPr>
              <a:spLocks noChangeAspect="1"/>
            </p:cNvSpPr>
            <p:nvPr/>
          </p:nvSpPr>
          <p:spPr bwMode="gray">
            <a:xfrm>
              <a:off x="8907368" y="5160208"/>
              <a:ext cx="100179" cy="172868"/>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57"/>
            <p:cNvSpPr>
              <a:spLocks noChangeAspect="1"/>
            </p:cNvSpPr>
            <p:nvPr/>
          </p:nvSpPr>
          <p:spPr bwMode="gray">
            <a:xfrm>
              <a:off x="8754714" y="4854634"/>
              <a:ext cx="50884" cy="45399"/>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58"/>
            <p:cNvSpPr>
              <a:spLocks noChangeAspect="1"/>
            </p:cNvSpPr>
            <p:nvPr/>
          </p:nvSpPr>
          <p:spPr bwMode="gray">
            <a:xfrm>
              <a:off x="7104149" y="3545034"/>
              <a:ext cx="192407" cy="10127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59"/>
            <p:cNvSpPr>
              <a:spLocks noChangeAspect="1"/>
            </p:cNvSpPr>
            <p:nvPr/>
          </p:nvSpPr>
          <p:spPr bwMode="gray">
            <a:xfrm>
              <a:off x="7072346" y="3600910"/>
              <a:ext cx="131982" cy="108260"/>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60"/>
            <p:cNvSpPr>
              <a:spLocks noChangeAspect="1"/>
            </p:cNvSpPr>
            <p:nvPr/>
          </p:nvSpPr>
          <p:spPr bwMode="gray">
            <a:xfrm>
              <a:off x="7134361" y="3623611"/>
              <a:ext cx="4771" cy="698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61"/>
            <p:cNvSpPr>
              <a:spLocks noChangeAspect="1"/>
            </p:cNvSpPr>
            <p:nvPr/>
          </p:nvSpPr>
          <p:spPr bwMode="gray">
            <a:xfrm>
              <a:off x="7145493" y="3627103"/>
              <a:ext cx="4771" cy="3492"/>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62"/>
            <p:cNvSpPr>
              <a:spLocks noChangeAspect="1"/>
            </p:cNvSpPr>
            <p:nvPr/>
          </p:nvSpPr>
          <p:spPr bwMode="gray">
            <a:xfrm>
              <a:off x="7126411" y="3630595"/>
              <a:ext cx="3180" cy="3492"/>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63"/>
            <p:cNvSpPr>
              <a:spLocks noChangeAspect="1"/>
            </p:cNvSpPr>
            <p:nvPr/>
          </p:nvSpPr>
          <p:spPr bwMode="gray">
            <a:xfrm>
              <a:off x="6951496" y="3665518"/>
              <a:ext cx="251242" cy="209536"/>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64"/>
            <p:cNvSpPr>
              <a:spLocks noChangeAspect="1"/>
            </p:cNvSpPr>
            <p:nvPr/>
          </p:nvSpPr>
          <p:spPr bwMode="gray">
            <a:xfrm>
              <a:off x="7558929" y="4353495"/>
              <a:ext cx="189227" cy="220013"/>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65"/>
            <p:cNvSpPr>
              <a:spLocks noChangeAspect="1"/>
            </p:cNvSpPr>
            <p:nvPr/>
          </p:nvSpPr>
          <p:spPr bwMode="gray">
            <a:xfrm>
              <a:off x="7733844" y="4573507"/>
              <a:ext cx="160605" cy="55876"/>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8" name="Freeform 66"/>
            <p:cNvSpPr>
              <a:spLocks noChangeAspect="1"/>
            </p:cNvSpPr>
            <p:nvPr/>
          </p:nvSpPr>
          <p:spPr bwMode="gray">
            <a:xfrm>
              <a:off x="7797450" y="4377940"/>
              <a:ext cx="173326" cy="162391"/>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9" name="Freeform 67"/>
            <p:cNvSpPr>
              <a:spLocks noChangeAspect="1"/>
            </p:cNvSpPr>
            <p:nvPr/>
          </p:nvSpPr>
          <p:spPr bwMode="gray">
            <a:xfrm>
              <a:off x="8485980" y="4540330"/>
              <a:ext cx="69966" cy="41907"/>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0" name="Freeform 68"/>
            <p:cNvSpPr>
              <a:spLocks noChangeAspect="1"/>
            </p:cNvSpPr>
            <p:nvPr/>
          </p:nvSpPr>
          <p:spPr bwMode="gray">
            <a:xfrm>
              <a:off x="8357179" y="4510647"/>
              <a:ext cx="173326" cy="155406"/>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51" name="Group 69"/>
            <p:cNvGrpSpPr>
              <a:grpSpLocks noChangeAspect="1"/>
            </p:cNvGrpSpPr>
            <p:nvPr/>
          </p:nvGrpSpPr>
          <p:grpSpPr bwMode="gray">
            <a:xfrm>
              <a:off x="7942152" y="4100305"/>
              <a:ext cx="162194" cy="254936"/>
              <a:chOff x="3802" y="2280"/>
              <a:chExt cx="102" cy="146"/>
            </a:xfrm>
            <a:solidFill>
              <a:schemeClr val="bg1">
                <a:lumMod val="75000"/>
              </a:schemeClr>
            </a:solidFill>
          </p:grpSpPr>
          <p:sp>
            <p:nvSpPr>
              <p:cNvPr id="37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2" name="Freeform 81"/>
            <p:cNvSpPr>
              <a:spLocks noChangeAspect="1"/>
            </p:cNvSpPr>
            <p:nvPr/>
          </p:nvSpPr>
          <p:spPr bwMode="gray">
            <a:xfrm>
              <a:off x="7884907" y="4363971"/>
              <a:ext cx="23853" cy="20954"/>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82"/>
            <p:cNvSpPr>
              <a:spLocks noChangeAspect="1"/>
            </p:cNvSpPr>
            <p:nvPr/>
          </p:nvSpPr>
          <p:spPr bwMode="gray">
            <a:xfrm>
              <a:off x="7921481" y="4522869"/>
              <a:ext cx="4771" cy="15716"/>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83"/>
            <p:cNvSpPr>
              <a:spLocks noChangeAspect="1"/>
            </p:cNvSpPr>
            <p:nvPr/>
          </p:nvSpPr>
          <p:spPr bwMode="gray">
            <a:xfrm>
              <a:off x="8072544" y="4620652"/>
              <a:ext cx="42934" cy="20954"/>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84"/>
            <p:cNvSpPr>
              <a:spLocks noChangeAspect="1"/>
            </p:cNvSpPr>
            <p:nvPr/>
          </p:nvSpPr>
          <p:spPr bwMode="gray">
            <a:xfrm>
              <a:off x="8051872" y="4634622"/>
              <a:ext cx="27033" cy="24446"/>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6" name="Freeform 85"/>
            <p:cNvSpPr>
              <a:spLocks noChangeAspect="1"/>
            </p:cNvSpPr>
            <p:nvPr/>
          </p:nvSpPr>
          <p:spPr bwMode="gray">
            <a:xfrm>
              <a:off x="8128199" y="4514139"/>
              <a:ext cx="50884" cy="20954"/>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7" name="Freeform 86"/>
            <p:cNvSpPr>
              <a:spLocks noChangeAspect="1"/>
            </p:cNvSpPr>
            <p:nvPr/>
          </p:nvSpPr>
          <p:spPr bwMode="gray">
            <a:xfrm>
              <a:off x="7970775" y="4428578"/>
              <a:ext cx="109720" cy="141437"/>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8" name="Freeform 87"/>
            <p:cNvSpPr>
              <a:spLocks noChangeAspect="1"/>
            </p:cNvSpPr>
            <p:nvPr/>
          </p:nvSpPr>
          <p:spPr bwMode="gray">
            <a:xfrm>
              <a:off x="8118658" y="4418101"/>
              <a:ext cx="25442" cy="59369"/>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88"/>
            <p:cNvSpPr>
              <a:spLocks noChangeAspect="1"/>
            </p:cNvSpPr>
            <p:nvPr/>
          </p:nvSpPr>
          <p:spPr bwMode="gray">
            <a:xfrm>
              <a:off x="8180673" y="4468739"/>
              <a:ext cx="181276" cy="167629"/>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0" name="Freeform 89"/>
            <p:cNvSpPr>
              <a:spLocks noChangeAspect="1"/>
            </p:cNvSpPr>
            <p:nvPr/>
          </p:nvSpPr>
          <p:spPr bwMode="gray">
            <a:xfrm>
              <a:off x="8528915" y="4510647"/>
              <a:ext cx="41344" cy="41907"/>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90"/>
            <p:cNvSpPr>
              <a:spLocks noChangeAspect="1"/>
            </p:cNvSpPr>
            <p:nvPr/>
          </p:nvSpPr>
          <p:spPr bwMode="gray">
            <a:xfrm>
              <a:off x="7678189" y="4007760"/>
              <a:ext cx="125622" cy="28985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91"/>
            <p:cNvSpPr>
              <a:spLocks noChangeAspect="1"/>
            </p:cNvSpPr>
            <p:nvPr/>
          </p:nvSpPr>
          <p:spPr bwMode="gray">
            <a:xfrm>
              <a:off x="7808581" y="4329049"/>
              <a:ext cx="168555" cy="11524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3" name="Freeform 92"/>
            <p:cNvSpPr>
              <a:spLocks noChangeAspect="1"/>
            </p:cNvSpPr>
            <p:nvPr/>
          </p:nvSpPr>
          <p:spPr bwMode="gray">
            <a:xfrm>
              <a:off x="7644797" y="4332541"/>
              <a:ext cx="71557" cy="10302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4" name="Freeform 93"/>
            <p:cNvSpPr>
              <a:spLocks noChangeAspect="1"/>
            </p:cNvSpPr>
            <p:nvPr/>
          </p:nvSpPr>
          <p:spPr bwMode="gray">
            <a:xfrm>
              <a:off x="7600273" y="4058397"/>
              <a:ext cx="136752" cy="2950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5" name="Freeform 94"/>
            <p:cNvSpPr>
              <a:spLocks noChangeAspect="1"/>
            </p:cNvSpPr>
            <p:nvPr/>
          </p:nvSpPr>
          <p:spPr bwMode="gray">
            <a:xfrm>
              <a:off x="7506454" y="3899500"/>
              <a:ext cx="154244" cy="366688"/>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6" name="Freeform 95"/>
            <p:cNvSpPr>
              <a:spLocks noChangeAspect="1"/>
            </p:cNvSpPr>
            <p:nvPr/>
          </p:nvSpPr>
          <p:spPr bwMode="gray">
            <a:xfrm>
              <a:off x="7681369" y="4178881"/>
              <a:ext cx="92228" cy="82069"/>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96"/>
            <p:cNvSpPr>
              <a:spLocks noChangeAspect="1"/>
            </p:cNvSpPr>
            <p:nvPr/>
          </p:nvSpPr>
          <p:spPr bwMode="gray">
            <a:xfrm>
              <a:off x="7644797" y="4021729"/>
              <a:ext cx="125622" cy="171121"/>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68" name="Group 97"/>
            <p:cNvGrpSpPr>
              <a:grpSpLocks noChangeAspect="1"/>
            </p:cNvGrpSpPr>
            <p:nvPr/>
          </p:nvGrpSpPr>
          <p:grpSpPr bwMode="gray">
            <a:xfrm>
              <a:off x="6957856" y="3702186"/>
              <a:ext cx="637647" cy="646069"/>
              <a:chOff x="3183" y="2052"/>
              <a:chExt cx="401" cy="370"/>
            </a:xfrm>
            <a:solidFill>
              <a:schemeClr val="bg1">
                <a:lumMod val="75000"/>
              </a:schemeClr>
            </a:solidFill>
          </p:grpSpPr>
          <p:sp>
            <p:nvSpPr>
              <p:cNvPr id="37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9" name="Freeform 105"/>
            <p:cNvSpPr>
              <a:spLocks noChangeAspect="1"/>
            </p:cNvSpPr>
            <p:nvPr/>
          </p:nvSpPr>
          <p:spPr bwMode="gray">
            <a:xfrm>
              <a:off x="7991447" y="3964106"/>
              <a:ext cx="30213" cy="69845"/>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70" name="Group 106"/>
            <p:cNvGrpSpPr>
              <a:grpSpLocks noChangeAspect="1"/>
            </p:cNvGrpSpPr>
            <p:nvPr/>
          </p:nvGrpSpPr>
          <p:grpSpPr bwMode="gray">
            <a:xfrm>
              <a:off x="8158411" y="3487412"/>
              <a:ext cx="283045" cy="352719"/>
              <a:chOff x="3938" y="1929"/>
              <a:chExt cx="178" cy="202"/>
            </a:xfrm>
            <a:solidFill>
              <a:schemeClr val="bg1">
                <a:lumMod val="75000"/>
              </a:schemeClr>
            </a:solidFill>
          </p:grpSpPr>
          <p:sp>
            <p:nvSpPr>
              <p:cNvPr id="36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1" name="Freeform 111"/>
            <p:cNvSpPr>
              <a:spLocks noChangeAspect="1"/>
            </p:cNvSpPr>
            <p:nvPr/>
          </p:nvSpPr>
          <p:spPr bwMode="gray">
            <a:xfrm>
              <a:off x="8096396" y="3665518"/>
              <a:ext cx="60425" cy="9953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112"/>
            <p:cNvSpPr>
              <a:spLocks noChangeAspect="1"/>
            </p:cNvSpPr>
            <p:nvPr/>
          </p:nvSpPr>
          <p:spPr bwMode="gray">
            <a:xfrm>
              <a:off x="7428538" y="3291845"/>
              <a:ext cx="551779" cy="29684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3" name="Freeform 113"/>
            <p:cNvSpPr>
              <a:spLocks noChangeAspect="1"/>
            </p:cNvSpPr>
            <p:nvPr/>
          </p:nvSpPr>
          <p:spPr bwMode="gray">
            <a:xfrm>
              <a:off x="7791090" y="4068874"/>
              <a:ext cx="41344" cy="40162"/>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4" name="Freeform 114"/>
            <p:cNvSpPr>
              <a:spLocks noChangeAspect="1"/>
            </p:cNvSpPr>
            <p:nvPr/>
          </p:nvSpPr>
          <p:spPr bwMode="gray">
            <a:xfrm>
              <a:off x="7180476" y="3251684"/>
              <a:ext cx="1068574" cy="815445"/>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115"/>
            <p:cNvSpPr>
              <a:spLocks noChangeAspect="1"/>
            </p:cNvSpPr>
            <p:nvPr/>
          </p:nvSpPr>
          <p:spPr bwMode="gray">
            <a:xfrm>
              <a:off x="8066183" y="3553765"/>
              <a:ext cx="109720" cy="132706"/>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76" name="Group 116"/>
            <p:cNvGrpSpPr>
              <a:grpSpLocks noChangeAspect="1"/>
            </p:cNvGrpSpPr>
            <p:nvPr/>
          </p:nvGrpSpPr>
          <p:grpSpPr bwMode="gray">
            <a:xfrm>
              <a:off x="6237522" y="1795409"/>
              <a:ext cx="2978333" cy="1802010"/>
              <a:chOff x="2730" y="960"/>
              <a:chExt cx="1873" cy="1032"/>
            </a:xfrm>
            <a:solidFill>
              <a:schemeClr val="bg1">
                <a:lumMod val="75000"/>
              </a:schemeClr>
            </a:solidFill>
          </p:grpSpPr>
          <p:grpSp>
            <p:nvGrpSpPr>
              <p:cNvPr id="351" name="Group 117"/>
              <p:cNvGrpSpPr>
                <a:grpSpLocks noChangeAspect="1"/>
              </p:cNvGrpSpPr>
              <p:nvPr/>
            </p:nvGrpSpPr>
            <p:grpSpPr bwMode="gray">
              <a:xfrm>
                <a:off x="3044" y="960"/>
                <a:ext cx="1473" cy="481"/>
                <a:chOff x="3044" y="960"/>
                <a:chExt cx="1473" cy="481"/>
              </a:xfrm>
              <a:grpFill/>
            </p:grpSpPr>
            <p:sp>
              <p:nvSpPr>
                <p:cNvPr id="35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5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77" name="Group 135"/>
            <p:cNvGrpSpPr>
              <a:grpSpLocks noChangeAspect="1"/>
            </p:cNvGrpSpPr>
            <p:nvPr/>
          </p:nvGrpSpPr>
          <p:grpSpPr bwMode="gray">
            <a:xfrm>
              <a:off x="6352012" y="3574719"/>
              <a:ext cx="648777" cy="644324"/>
              <a:chOff x="2802" y="1979"/>
              <a:chExt cx="408" cy="369"/>
            </a:xfrm>
            <a:solidFill>
              <a:schemeClr val="bg1">
                <a:lumMod val="75000"/>
              </a:schemeClr>
            </a:solidFill>
          </p:grpSpPr>
          <p:sp>
            <p:nvSpPr>
              <p:cNvPr id="32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23" name="Group 137"/>
              <p:cNvGrpSpPr>
                <a:grpSpLocks noChangeAspect="1"/>
              </p:cNvGrpSpPr>
              <p:nvPr/>
            </p:nvGrpSpPr>
            <p:grpSpPr bwMode="gray">
              <a:xfrm>
                <a:off x="2889" y="2101"/>
                <a:ext cx="17" cy="51"/>
                <a:chOff x="2889" y="2101"/>
                <a:chExt cx="17" cy="51"/>
              </a:xfrm>
              <a:grpFill/>
            </p:grpSpPr>
            <p:sp>
              <p:nvSpPr>
                <p:cNvPr id="34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25" name="Group 142"/>
              <p:cNvGrpSpPr>
                <a:grpSpLocks noChangeAspect="1"/>
              </p:cNvGrpSpPr>
              <p:nvPr/>
            </p:nvGrpSpPr>
            <p:grpSpPr bwMode="gray">
              <a:xfrm>
                <a:off x="2896" y="2116"/>
                <a:ext cx="231" cy="189"/>
                <a:chOff x="2896" y="2116"/>
                <a:chExt cx="231" cy="189"/>
              </a:xfrm>
              <a:grpFill/>
            </p:grpSpPr>
            <p:sp>
              <p:nvSpPr>
                <p:cNvPr id="34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26" name="Group 145"/>
              <p:cNvGrpSpPr>
                <a:grpSpLocks noChangeAspect="1"/>
              </p:cNvGrpSpPr>
              <p:nvPr/>
            </p:nvGrpSpPr>
            <p:grpSpPr bwMode="gray">
              <a:xfrm>
                <a:off x="2984" y="2276"/>
                <a:ext cx="114" cy="72"/>
                <a:chOff x="2984" y="2276"/>
                <a:chExt cx="114" cy="72"/>
              </a:xfrm>
              <a:grpFill/>
            </p:grpSpPr>
            <p:sp>
              <p:nvSpPr>
                <p:cNvPr id="34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28" name="Group 149"/>
              <p:cNvGrpSpPr>
                <a:grpSpLocks noChangeAspect="1"/>
              </p:cNvGrpSpPr>
              <p:nvPr/>
            </p:nvGrpSpPr>
            <p:grpSpPr bwMode="gray">
              <a:xfrm>
                <a:off x="3086" y="2189"/>
                <a:ext cx="85" cy="114"/>
                <a:chOff x="3086" y="2189"/>
                <a:chExt cx="85" cy="114"/>
              </a:xfrm>
              <a:grpFill/>
            </p:grpSpPr>
            <p:sp>
              <p:nvSpPr>
                <p:cNvPr id="34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30" name="Group 153"/>
              <p:cNvGrpSpPr>
                <a:grpSpLocks noChangeAspect="1"/>
              </p:cNvGrpSpPr>
              <p:nvPr/>
            </p:nvGrpSpPr>
            <p:grpSpPr bwMode="gray">
              <a:xfrm>
                <a:off x="3000" y="2012"/>
                <a:ext cx="210" cy="192"/>
                <a:chOff x="3000" y="2012"/>
                <a:chExt cx="210" cy="192"/>
              </a:xfrm>
              <a:grpFill/>
            </p:grpSpPr>
            <p:sp>
              <p:nvSpPr>
                <p:cNvPr id="34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34" name="Group 159"/>
              <p:cNvGrpSpPr>
                <a:grpSpLocks noChangeAspect="1"/>
              </p:cNvGrpSpPr>
              <p:nvPr/>
            </p:nvGrpSpPr>
            <p:grpSpPr bwMode="gray">
              <a:xfrm>
                <a:off x="2802" y="1979"/>
                <a:ext cx="205" cy="88"/>
                <a:chOff x="2802" y="1979"/>
                <a:chExt cx="205" cy="88"/>
              </a:xfrm>
              <a:grpFill/>
            </p:grpSpPr>
            <p:sp>
              <p:nvSpPr>
                <p:cNvPr id="33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8" name="Freeform 165"/>
            <p:cNvSpPr>
              <a:spLocks noChangeAspect="1"/>
            </p:cNvSpPr>
            <p:nvPr/>
          </p:nvSpPr>
          <p:spPr bwMode="gray">
            <a:xfrm>
              <a:off x="6654139" y="3593926"/>
              <a:ext cx="54065" cy="61115"/>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166"/>
            <p:cNvSpPr>
              <a:spLocks noChangeAspect="1"/>
            </p:cNvSpPr>
            <p:nvPr/>
          </p:nvSpPr>
          <p:spPr bwMode="gray">
            <a:xfrm>
              <a:off x="6708204" y="3185330"/>
              <a:ext cx="709202" cy="415580"/>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167"/>
            <p:cNvSpPr>
              <a:spLocks noChangeAspect="1"/>
            </p:cNvSpPr>
            <p:nvPr/>
          </p:nvSpPr>
          <p:spPr bwMode="gray">
            <a:xfrm>
              <a:off x="6592124" y="3536304"/>
              <a:ext cx="117670" cy="62861"/>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168"/>
            <p:cNvSpPr>
              <a:spLocks noChangeAspect="1"/>
            </p:cNvSpPr>
            <p:nvPr/>
          </p:nvSpPr>
          <p:spPr bwMode="gray">
            <a:xfrm>
              <a:off x="6873578" y="3482173"/>
              <a:ext cx="298946" cy="213028"/>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2" name="Freeform 169"/>
            <p:cNvSpPr>
              <a:spLocks noChangeAspect="1"/>
            </p:cNvSpPr>
            <p:nvPr/>
          </p:nvSpPr>
          <p:spPr bwMode="gray">
            <a:xfrm>
              <a:off x="6811563" y="3555511"/>
              <a:ext cx="248062" cy="18858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83" name="Group 170"/>
            <p:cNvGrpSpPr>
              <a:grpSpLocks noChangeAspect="1"/>
            </p:cNvGrpSpPr>
            <p:nvPr/>
          </p:nvGrpSpPr>
          <p:grpSpPr bwMode="gray">
            <a:xfrm>
              <a:off x="6677991" y="3579957"/>
              <a:ext cx="96999" cy="85561"/>
              <a:chOff x="3007" y="1982"/>
              <a:chExt cx="61" cy="49"/>
            </a:xfrm>
            <a:solidFill>
              <a:schemeClr val="bg1">
                <a:lumMod val="75000"/>
              </a:schemeClr>
            </a:solidFill>
          </p:grpSpPr>
          <p:sp>
            <p:nvSpPr>
              <p:cNvPr id="32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4" name="Freeform 173"/>
            <p:cNvSpPr>
              <a:spLocks noChangeAspect="1"/>
            </p:cNvSpPr>
            <p:nvPr/>
          </p:nvSpPr>
          <p:spPr bwMode="gray">
            <a:xfrm>
              <a:off x="5469486" y="2743559"/>
              <a:ext cx="190817" cy="143183"/>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85" name="Group 222"/>
            <p:cNvGrpSpPr>
              <a:grpSpLocks noChangeAspect="1"/>
            </p:cNvGrpSpPr>
            <p:nvPr/>
          </p:nvGrpSpPr>
          <p:grpSpPr bwMode="gray">
            <a:xfrm>
              <a:off x="6083280" y="1795408"/>
              <a:ext cx="287816" cy="326528"/>
              <a:chOff x="3202" y="1036"/>
              <a:chExt cx="181" cy="187"/>
            </a:xfrm>
            <a:solidFill>
              <a:schemeClr val="bg1">
                <a:lumMod val="75000"/>
              </a:schemeClr>
            </a:solidFill>
          </p:grpSpPr>
          <p:sp>
            <p:nvSpPr>
              <p:cNvPr id="31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6" name="Freeform 229"/>
            <p:cNvSpPr>
              <a:spLocks noChangeAspect="1"/>
            </p:cNvSpPr>
            <p:nvPr/>
          </p:nvSpPr>
          <p:spPr bwMode="gray">
            <a:xfrm>
              <a:off x="5129196" y="3024686"/>
              <a:ext cx="6361" cy="698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230"/>
            <p:cNvSpPr>
              <a:spLocks noChangeAspect="1"/>
            </p:cNvSpPr>
            <p:nvPr/>
          </p:nvSpPr>
          <p:spPr bwMode="gray">
            <a:xfrm>
              <a:off x="5467895" y="2390840"/>
              <a:ext cx="46115" cy="48892"/>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231"/>
            <p:cNvSpPr>
              <a:spLocks noChangeAspect="1"/>
            </p:cNvSpPr>
            <p:nvPr/>
          </p:nvSpPr>
          <p:spPr bwMode="gray">
            <a:xfrm>
              <a:off x="5407470" y="2504338"/>
              <a:ext cx="46115" cy="34923"/>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232"/>
            <p:cNvSpPr>
              <a:spLocks noChangeAspect="1"/>
            </p:cNvSpPr>
            <p:nvPr/>
          </p:nvSpPr>
          <p:spPr bwMode="gray">
            <a:xfrm>
              <a:off x="5130786" y="3019448"/>
              <a:ext cx="14312" cy="523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233"/>
            <p:cNvSpPr>
              <a:spLocks noChangeAspect="1"/>
            </p:cNvSpPr>
            <p:nvPr/>
          </p:nvSpPr>
          <p:spPr bwMode="gray">
            <a:xfrm>
              <a:off x="4625121" y="1795408"/>
              <a:ext cx="965216" cy="122578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234"/>
            <p:cNvSpPr>
              <a:spLocks noChangeAspect="1"/>
            </p:cNvSpPr>
            <p:nvPr/>
          </p:nvSpPr>
          <p:spPr bwMode="gray">
            <a:xfrm>
              <a:off x="4939969" y="2546246"/>
              <a:ext cx="52475" cy="57623"/>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235"/>
            <p:cNvSpPr>
              <a:spLocks noChangeAspect="1"/>
            </p:cNvSpPr>
            <p:nvPr/>
          </p:nvSpPr>
          <p:spPr bwMode="gray">
            <a:xfrm>
              <a:off x="4695087" y="2050344"/>
              <a:ext cx="52475" cy="20954"/>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93" name="Group 236"/>
            <p:cNvGrpSpPr>
              <a:grpSpLocks noChangeAspect="1"/>
            </p:cNvGrpSpPr>
            <p:nvPr/>
          </p:nvGrpSpPr>
          <p:grpSpPr bwMode="gray">
            <a:xfrm>
              <a:off x="4478828" y="4222534"/>
              <a:ext cx="809382" cy="1501675"/>
              <a:chOff x="1624" y="2350"/>
              <a:chExt cx="509" cy="860"/>
            </a:xfrm>
            <a:solidFill>
              <a:schemeClr val="bg1">
                <a:lumMod val="75000"/>
              </a:schemeClr>
            </a:solidFill>
          </p:grpSpPr>
          <p:sp>
            <p:nvSpPr>
              <p:cNvPr id="28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94" name="Freeform 262"/>
            <p:cNvSpPr>
              <a:spLocks noChangeAspect="1"/>
            </p:cNvSpPr>
            <p:nvPr/>
          </p:nvSpPr>
          <p:spPr bwMode="gray">
            <a:xfrm>
              <a:off x="4369109" y="4171897"/>
              <a:ext cx="74737" cy="82069"/>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263"/>
            <p:cNvSpPr>
              <a:spLocks noChangeAspect="1"/>
            </p:cNvSpPr>
            <p:nvPr/>
          </p:nvSpPr>
          <p:spPr bwMode="gray">
            <a:xfrm>
              <a:off x="4448616" y="4276665"/>
              <a:ext cx="101769" cy="471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264"/>
            <p:cNvSpPr>
              <a:spLocks noChangeAspect="1"/>
            </p:cNvSpPr>
            <p:nvPr/>
          </p:nvSpPr>
          <p:spPr bwMode="gray">
            <a:xfrm>
              <a:off x="4288012" y="4116020"/>
              <a:ext cx="68377" cy="82069"/>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265"/>
            <p:cNvSpPr>
              <a:spLocks noChangeAspect="1"/>
            </p:cNvSpPr>
            <p:nvPr/>
          </p:nvSpPr>
          <p:spPr bwMode="gray">
            <a:xfrm>
              <a:off x="4340487" y="4103797"/>
              <a:ext cx="19082" cy="506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266"/>
            <p:cNvSpPr>
              <a:spLocks noChangeAspect="1"/>
            </p:cNvSpPr>
            <p:nvPr/>
          </p:nvSpPr>
          <p:spPr bwMode="gray">
            <a:xfrm>
              <a:off x="4326175" y="4184119"/>
              <a:ext cx="39754" cy="24446"/>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267"/>
            <p:cNvSpPr>
              <a:spLocks noChangeAspect="1"/>
            </p:cNvSpPr>
            <p:nvPr/>
          </p:nvSpPr>
          <p:spPr bwMode="gray">
            <a:xfrm>
              <a:off x="4399321" y="4246980"/>
              <a:ext cx="57245" cy="55876"/>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268"/>
            <p:cNvSpPr>
              <a:spLocks noChangeAspect="1"/>
            </p:cNvSpPr>
            <p:nvPr/>
          </p:nvSpPr>
          <p:spPr bwMode="gray">
            <a:xfrm>
              <a:off x="4337306" y="4152689"/>
              <a:ext cx="106540" cy="59369"/>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269"/>
            <p:cNvSpPr>
              <a:spLocks noChangeAspect="1"/>
            </p:cNvSpPr>
            <p:nvPr/>
          </p:nvSpPr>
          <p:spPr bwMode="gray">
            <a:xfrm>
              <a:off x="3855493" y="3803462"/>
              <a:ext cx="526337" cy="377165"/>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102" name="Group 270"/>
            <p:cNvGrpSpPr>
              <a:grpSpLocks noChangeAspect="1"/>
            </p:cNvGrpSpPr>
            <p:nvPr/>
          </p:nvGrpSpPr>
          <p:grpSpPr bwMode="gray">
            <a:xfrm>
              <a:off x="2976146" y="2486877"/>
              <a:ext cx="1757105" cy="1480721"/>
              <a:chOff x="679" y="1356"/>
              <a:chExt cx="1105" cy="848"/>
            </a:xfrm>
            <a:solidFill>
              <a:schemeClr val="bg1">
                <a:lumMod val="75000"/>
              </a:schemeClr>
            </a:solidFill>
          </p:grpSpPr>
          <p:grpSp>
            <p:nvGrpSpPr>
              <p:cNvPr id="277" name="Group 271"/>
              <p:cNvGrpSpPr>
                <a:grpSpLocks noChangeAspect="1"/>
              </p:cNvGrpSpPr>
              <p:nvPr/>
            </p:nvGrpSpPr>
            <p:grpSpPr bwMode="gray">
              <a:xfrm>
                <a:off x="679" y="1356"/>
                <a:ext cx="411" cy="413"/>
                <a:chOff x="679" y="1356"/>
                <a:chExt cx="411" cy="413"/>
              </a:xfrm>
              <a:grpFill/>
            </p:grpSpPr>
            <p:sp>
              <p:nvSpPr>
                <p:cNvPr id="28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75"/>
                <p:cNvSpPr>
                  <a:spLocks noChangeAspect="1"/>
                </p:cNvSpPr>
                <p:nvPr/>
              </p:nvSpPr>
              <p:spPr bwMode="gray">
                <a:xfrm>
                  <a:off x="679"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78" name="Group 277"/>
              <p:cNvGrpSpPr>
                <a:grpSpLocks noChangeAspect="1"/>
              </p:cNvGrpSpPr>
              <p:nvPr/>
            </p:nvGrpSpPr>
            <p:grpSpPr bwMode="gray">
              <a:xfrm>
                <a:off x="1149" y="1865"/>
                <a:ext cx="635" cy="339"/>
                <a:chOff x="1149" y="1865"/>
                <a:chExt cx="635" cy="339"/>
              </a:xfrm>
              <a:grpFill/>
            </p:grpSpPr>
            <p:sp>
              <p:nvSpPr>
                <p:cNvPr id="27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103" name="Group 283"/>
            <p:cNvGrpSpPr>
              <a:grpSpLocks noChangeAspect="1"/>
            </p:cNvGrpSpPr>
            <p:nvPr/>
          </p:nvGrpSpPr>
          <p:grpSpPr bwMode="gray">
            <a:xfrm>
              <a:off x="3437287" y="1795408"/>
              <a:ext cx="1540846" cy="1784549"/>
              <a:chOff x="969" y="960"/>
              <a:chExt cx="969" cy="1022"/>
            </a:xfrm>
            <a:solidFill>
              <a:schemeClr val="bg1">
                <a:lumMod val="75000"/>
              </a:schemeClr>
            </a:solidFill>
          </p:grpSpPr>
          <p:sp>
            <p:nvSpPr>
              <p:cNvPr id="24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4" name="Freeform 313"/>
            <p:cNvSpPr>
              <a:spLocks noChangeAspect="1"/>
            </p:cNvSpPr>
            <p:nvPr/>
          </p:nvSpPr>
          <p:spPr bwMode="gray">
            <a:xfrm rot="21085610">
              <a:off x="4534484" y="3904738"/>
              <a:ext cx="12721" cy="698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14"/>
            <p:cNvSpPr>
              <a:spLocks noChangeAspect="1"/>
            </p:cNvSpPr>
            <p:nvPr/>
          </p:nvSpPr>
          <p:spPr bwMode="gray">
            <a:xfrm rot="21085610">
              <a:off x="4555155" y="3906484"/>
              <a:ext cx="1591" cy="17461"/>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15"/>
            <p:cNvSpPr>
              <a:spLocks noChangeAspect="1"/>
            </p:cNvSpPr>
            <p:nvPr/>
          </p:nvSpPr>
          <p:spPr bwMode="gray">
            <a:xfrm rot="21085610">
              <a:off x="4555155" y="3946645"/>
              <a:ext cx="3180" cy="174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16"/>
            <p:cNvSpPr>
              <a:spLocks noChangeAspect="1"/>
            </p:cNvSpPr>
            <p:nvPr/>
          </p:nvSpPr>
          <p:spPr bwMode="gray">
            <a:xfrm rot="21085610">
              <a:off x="4547205" y="3944899"/>
              <a:ext cx="6361" cy="20954"/>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8" name="Freeform 317"/>
            <p:cNvSpPr>
              <a:spLocks noChangeAspect="1"/>
            </p:cNvSpPr>
            <p:nvPr/>
          </p:nvSpPr>
          <p:spPr bwMode="gray">
            <a:xfrm rot="21085610">
              <a:off x="4555155" y="3969345"/>
              <a:ext cx="1591" cy="10477"/>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9" name="Freeform 318"/>
            <p:cNvSpPr>
              <a:spLocks noChangeAspect="1"/>
            </p:cNvSpPr>
            <p:nvPr/>
          </p:nvSpPr>
          <p:spPr bwMode="gray">
            <a:xfrm rot="21085610">
              <a:off x="4569467" y="3939660"/>
              <a:ext cx="1591" cy="13969"/>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19"/>
            <p:cNvSpPr>
              <a:spLocks noChangeAspect="1"/>
            </p:cNvSpPr>
            <p:nvPr/>
          </p:nvSpPr>
          <p:spPr bwMode="gray">
            <a:xfrm rot="21085610">
              <a:off x="4577417" y="3951884"/>
              <a:ext cx="4771" cy="15716"/>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20"/>
            <p:cNvSpPr>
              <a:spLocks noChangeAspect="1"/>
            </p:cNvSpPr>
            <p:nvPr/>
          </p:nvSpPr>
          <p:spPr bwMode="gray">
            <a:xfrm rot="21085610">
              <a:off x="4591729" y="3964106"/>
              <a:ext cx="3180" cy="3492"/>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21"/>
            <p:cNvSpPr>
              <a:spLocks noChangeAspect="1"/>
            </p:cNvSpPr>
            <p:nvPr/>
          </p:nvSpPr>
          <p:spPr bwMode="gray">
            <a:xfrm rot="21085610">
              <a:off x="4585368" y="3979822"/>
              <a:ext cx="4771" cy="17461"/>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22"/>
            <p:cNvSpPr>
              <a:spLocks noChangeAspect="1"/>
            </p:cNvSpPr>
            <p:nvPr/>
          </p:nvSpPr>
          <p:spPr bwMode="gray">
            <a:xfrm rot="21085610">
              <a:off x="4599679" y="3995537"/>
              <a:ext cx="4771" cy="15716"/>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23"/>
            <p:cNvSpPr>
              <a:spLocks noChangeAspect="1"/>
            </p:cNvSpPr>
            <p:nvPr/>
          </p:nvSpPr>
          <p:spPr bwMode="gray">
            <a:xfrm rot="21085610">
              <a:off x="4612400" y="4006013"/>
              <a:ext cx="4771" cy="174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24"/>
            <p:cNvSpPr>
              <a:spLocks noChangeAspect="1"/>
            </p:cNvSpPr>
            <p:nvPr/>
          </p:nvSpPr>
          <p:spPr bwMode="gray">
            <a:xfrm rot="21085610">
              <a:off x="4623532" y="4012998"/>
              <a:ext cx="9541" cy="698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25"/>
            <p:cNvSpPr>
              <a:spLocks noChangeAspect="1"/>
            </p:cNvSpPr>
            <p:nvPr/>
          </p:nvSpPr>
          <p:spPr bwMode="gray">
            <a:xfrm rot="21085610">
              <a:off x="4610810" y="4032206"/>
              <a:ext cx="6361" cy="10477"/>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26"/>
            <p:cNvSpPr>
              <a:spLocks noChangeAspect="1"/>
            </p:cNvSpPr>
            <p:nvPr/>
          </p:nvSpPr>
          <p:spPr bwMode="gray">
            <a:xfrm rot="21085610">
              <a:off x="4553565" y="3967598"/>
              <a:ext cx="3180" cy="523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27"/>
            <p:cNvSpPr>
              <a:spLocks noChangeAspect="1"/>
            </p:cNvSpPr>
            <p:nvPr/>
          </p:nvSpPr>
          <p:spPr bwMode="gray">
            <a:xfrm rot="21085610">
              <a:off x="4521763" y="3950137"/>
              <a:ext cx="1591" cy="698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28"/>
            <p:cNvSpPr>
              <a:spLocks noChangeAspect="1"/>
            </p:cNvSpPr>
            <p:nvPr/>
          </p:nvSpPr>
          <p:spPr bwMode="gray">
            <a:xfrm rot="21085610">
              <a:off x="4518582" y="3958868"/>
              <a:ext cx="3180" cy="349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29"/>
            <p:cNvSpPr>
              <a:spLocks noChangeAspect="1"/>
            </p:cNvSpPr>
            <p:nvPr/>
          </p:nvSpPr>
          <p:spPr bwMode="gray">
            <a:xfrm rot="21085610">
              <a:off x="4509041" y="3962361"/>
              <a:ext cx="6361" cy="698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1" name="Freeform 330"/>
            <p:cNvSpPr>
              <a:spLocks noChangeAspect="1"/>
            </p:cNvSpPr>
            <p:nvPr/>
          </p:nvSpPr>
          <p:spPr bwMode="gray">
            <a:xfrm rot="20552049">
              <a:off x="4551975" y="4112528"/>
              <a:ext cx="23853" cy="19208"/>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2" name="Freeform 331"/>
            <p:cNvSpPr>
              <a:spLocks noChangeAspect="1"/>
            </p:cNvSpPr>
            <p:nvPr/>
          </p:nvSpPr>
          <p:spPr bwMode="gray">
            <a:xfrm rot="20552049">
              <a:off x="4617171" y="4049667"/>
              <a:ext cx="38163" cy="57623"/>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3" name="Freeform 332"/>
            <p:cNvSpPr>
              <a:spLocks noChangeAspect="1"/>
            </p:cNvSpPr>
            <p:nvPr/>
          </p:nvSpPr>
          <p:spPr bwMode="gray">
            <a:xfrm rot="20552049">
              <a:off x="4731661" y="4084590"/>
              <a:ext cx="1591" cy="174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333"/>
            <p:cNvSpPr>
              <a:spLocks noChangeAspect="1"/>
            </p:cNvSpPr>
            <p:nvPr/>
          </p:nvSpPr>
          <p:spPr bwMode="gray">
            <a:xfrm rot="20552049">
              <a:off x="4753923" y="4131735"/>
              <a:ext cx="3180" cy="1222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5" name="Freeform 334"/>
            <p:cNvSpPr>
              <a:spLocks noChangeAspect="1"/>
            </p:cNvSpPr>
            <p:nvPr/>
          </p:nvSpPr>
          <p:spPr bwMode="gray">
            <a:xfrm rot="20552049">
              <a:off x="4777775" y="4217296"/>
              <a:ext cx="3180" cy="523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6" name="Freeform 335"/>
            <p:cNvSpPr>
              <a:spLocks noChangeAspect="1"/>
            </p:cNvSpPr>
            <p:nvPr/>
          </p:nvSpPr>
          <p:spPr bwMode="gray">
            <a:xfrm rot="20552049">
              <a:off x="4771414" y="4233011"/>
              <a:ext cx="9541" cy="17461"/>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336"/>
            <p:cNvSpPr>
              <a:spLocks noChangeAspect="1"/>
            </p:cNvSpPr>
            <p:nvPr/>
          </p:nvSpPr>
          <p:spPr bwMode="gray">
            <a:xfrm rot="20552049">
              <a:off x="4598089" y="4056652"/>
              <a:ext cx="1591" cy="349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128" name="Group 337"/>
            <p:cNvGrpSpPr>
              <a:grpSpLocks noChangeAspect="1"/>
            </p:cNvGrpSpPr>
            <p:nvPr/>
          </p:nvGrpSpPr>
          <p:grpSpPr bwMode="gray">
            <a:xfrm>
              <a:off x="4590138" y="4060144"/>
              <a:ext cx="28623" cy="48892"/>
              <a:chOff x="1694" y="2257"/>
              <a:chExt cx="18" cy="28"/>
            </a:xfrm>
            <a:solidFill>
              <a:schemeClr val="bg1">
                <a:lumMod val="75000"/>
              </a:schemeClr>
            </a:solidFill>
          </p:grpSpPr>
          <p:sp>
            <p:nvSpPr>
              <p:cNvPr id="24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29" name="Freeform 340"/>
            <p:cNvSpPr>
              <a:spLocks noChangeAspect="1"/>
            </p:cNvSpPr>
            <p:nvPr/>
          </p:nvSpPr>
          <p:spPr bwMode="gray">
            <a:xfrm rot="20552049">
              <a:off x="4668055" y="4070621"/>
              <a:ext cx="15901" cy="13969"/>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341"/>
            <p:cNvSpPr>
              <a:spLocks noChangeAspect="1"/>
            </p:cNvSpPr>
            <p:nvPr/>
          </p:nvSpPr>
          <p:spPr bwMode="gray">
            <a:xfrm rot="20552049">
              <a:off x="4765054" y="4171897"/>
              <a:ext cx="0" cy="523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342"/>
            <p:cNvSpPr>
              <a:spLocks noChangeAspect="1"/>
            </p:cNvSpPr>
            <p:nvPr/>
          </p:nvSpPr>
          <p:spPr bwMode="gray">
            <a:xfrm rot="20552049">
              <a:off x="4738022" y="4098559"/>
              <a:ext cx="4771" cy="1222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343"/>
            <p:cNvSpPr>
              <a:spLocks noChangeAspect="1"/>
            </p:cNvSpPr>
            <p:nvPr/>
          </p:nvSpPr>
          <p:spPr bwMode="gray">
            <a:xfrm rot="20552049">
              <a:off x="4691907" y="4067129"/>
              <a:ext cx="0" cy="174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344"/>
            <p:cNvSpPr>
              <a:spLocks noChangeAspect="1"/>
            </p:cNvSpPr>
            <p:nvPr/>
          </p:nvSpPr>
          <p:spPr bwMode="gray">
            <a:xfrm rot="20552049">
              <a:off x="4695087" y="4081098"/>
              <a:ext cx="1591" cy="349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345"/>
            <p:cNvSpPr>
              <a:spLocks noChangeAspect="1"/>
            </p:cNvSpPr>
            <p:nvPr/>
          </p:nvSpPr>
          <p:spPr bwMode="gray">
            <a:xfrm rot="20552049">
              <a:off x="4745972" y="4117766"/>
              <a:ext cx="3180" cy="8731"/>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346"/>
            <p:cNvSpPr>
              <a:spLocks noChangeAspect="1"/>
            </p:cNvSpPr>
            <p:nvPr/>
          </p:nvSpPr>
          <p:spPr bwMode="gray">
            <a:xfrm rot="20552049">
              <a:off x="4765054" y="4199835"/>
              <a:ext cx="1591" cy="523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347"/>
            <p:cNvSpPr>
              <a:spLocks noChangeAspect="1"/>
            </p:cNvSpPr>
            <p:nvPr/>
          </p:nvSpPr>
          <p:spPr bwMode="gray">
            <a:xfrm rot="20552049">
              <a:off x="4459747" y="4007760"/>
              <a:ext cx="117670" cy="85561"/>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348"/>
            <p:cNvSpPr>
              <a:spLocks noChangeAspect="1"/>
            </p:cNvSpPr>
            <p:nvPr/>
          </p:nvSpPr>
          <p:spPr bwMode="gray">
            <a:xfrm rot="20552049">
              <a:off x="4478828" y="4053160"/>
              <a:ext cx="4771" cy="10477"/>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349"/>
            <p:cNvSpPr>
              <a:spLocks noChangeAspect="1"/>
            </p:cNvSpPr>
            <p:nvPr/>
          </p:nvSpPr>
          <p:spPr bwMode="gray">
            <a:xfrm rot="20552049">
              <a:off x="4521763" y="4018237"/>
              <a:ext cx="11131" cy="15716"/>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350"/>
            <p:cNvSpPr>
              <a:spLocks noChangeAspect="1"/>
            </p:cNvSpPr>
            <p:nvPr/>
          </p:nvSpPr>
          <p:spPr bwMode="gray">
            <a:xfrm rot="20552049">
              <a:off x="4720530" y="4081098"/>
              <a:ext cx="0" cy="523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351"/>
            <p:cNvSpPr>
              <a:spLocks noChangeAspect="1"/>
            </p:cNvSpPr>
            <p:nvPr/>
          </p:nvSpPr>
          <p:spPr bwMode="gray">
            <a:xfrm rot="20552049">
              <a:off x="4761873" y="4154435"/>
              <a:ext cx="1591" cy="698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141" name="Group 362"/>
            <p:cNvGrpSpPr/>
            <p:nvPr/>
          </p:nvGrpSpPr>
          <p:grpSpPr bwMode="gray">
            <a:xfrm>
              <a:off x="5717548" y="2502593"/>
              <a:ext cx="880939" cy="1220548"/>
              <a:chOff x="4580731" y="1911697"/>
              <a:chExt cx="879476" cy="1109663"/>
            </a:xfrm>
            <a:solidFill>
              <a:schemeClr val="bg1">
                <a:lumMod val="75000"/>
              </a:schemeClr>
            </a:solidFill>
          </p:grpSpPr>
          <p:sp>
            <p:nvSpPr>
              <p:cNvPr id="19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00" name="Group 178"/>
              <p:cNvGrpSpPr>
                <a:grpSpLocks noChangeAspect="1"/>
              </p:cNvGrpSpPr>
              <p:nvPr/>
            </p:nvGrpSpPr>
            <p:grpSpPr bwMode="gray">
              <a:xfrm>
                <a:off x="4876006" y="2765772"/>
                <a:ext cx="204788" cy="242888"/>
                <a:chOff x="2589" y="1903"/>
                <a:chExt cx="129" cy="153"/>
              </a:xfrm>
              <a:grpFill/>
            </p:grpSpPr>
            <p:sp>
              <p:nvSpPr>
                <p:cNvPr id="24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20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08" name="Group 189"/>
              <p:cNvGrpSpPr>
                <a:grpSpLocks noChangeAspect="1"/>
              </p:cNvGrpSpPr>
              <p:nvPr/>
            </p:nvGrpSpPr>
            <p:grpSpPr bwMode="gray">
              <a:xfrm>
                <a:off x="4679156" y="2659410"/>
                <a:ext cx="247650" cy="244475"/>
                <a:chOff x="2465" y="1836"/>
                <a:chExt cx="156" cy="154"/>
              </a:xfrm>
              <a:grpFill/>
            </p:grpSpPr>
            <p:sp>
              <p:nvSpPr>
                <p:cNvPr id="24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09" name="Group 192"/>
              <p:cNvGrpSpPr>
                <a:grpSpLocks noChangeAspect="1"/>
              </p:cNvGrpSpPr>
              <p:nvPr/>
            </p:nvGrpSpPr>
            <p:grpSpPr bwMode="gray">
              <a:xfrm>
                <a:off x="4620419" y="2430810"/>
                <a:ext cx="171450" cy="258763"/>
                <a:chOff x="2428" y="1692"/>
                <a:chExt cx="108" cy="163"/>
              </a:xfrm>
              <a:grpFill/>
            </p:grpSpPr>
            <p:sp>
              <p:nvSpPr>
                <p:cNvPr id="23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21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4" name="Group 199"/>
              <p:cNvGrpSpPr>
                <a:grpSpLocks noChangeAspect="1"/>
              </p:cNvGrpSpPr>
              <p:nvPr/>
            </p:nvGrpSpPr>
            <p:grpSpPr bwMode="gray">
              <a:xfrm>
                <a:off x="5033169" y="2808635"/>
                <a:ext cx="68263" cy="68263"/>
                <a:chOff x="2688" y="1930"/>
                <a:chExt cx="43" cy="43"/>
              </a:xfrm>
              <a:grpFill/>
            </p:grpSpPr>
            <p:sp>
              <p:nvSpPr>
                <p:cNvPr id="23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21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34" name="Group 359"/>
              <p:cNvGrpSpPr/>
              <p:nvPr/>
            </p:nvGrpSpPr>
            <p:grpSpPr bwMode="gray">
              <a:xfrm>
                <a:off x="5080794" y="2788583"/>
                <a:ext cx="75600" cy="108000"/>
                <a:chOff x="4160739" y="2986112"/>
                <a:chExt cx="187325" cy="233362"/>
              </a:xfrm>
              <a:grpFill/>
            </p:grpSpPr>
            <p:sp>
              <p:nvSpPr>
                <p:cNvPr id="23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42" name="Group 368"/>
            <p:cNvGrpSpPr/>
            <p:nvPr/>
          </p:nvGrpSpPr>
          <p:grpSpPr bwMode="gray">
            <a:xfrm>
              <a:off x="5591926" y="3693456"/>
              <a:ext cx="1198965" cy="1473737"/>
              <a:chOff x="4455318" y="2994372"/>
              <a:chExt cx="1196974" cy="1339850"/>
            </a:xfrm>
            <a:solidFill>
              <a:schemeClr val="bg1">
                <a:lumMod val="75000"/>
              </a:schemeClr>
            </a:solidFill>
          </p:grpSpPr>
          <p:sp>
            <p:nvSpPr>
              <p:cNvPr id="143" name="Freeform 14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5" name="Group 367"/>
              <p:cNvGrpSpPr/>
              <p:nvPr/>
            </p:nvGrpSpPr>
            <p:grpSpPr bwMode="gray">
              <a:xfrm>
                <a:off x="4455318" y="2994372"/>
                <a:ext cx="1196974" cy="1339850"/>
                <a:chOff x="4455318" y="2994372"/>
                <a:chExt cx="1196974" cy="1339850"/>
              </a:xfrm>
              <a:grpFill/>
            </p:grpSpPr>
            <p:sp>
              <p:nvSpPr>
                <p:cNvPr id="146" name="Freeform 14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14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14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14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14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15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15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15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15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15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15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15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15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15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16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16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16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16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65" name="Group 25"/>
                <p:cNvGrpSpPr>
                  <a:grpSpLocks noChangeAspect="1"/>
                </p:cNvGrpSpPr>
                <p:nvPr/>
              </p:nvGrpSpPr>
              <p:grpSpPr bwMode="gray">
                <a:xfrm>
                  <a:off x="4961730" y="3769072"/>
                  <a:ext cx="219075" cy="239713"/>
                  <a:chOff x="2643" y="2535"/>
                  <a:chExt cx="138" cy="151"/>
                </a:xfrm>
                <a:grpFill/>
              </p:grpSpPr>
              <p:sp>
                <p:nvSpPr>
                  <p:cNvPr id="19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6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2" name="Group 364"/>
                <p:cNvGrpSpPr>
                  <a:grpSpLocks noChangeAspect="1"/>
                </p:cNvGrpSpPr>
                <p:nvPr/>
              </p:nvGrpSpPr>
              <p:grpSpPr bwMode="gray">
                <a:xfrm>
                  <a:off x="5141117" y="3280172"/>
                  <a:ext cx="289379" cy="349200"/>
                  <a:chOff x="3548063" y="12700"/>
                  <a:chExt cx="5667375" cy="6838950"/>
                </a:xfrm>
                <a:grpFill/>
              </p:grpSpPr>
              <p:sp>
                <p:nvSpPr>
                  <p:cNvPr id="19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9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393" name="Rectangle 392"/>
          <p:cNvSpPr/>
          <p:nvPr/>
        </p:nvSpPr>
        <p:spPr>
          <a:xfrm>
            <a:off x="7207904" y="4375805"/>
            <a:ext cx="866170" cy="866170"/>
          </a:xfrm>
          <a:prstGeom prst="rect">
            <a:avLst/>
          </a:prstGeom>
          <a:pattFill prst="ltUpDiag">
            <a:fgClr>
              <a:schemeClr val="bg1">
                <a:lumMod val="75000"/>
              </a:schemeClr>
            </a:fgClr>
            <a:bgClr>
              <a:schemeClr val="bg1"/>
            </a:bgClr>
          </a:patt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7207904" y="5240865"/>
            <a:ext cx="866170" cy="866170"/>
          </a:xfrm>
          <a:prstGeom prst="rect">
            <a:avLst/>
          </a:prstGeom>
          <a:pattFill prst="ltUpDiag">
            <a:fgClr>
              <a:schemeClr val="bg1">
                <a:lumMod val="75000"/>
              </a:schemeClr>
            </a:fgClr>
            <a:bgClr>
              <a:schemeClr val="bg1"/>
            </a:bgClr>
          </a:patt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8078907" y="5240865"/>
            <a:ext cx="866170" cy="866170"/>
          </a:xfrm>
          <a:prstGeom prst="rect">
            <a:avLst/>
          </a:prstGeom>
          <a:pattFill prst="ltUpDiag">
            <a:fgClr>
              <a:schemeClr val="bg1">
                <a:lumMod val="75000"/>
              </a:schemeClr>
            </a:fgClr>
            <a:bgClr>
              <a:schemeClr val="bg1"/>
            </a:bgClr>
          </a:patt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97" name="Straight Connector 396"/>
          <p:cNvCxnSpPr/>
          <p:nvPr/>
        </p:nvCxnSpPr>
        <p:spPr>
          <a:xfrm>
            <a:off x="8061167" y="4364665"/>
            <a:ext cx="878745" cy="888324"/>
          </a:xfrm>
          <a:prstGeom prst="line">
            <a:avLst/>
          </a:prstGeom>
          <a:ln w="317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sp>
        <p:nvSpPr>
          <p:cNvPr id="398" name="Rectangle 397"/>
          <p:cNvSpPr/>
          <p:nvPr/>
        </p:nvSpPr>
        <p:spPr>
          <a:xfrm>
            <a:off x="8928265" y="5718293"/>
            <a:ext cx="866170" cy="388742"/>
          </a:xfrm>
          <a:prstGeom prst="rect">
            <a:avLst/>
          </a:prstGeom>
          <a:pattFill prst="ltUpDiag">
            <a:fgClr>
              <a:schemeClr val="bg1">
                <a:lumMod val="75000"/>
              </a:schemeClr>
            </a:fgClr>
            <a:bgClr>
              <a:schemeClr val="bg1"/>
            </a:bgClr>
          </a:patt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05" name="Straight Connector 404"/>
          <p:cNvCxnSpPr/>
          <p:nvPr/>
        </p:nvCxnSpPr>
        <p:spPr>
          <a:xfrm>
            <a:off x="8928265" y="5240865"/>
            <a:ext cx="860189" cy="477428"/>
          </a:xfrm>
          <a:prstGeom prst="line">
            <a:avLst/>
          </a:prstGeom>
          <a:ln w="3175">
            <a:solidFill>
              <a:schemeClr val="accent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07" name="TextBox 406"/>
          <p:cNvSpPr txBox="1"/>
          <p:nvPr/>
        </p:nvSpPr>
        <p:spPr>
          <a:xfrm>
            <a:off x="8672338" y="4198450"/>
            <a:ext cx="2632434" cy="7694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70</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MILLION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408" name="TextBox 407"/>
          <p:cNvSpPr txBox="1"/>
          <p:nvPr/>
        </p:nvSpPr>
        <p:spPr>
          <a:xfrm>
            <a:off x="9949857" y="5240586"/>
            <a:ext cx="1365844"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MAN: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85%</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Tree>
    <p:extLst>
      <p:ext uri="{BB962C8B-B14F-4D97-AF65-F5344CB8AC3E}">
        <p14:creationId xmlns:p14="http://schemas.microsoft.com/office/powerpoint/2010/main" val="96652722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14">
                                            <p:graphicEl>
                                              <a:chart seriesIdx="-3" categoryIdx="-3" bldStep="gridLegend"/>
                                            </p:graphicEl>
                                          </p:spTgt>
                                        </p:tgtEl>
                                        <p:attrNameLst>
                                          <p:attrName>style.visibility</p:attrName>
                                        </p:attrNameLst>
                                      </p:cBhvr>
                                      <p:to>
                                        <p:strVal val="visible"/>
                                      </p:to>
                                    </p:set>
                                    <p:animEffect transition="in" filter="wipe(up)">
                                      <p:cBhvr>
                                        <p:cTn id="7" dur="500"/>
                                        <p:tgtEl>
                                          <p:spTgt spid="14">
                                            <p:graphicEl>
                                              <a:chart seriesIdx="-3" categoryIdx="-3" bldStep="gridLegend"/>
                                            </p:graphicEl>
                                          </p:spTgt>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14">
                                            <p:graphicEl>
                                              <a:chart seriesIdx="0" categoryIdx="0" bldStep="ptInSeries"/>
                                            </p:graphicEl>
                                          </p:spTgt>
                                        </p:tgtEl>
                                        <p:attrNameLst>
                                          <p:attrName>style.visibility</p:attrName>
                                        </p:attrNameLst>
                                      </p:cBhvr>
                                      <p:to>
                                        <p:strVal val="visible"/>
                                      </p:to>
                                    </p:set>
                                    <p:animEffect transition="in" filter="wipe(up)">
                                      <p:cBhvr>
                                        <p:cTn id="11" dur="500"/>
                                        <p:tgtEl>
                                          <p:spTgt spid="14">
                                            <p:graphicEl>
                                              <a:chart seriesIdx="0" categoryIdx="0" bldStep="ptInSeries"/>
                                            </p:graphicEl>
                                          </p:spTgt>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14">
                                            <p:graphicEl>
                                              <a:chart seriesIdx="0" categoryIdx="1" bldStep="ptInSeries"/>
                                            </p:graphicEl>
                                          </p:spTgt>
                                        </p:tgtEl>
                                        <p:attrNameLst>
                                          <p:attrName>style.visibility</p:attrName>
                                        </p:attrNameLst>
                                      </p:cBhvr>
                                      <p:to>
                                        <p:strVal val="visible"/>
                                      </p:to>
                                    </p:set>
                                    <p:animEffect transition="in" filter="wipe(up)">
                                      <p:cBhvr>
                                        <p:cTn id="15" dur="500"/>
                                        <p:tgtEl>
                                          <p:spTgt spid="14">
                                            <p:graphicEl>
                                              <a:chart seriesIdx="0" categoryIdx="1" bldStep="ptIn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4" grpId="0">
        <p:bldSub>
          <a:bldChart bld="seriesEl"/>
        </p:bldSub>
      </p:bldGraphic>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104</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1"/>
          <p:cNvGrpSpPr/>
          <p:nvPr/>
        </p:nvGrpSpPr>
        <p:grpSpPr>
          <a:xfrm>
            <a:off x="2976146" y="1795408"/>
            <a:ext cx="6239709" cy="3928801"/>
            <a:chOff x="2976146" y="1795408"/>
            <a:chExt cx="6239709" cy="3928801"/>
          </a:xfrm>
        </p:grpSpPr>
        <p:sp>
          <p:nvSpPr>
            <p:cNvPr id="15" name="Freeform 53"/>
            <p:cNvSpPr>
              <a:spLocks noChangeAspect="1"/>
            </p:cNvSpPr>
            <p:nvPr/>
          </p:nvSpPr>
          <p:spPr bwMode="gray">
            <a:xfrm>
              <a:off x="8420785" y="5310376"/>
              <a:ext cx="63606" cy="75084"/>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6" name="Freeform 54"/>
            <p:cNvSpPr>
              <a:spLocks noChangeAspect="1"/>
            </p:cNvSpPr>
            <p:nvPr/>
          </p:nvSpPr>
          <p:spPr bwMode="gray">
            <a:xfrm>
              <a:off x="7869006" y="4666052"/>
              <a:ext cx="706022" cy="60590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7" name="Freeform 55"/>
            <p:cNvSpPr>
              <a:spLocks noChangeAspect="1"/>
            </p:cNvSpPr>
            <p:nvPr/>
          </p:nvSpPr>
          <p:spPr bwMode="gray">
            <a:xfrm>
              <a:off x="8799238" y="5308629"/>
              <a:ext cx="135162" cy="160644"/>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8" name="Freeform 56"/>
            <p:cNvSpPr>
              <a:spLocks noChangeAspect="1"/>
            </p:cNvSpPr>
            <p:nvPr/>
          </p:nvSpPr>
          <p:spPr bwMode="gray">
            <a:xfrm>
              <a:off x="8907368" y="5160208"/>
              <a:ext cx="100179" cy="172868"/>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57"/>
            <p:cNvSpPr>
              <a:spLocks noChangeAspect="1"/>
            </p:cNvSpPr>
            <p:nvPr/>
          </p:nvSpPr>
          <p:spPr bwMode="gray">
            <a:xfrm>
              <a:off x="8754714" y="4854634"/>
              <a:ext cx="50884" cy="45399"/>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58"/>
            <p:cNvSpPr>
              <a:spLocks noChangeAspect="1"/>
            </p:cNvSpPr>
            <p:nvPr/>
          </p:nvSpPr>
          <p:spPr bwMode="gray">
            <a:xfrm>
              <a:off x="7104149" y="3545034"/>
              <a:ext cx="192407" cy="10127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59"/>
            <p:cNvSpPr>
              <a:spLocks noChangeAspect="1"/>
            </p:cNvSpPr>
            <p:nvPr/>
          </p:nvSpPr>
          <p:spPr bwMode="gray">
            <a:xfrm>
              <a:off x="7072346" y="3600910"/>
              <a:ext cx="131982" cy="108260"/>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60"/>
            <p:cNvSpPr>
              <a:spLocks noChangeAspect="1"/>
            </p:cNvSpPr>
            <p:nvPr/>
          </p:nvSpPr>
          <p:spPr bwMode="gray">
            <a:xfrm>
              <a:off x="7134361" y="3623611"/>
              <a:ext cx="4771" cy="698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61"/>
            <p:cNvSpPr>
              <a:spLocks noChangeAspect="1"/>
            </p:cNvSpPr>
            <p:nvPr/>
          </p:nvSpPr>
          <p:spPr bwMode="gray">
            <a:xfrm>
              <a:off x="7145493" y="3627103"/>
              <a:ext cx="4771" cy="3492"/>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62"/>
            <p:cNvSpPr>
              <a:spLocks noChangeAspect="1"/>
            </p:cNvSpPr>
            <p:nvPr/>
          </p:nvSpPr>
          <p:spPr bwMode="gray">
            <a:xfrm>
              <a:off x="7126411" y="3630595"/>
              <a:ext cx="3180" cy="3492"/>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5" name="Freeform 63"/>
            <p:cNvSpPr>
              <a:spLocks noChangeAspect="1"/>
            </p:cNvSpPr>
            <p:nvPr/>
          </p:nvSpPr>
          <p:spPr bwMode="gray">
            <a:xfrm>
              <a:off x="6951496" y="3665518"/>
              <a:ext cx="251242" cy="209536"/>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6" name="Freeform 64"/>
            <p:cNvSpPr>
              <a:spLocks noChangeAspect="1"/>
            </p:cNvSpPr>
            <p:nvPr/>
          </p:nvSpPr>
          <p:spPr bwMode="gray">
            <a:xfrm>
              <a:off x="7558929" y="4353495"/>
              <a:ext cx="189227" cy="220013"/>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7" name="Freeform 65"/>
            <p:cNvSpPr>
              <a:spLocks noChangeAspect="1"/>
            </p:cNvSpPr>
            <p:nvPr/>
          </p:nvSpPr>
          <p:spPr bwMode="gray">
            <a:xfrm>
              <a:off x="7733844" y="4573507"/>
              <a:ext cx="160605" cy="55876"/>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66"/>
            <p:cNvSpPr>
              <a:spLocks noChangeAspect="1"/>
            </p:cNvSpPr>
            <p:nvPr/>
          </p:nvSpPr>
          <p:spPr bwMode="gray">
            <a:xfrm>
              <a:off x="7797450" y="4377940"/>
              <a:ext cx="173326" cy="162391"/>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67"/>
            <p:cNvSpPr>
              <a:spLocks noChangeAspect="1"/>
            </p:cNvSpPr>
            <p:nvPr/>
          </p:nvSpPr>
          <p:spPr bwMode="gray">
            <a:xfrm>
              <a:off x="8485980" y="4540330"/>
              <a:ext cx="69966" cy="41907"/>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68"/>
            <p:cNvSpPr>
              <a:spLocks noChangeAspect="1"/>
            </p:cNvSpPr>
            <p:nvPr/>
          </p:nvSpPr>
          <p:spPr bwMode="gray">
            <a:xfrm>
              <a:off x="8357179" y="4510647"/>
              <a:ext cx="173326" cy="155406"/>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31" name="Group 69"/>
            <p:cNvGrpSpPr>
              <a:grpSpLocks noChangeAspect="1"/>
            </p:cNvGrpSpPr>
            <p:nvPr/>
          </p:nvGrpSpPr>
          <p:grpSpPr bwMode="gray">
            <a:xfrm>
              <a:off x="7942152" y="4100305"/>
              <a:ext cx="162194" cy="254936"/>
              <a:chOff x="3802" y="2280"/>
              <a:chExt cx="102" cy="146"/>
            </a:xfrm>
            <a:solidFill>
              <a:schemeClr val="bg1">
                <a:lumMod val="75000"/>
              </a:schemeClr>
            </a:solidFill>
          </p:grpSpPr>
          <p:sp>
            <p:nvSpPr>
              <p:cNvPr id="35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 name="Freeform 81"/>
            <p:cNvSpPr>
              <a:spLocks noChangeAspect="1"/>
            </p:cNvSpPr>
            <p:nvPr/>
          </p:nvSpPr>
          <p:spPr bwMode="gray">
            <a:xfrm>
              <a:off x="7884907" y="4363971"/>
              <a:ext cx="23853" cy="20954"/>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82"/>
            <p:cNvSpPr>
              <a:spLocks noChangeAspect="1"/>
            </p:cNvSpPr>
            <p:nvPr/>
          </p:nvSpPr>
          <p:spPr bwMode="gray">
            <a:xfrm>
              <a:off x="7921481" y="4522869"/>
              <a:ext cx="4771" cy="15716"/>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4" name="Freeform 83"/>
            <p:cNvSpPr>
              <a:spLocks noChangeAspect="1"/>
            </p:cNvSpPr>
            <p:nvPr/>
          </p:nvSpPr>
          <p:spPr bwMode="gray">
            <a:xfrm>
              <a:off x="8072544" y="4620652"/>
              <a:ext cx="42934" cy="20954"/>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5" name="Freeform 84"/>
            <p:cNvSpPr>
              <a:spLocks noChangeAspect="1"/>
            </p:cNvSpPr>
            <p:nvPr/>
          </p:nvSpPr>
          <p:spPr bwMode="gray">
            <a:xfrm>
              <a:off x="8051872" y="4634622"/>
              <a:ext cx="27033" cy="24446"/>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85"/>
            <p:cNvSpPr>
              <a:spLocks noChangeAspect="1"/>
            </p:cNvSpPr>
            <p:nvPr/>
          </p:nvSpPr>
          <p:spPr bwMode="gray">
            <a:xfrm>
              <a:off x="8128199" y="4514139"/>
              <a:ext cx="50884" cy="20954"/>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86"/>
            <p:cNvSpPr>
              <a:spLocks noChangeAspect="1"/>
            </p:cNvSpPr>
            <p:nvPr/>
          </p:nvSpPr>
          <p:spPr bwMode="gray">
            <a:xfrm>
              <a:off x="7970775" y="4428578"/>
              <a:ext cx="109720" cy="141437"/>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87"/>
            <p:cNvSpPr>
              <a:spLocks noChangeAspect="1"/>
            </p:cNvSpPr>
            <p:nvPr/>
          </p:nvSpPr>
          <p:spPr bwMode="gray">
            <a:xfrm>
              <a:off x="8118658" y="4418101"/>
              <a:ext cx="25442" cy="59369"/>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88"/>
            <p:cNvSpPr>
              <a:spLocks noChangeAspect="1"/>
            </p:cNvSpPr>
            <p:nvPr/>
          </p:nvSpPr>
          <p:spPr bwMode="gray">
            <a:xfrm>
              <a:off x="8180673" y="4468739"/>
              <a:ext cx="181276" cy="167629"/>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89"/>
            <p:cNvSpPr>
              <a:spLocks noChangeAspect="1"/>
            </p:cNvSpPr>
            <p:nvPr/>
          </p:nvSpPr>
          <p:spPr bwMode="gray">
            <a:xfrm>
              <a:off x="8528915" y="4510647"/>
              <a:ext cx="41344" cy="41907"/>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90"/>
            <p:cNvSpPr>
              <a:spLocks noChangeAspect="1"/>
            </p:cNvSpPr>
            <p:nvPr/>
          </p:nvSpPr>
          <p:spPr bwMode="gray">
            <a:xfrm>
              <a:off x="7678189" y="4007760"/>
              <a:ext cx="125622" cy="28985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91"/>
            <p:cNvSpPr>
              <a:spLocks noChangeAspect="1"/>
            </p:cNvSpPr>
            <p:nvPr/>
          </p:nvSpPr>
          <p:spPr bwMode="gray">
            <a:xfrm>
              <a:off x="7808581" y="4329049"/>
              <a:ext cx="168555" cy="11524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92"/>
            <p:cNvSpPr>
              <a:spLocks noChangeAspect="1"/>
            </p:cNvSpPr>
            <p:nvPr/>
          </p:nvSpPr>
          <p:spPr bwMode="gray">
            <a:xfrm>
              <a:off x="7644797" y="4332541"/>
              <a:ext cx="71557" cy="10302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93"/>
            <p:cNvSpPr>
              <a:spLocks noChangeAspect="1"/>
            </p:cNvSpPr>
            <p:nvPr/>
          </p:nvSpPr>
          <p:spPr bwMode="gray">
            <a:xfrm>
              <a:off x="7600273" y="4058397"/>
              <a:ext cx="136752" cy="2950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94"/>
            <p:cNvSpPr>
              <a:spLocks noChangeAspect="1"/>
            </p:cNvSpPr>
            <p:nvPr/>
          </p:nvSpPr>
          <p:spPr bwMode="gray">
            <a:xfrm>
              <a:off x="7506454" y="3899500"/>
              <a:ext cx="154244" cy="366688"/>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95"/>
            <p:cNvSpPr>
              <a:spLocks noChangeAspect="1"/>
            </p:cNvSpPr>
            <p:nvPr/>
          </p:nvSpPr>
          <p:spPr bwMode="gray">
            <a:xfrm>
              <a:off x="7681369" y="4178881"/>
              <a:ext cx="92228" cy="82069"/>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96"/>
            <p:cNvSpPr>
              <a:spLocks noChangeAspect="1"/>
            </p:cNvSpPr>
            <p:nvPr/>
          </p:nvSpPr>
          <p:spPr bwMode="gray">
            <a:xfrm>
              <a:off x="7644797" y="4021729"/>
              <a:ext cx="125622" cy="171121"/>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48" name="Group 97"/>
            <p:cNvGrpSpPr>
              <a:grpSpLocks noChangeAspect="1"/>
            </p:cNvGrpSpPr>
            <p:nvPr/>
          </p:nvGrpSpPr>
          <p:grpSpPr bwMode="gray">
            <a:xfrm>
              <a:off x="6957856" y="3702186"/>
              <a:ext cx="637647" cy="646069"/>
              <a:chOff x="3183" y="2052"/>
              <a:chExt cx="401" cy="370"/>
            </a:xfrm>
            <a:solidFill>
              <a:schemeClr val="bg1">
                <a:lumMod val="75000"/>
              </a:schemeClr>
            </a:solidFill>
          </p:grpSpPr>
          <p:sp>
            <p:nvSpPr>
              <p:cNvPr id="35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9" name="Freeform 105"/>
            <p:cNvSpPr>
              <a:spLocks noChangeAspect="1"/>
            </p:cNvSpPr>
            <p:nvPr/>
          </p:nvSpPr>
          <p:spPr bwMode="gray">
            <a:xfrm>
              <a:off x="7991447" y="3964106"/>
              <a:ext cx="30213" cy="69845"/>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50" name="Group 106"/>
            <p:cNvGrpSpPr>
              <a:grpSpLocks noChangeAspect="1"/>
            </p:cNvGrpSpPr>
            <p:nvPr/>
          </p:nvGrpSpPr>
          <p:grpSpPr bwMode="gray">
            <a:xfrm>
              <a:off x="8158411" y="3487412"/>
              <a:ext cx="283045" cy="352719"/>
              <a:chOff x="3938" y="1929"/>
              <a:chExt cx="178" cy="202"/>
            </a:xfrm>
            <a:solidFill>
              <a:schemeClr val="bg1">
                <a:lumMod val="75000"/>
              </a:schemeClr>
            </a:solidFill>
          </p:grpSpPr>
          <p:sp>
            <p:nvSpPr>
              <p:cNvPr id="34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1" name="Freeform 111"/>
            <p:cNvSpPr>
              <a:spLocks noChangeAspect="1"/>
            </p:cNvSpPr>
            <p:nvPr/>
          </p:nvSpPr>
          <p:spPr bwMode="gray">
            <a:xfrm>
              <a:off x="8096396" y="3665518"/>
              <a:ext cx="60425" cy="9953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2" name="Freeform 112"/>
            <p:cNvSpPr>
              <a:spLocks noChangeAspect="1"/>
            </p:cNvSpPr>
            <p:nvPr/>
          </p:nvSpPr>
          <p:spPr bwMode="gray">
            <a:xfrm>
              <a:off x="7428538" y="3291845"/>
              <a:ext cx="551779" cy="29684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113"/>
            <p:cNvSpPr>
              <a:spLocks noChangeAspect="1"/>
            </p:cNvSpPr>
            <p:nvPr/>
          </p:nvSpPr>
          <p:spPr bwMode="gray">
            <a:xfrm>
              <a:off x="7791090" y="4068874"/>
              <a:ext cx="41344" cy="40162"/>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114"/>
            <p:cNvSpPr>
              <a:spLocks noChangeAspect="1"/>
            </p:cNvSpPr>
            <p:nvPr/>
          </p:nvSpPr>
          <p:spPr bwMode="gray">
            <a:xfrm>
              <a:off x="7180476" y="3251684"/>
              <a:ext cx="1068574" cy="815445"/>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15"/>
            <p:cNvSpPr>
              <a:spLocks noChangeAspect="1"/>
            </p:cNvSpPr>
            <p:nvPr/>
          </p:nvSpPr>
          <p:spPr bwMode="gray">
            <a:xfrm>
              <a:off x="8066183" y="3553765"/>
              <a:ext cx="109720" cy="132706"/>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56" name="Group 116"/>
            <p:cNvGrpSpPr>
              <a:grpSpLocks noChangeAspect="1"/>
            </p:cNvGrpSpPr>
            <p:nvPr/>
          </p:nvGrpSpPr>
          <p:grpSpPr bwMode="gray">
            <a:xfrm>
              <a:off x="6237522" y="1795409"/>
              <a:ext cx="2978333" cy="1802010"/>
              <a:chOff x="2730" y="960"/>
              <a:chExt cx="1873" cy="1032"/>
            </a:xfrm>
            <a:solidFill>
              <a:schemeClr val="bg1">
                <a:lumMod val="75000"/>
              </a:schemeClr>
            </a:solidFill>
          </p:grpSpPr>
          <p:grpSp>
            <p:nvGrpSpPr>
              <p:cNvPr id="331" name="Group 117"/>
              <p:cNvGrpSpPr>
                <a:grpSpLocks noChangeAspect="1"/>
              </p:cNvGrpSpPr>
              <p:nvPr/>
            </p:nvGrpSpPr>
            <p:grpSpPr bwMode="gray">
              <a:xfrm>
                <a:off x="3044" y="960"/>
                <a:ext cx="1473" cy="481"/>
                <a:chOff x="3044" y="960"/>
                <a:chExt cx="1473" cy="481"/>
              </a:xfrm>
              <a:grpFill/>
            </p:grpSpPr>
            <p:sp>
              <p:nvSpPr>
                <p:cNvPr id="33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57" name="Group 135"/>
            <p:cNvGrpSpPr>
              <a:grpSpLocks noChangeAspect="1"/>
            </p:cNvGrpSpPr>
            <p:nvPr/>
          </p:nvGrpSpPr>
          <p:grpSpPr bwMode="gray">
            <a:xfrm>
              <a:off x="6352012" y="3574719"/>
              <a:ext cx="648777" cy="644324"/>
              <a:chOff x="2802" y="1979"/>
              <a:chExt cx="408" cy="369"/>
            </a:xfrm>
            <a:solidFill>
              <a:schemeClr val="bg1">
                <a:lumMod val="75000"/>
              </a:schemeClr>
            </a:solidFill>
          </p:grpSpPr>
          <p:sp>
            <p:nvSpPr>
              <p:cNvPr id="30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3" name="Group 137"/>
              <p:cNvGrpSpPr>
                <a:grpSpLocks noChangeAspect="1"/>
              </p:cNvGrpSpPr>
              <p:nvPr/>
            </p:nvGrpSpPr>
            <p:grpSpPr bwMode="gray">
              <a:xfrm>
                <a:off x="2889" y="2101"/>
                <a:ext cx="17" cy="51"/>
                <a:chOff x="2889" y="2101"/>
                <a:chExt cx="17" cy="51"/>
              </a:xfrm>
              <a:grpFill/>
            </p:grpSpPr>
            <p:sp>
              <p:nvSpPr>
                <p:cNvPr id="32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5" name="Group 142"/>
              <p:cNvGrpSpPr>
                <a:grpSpLocks noChangeAspect="1"/>
              </p:cNvGrpSpPr>
              <p:nvPr/>
            </p:nvGrpSpPr>
            <p:grpSpPr bwMode="gray">
              <a:xfrm>
                <a:off x="2896" y="2116"/>
                <a:ext cx="231" cy="189"/>
                <a:chOff x="2896" y="2116"/>
                <a:chExt cx="231" cy="189"/>
              </a:xfrm>
              <a:grpFill/>
            </p:grpSpPr>
            <p:sp>
              <p:nvSpPr>
                <p:cNvPr id="32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06" name="Group 145"/>
              <p:cNvGrpSpPr>
                <a:grpSpLocks noChangeAspect="1"/>
              </p:cNvGrpSpPr>
              <p:nvPr/>
            </p:nvGrpSpPr>
            <p:grpSpPr bwMode="gray">
              <a:xfrm>
                <a:off x="2984" y="2276"/>
                <a:ext cx="114" cy="72"/>
                <a:chOff x="2984" y="2276"/>
                <a:chExt cx="114" cy="72"/>
              </a:xfrm>
              <a:grpFill/>
            </p:grpSpPr>
            <p:sp>
              <p:nvSpPr>
                <p:cNvPr id="32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8" name="Group 149"/>
              <p:cNvGrpSpPr>
                <a:grpSpLocks noChangeAspect="1"/>
              </p:cNvGrpSpPr>
              <p:nvPr/>
            </p:nvGrpSpPr>
            <p:grpSpPr bwMode="gray">
              <a:xfrm>
                <a:off x="3086" y="2189"/>
                <a:ext cx="85" cy="114"/>
                <a:chOff x="3086" y="2189"/>
                <a:chExt cx="85" cy="114"/>
              </a:xfrm>
              <a:grpFill/>
            </p:grpSpPr>
            <p:sp>
              <p:nvSpPr>
                <p:cNvPr id="32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0" name="Group 153"/>
              <p:cNvGrpSpPr>
                <a:grpSpLocks noChangeAspect="1"/>
              </p:cNvGrpSpPr>
              <p:nvPr/>
            </p:nvGrpSpPr>
            <p:grpSpPr bwMode="gray">
              <a:xfrm>
                <a:off x="3000" y="2012"/>
                <a:ext cx="210" cy="192"/>
                <a:chOff x="3000" y="2012"/>
                <a:chExt cx="210" cy="192"/>
              </a:xfrm>
              <a:grpFill/>
            </p:grpSpPr>
            <p:sp>
              <p:nvSpPr>
                <p:cNvPr id="32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4" name="Group 159"/>
              <p:cNvGrpSpPr>
                <a:grpSpLocks noChangeAspect="1"/>
              </p:cNvGrpSpPr>
              <p:nvPr/>
            </p:nvGrpSpPr>
            <p:grpSpPr bwMode="gray">
              <a:xfrm>
                <a:off x="2802" y="1979"/>
                <a:ext cx="205" cy="88"/>
                <a:chOff x="2802" y="1979"/>
                <a:chExt cx="205" cy="88"/>
              </a:xfrm>
              <a:grpFill/>
            </p:grpSpPr>
            <p:sp>
              <p:nvSpPr>
                <p:cNvPr id="31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8" name="Freeform 165"/>
            <p:cNvSpPr>
              <a:spLocks noChangeAspect="1"/>
            </p:cNvSpPr>
            <p:nvPr/>
          </p:nvSpPr>
          <p:spPr bwMode="gray">
            <a:xfrm>
              <a:off x="6654139" y="3593926"/>
              <a:ext cx="54065" cy="61115"/>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166"/>
            <p:cNvSpPr>
              <a:spLocks noChangeAspect="1"/>
            </p:cNvSpPr>
            <p:nvPr/>
          </p:nvSpPr>
          <p:spPr bwMode="gray">
            <a:xfrm>
              <a:off x="6708204" y="3185330"/>
              <a:ext cx="709202" cy="415580"/>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0" name="Freeform 167"/>
            <p:cNvSpPr>
              <a:spLocks noChangeAspect="1"/>
            </p:cNvSpPr>
            <p:nvPr/>
          </p:nvSpPr>
          <p:spPr bwMode="gray">
            <a:xfrm>
              <a:off x="6592124" y="3536304"/>
              <a:ext cx="117670" cy="62861"/>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168"/>
            <p:cNvSpPr>
              <a:spLocks noChangeAspect="1"/>
            </p:cNvSpPr>
            <p:nvPr/>
          </p:nvSpPr>
          <p:spPr bwMode="gray">
            <a:xfrm>
              <a:off x="6873578" y="3482173"/>
              <a:ext cx="298946" cy="213028"/>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169"/>
            <p:cNvSpPr>
              <a:spLocks noChangeAspect="1"/>
            </p:cNvSpPr>
            <p:nvPr/>
          </p:nvSpPr>
          <p:spPr bwMode="gray">
            <a:xfrm>
              <a:off x="6811563" y="3555511"/>
              <a:ext cx="248062" cy="18858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63" name="Group 170"/>
            <p:cNvGrpSpPr>
              <a:grpSpLocks noChangeAspect="1"/>
            </p:cNvGrpSpPr>
            <p:nvPr/>
          </p:nvGrpSpPr>
          <p:grpSpPr bwMode="gray">
            <a:xfrm>
              <a:off x="6677991" y="3579957"/>
              <a:ext cx="96999" cy="85561"/>
              <a:chOff x="3007" y="1982"/>
              <a:chExt cx="61" cy="49"/>
            </a:xfrm>
            <a:solidFill>
              <a:schemeClr val="bg1">
                <a:lumMod val="75000"/>
              </a:schemeClr>
            </a:solidFill>
          </p:grpSpPr>
          <p:sp>
            <p:nvSpPr>
              <p:cNvPr id="30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4" name="Freeform 173"/>
            <p:cNvSpPr>
              <a:spLocks noChangeAspect="1"/>
            </p:cNvSpPr>
            <p:nvPr/>
          </p:nvSpPr>
          <p:spPr bwMode="gray">
            <a:xfrm>
              <a:off x="5469486" y="2743559"/>
              <a:ext cx="190817" cy="143183"/>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65" name="Group 222"/>
            <p:cNvGrpSpPr>
              <a:grpSpLocks noChangeAspect="1"/>
            </p:cNvGrpSpPr>
            <p:nvPr/>
          </p:nvGrpSpPr>
          <p:grpSpPr bwMode="gray">
            <a:xfrm>
              <a:off x="6083280" y="1795408"/>
              <a:ext cx="287816" cy="326528"/>
              <a:chOff x="3202" y="1036"/>
              <a:chExt cx="181" cy="187"/>
            </a:xfrm>
            <a:solidFill>
              <a:schemeClr val="bg1">
                <a:lumMod val="75000"/>
              </a:schemeClr>
            </a:solidFill>
          </p:grpSpPr>
          <p:sp>
            <p:nvSpPr>
              <p:cNvPr id="29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6" name="Freeform 229"/>
            <p:cNvSpPr>
              <a:spLocks noChangeAspect="1"/>
            </p:cNvSpPr>
            <p:nvPr/>
          </p:nvSpPr>
          <p:spPr bwMode="gray">
            <a:xfrm>
              <a:off x="5129196" y="3024686"/>
              <a:ext cx="6361" cy="698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230"/>
            <p:cNvSpPr>
              <a:spLocks noChangeAspect="1"/>
            </p:cNvSpPr>
            <p:nvPr/>
          </p:nvSpPr>
          <p:spPr bwMode="gray">
            <a:xfrm>
              <a:off x="5467895" y="2390840"/>
              <a:ext cx="46115" cy="48892"/>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8" name="Freeform 231"/>
            <p:cNvSpPr>
              <a:spLocks noChangeAspect="1"/>
            </p:cNvSpPr>
            <p:nvPr/>
          </p:nvSpPr>
          <p:spPr bwMode="gray">
            <a:xfrm>
              <a:off x="5407470" y="2504338"/>
              <a:ext cx="46115" cy="34923"/>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9" name="Freeform 232"/>
            <p:cNvSpPr>
              <a:spLocks noChangeAspect="1"/>
            </p:cNvSpPr>
            <p:nvPr/>
          </p:nvSpPr>
          <p:spPr bwMode="gray">
            <a:xfrm>
              <a:off x="5130786" y="3019448"/>
              <a:ext cx="14312" cy="523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33"/>
            <p:cNvSpPr>
              <a:spLocks noChangeAspect="1"/>
            </p:cNvSpPr>
            <p:nvPr/>
          </p:nvSpPr>
          <p:spPr bwMode="gray">
            <a:xfrm>
              <a:off x="4625121" y="1795408"/>
              <a:ext cx="965216" cy="122578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34"/>
            <p:cNvSpPr>
              <a:spLocks noChangeAspect="1"/>
            </p:cNvSpPr>
            <p:nvPr/>
          </p:nvSpPr>
          <p:spPr bwMode="gray">
            <a:xfrm>
              <a:off x="4939969" y="2546246"/>
              <a:ext cx="52475" cy="57623"/>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35"/>
            <p:cNvSpPr>
              <a:spLocks noChangeAspect="1"/>
            </p:cNvSpPr>
            <p:nvPr/>
          </p:nvSpPr>
          <p:spPr bwMode="gray">
            <a:xfrm>
              <a:off x="4695087" y="2050344"/>
              <a:ext cx="52475" cy="20954"/>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73" name="Group 236"/>
            <p:cNvGrpSpPr>
              <a:grpSpLocks noChangeAspect="1"/>
            </p:cNvGrpSpPr>
            <p:nvPr/>
          </p:nvGrpSpPr>
          <p:grpSpPr bwMode="gray">
            <a:xfrm>
              <a:off x="4478828" y="4222534"/>
              <a:ext cx="809382" cy="1501675"/>
              <a:chOff x="1624" y="2350"/>
              <a:chExt cx="509" cy="860"/>
            </a:xfrm>
            <a:solidFill>
              <a:schemeClr val="bg1">
                <a:lumMod val="75000"/>
              </a:schemeClr>
            </a:solidFill>
          </p:grpSpPr>
          <p:sp>
            <p:nvSpPr>
              <p:cNvPr id="26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4" name="Freeform 262"/>
            <p:cNvSpPr>
              <a:spLocks noChangeAspect="1"/>
            </p:cNvSpPr>
            <p:nvPr/>
          </p:nvSpPr>
          <p:spPr bwMode="gray">
            <a:xfrm>
              <a:off x="4369109" y="4171897"/>
              <a:ext cx="74737" cy="82069"/>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63"/>
            <p:cNvSpPr>
              <a:spLocks noChangeAspect="1"/>
            </p:cNvSpPr>
            <p:nvPr/>
          </p:nvSpPr>
          <p:spPr bwMode="gray">
            <a:xfrm>
              <a:off x="4448616" y="4276665"/>
              <a:ext cx="101769" cy="471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6" name="Freeform 264"/>
            <p:cNvSpPr>
              <a:spLocks noChangeAspect="1"/>
            </p:cNvSpPr>
            <p:nvPr/>
          </p:nvSpPr>
          <p:spPr bwMode="gray">
            <a:xfrm>
              <a:off x="4288012" y="4116020"/>
              <a:ext cx="68377" cy="82069"/>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7" name="Freeform 265"/>
            <p:cNvSpPr>
              <a:spLocks noChangeAspect="1"/>
            </p:cNvSpPr>
            <p:nvPr/>
          </p:nvSpPr>
          <p:spPr bwMode="gray">
            <a:xfrm>
              <a:off x="4340487" y="4103797"/>
              <a:ext cx="19082" cy="506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8" name="Freeform 266"/>
            <p:cNvSpPr>
              <a:spLocks noChangeAspect="1"/>
            </p:cNvSpPr>
            <p:nvPr/>
          </p:nvSpPr>
          <p:spPr bwMode="gray">
            <a:xfrm>
              <a:off x="4326175" y="4184119"/>
              <a:ext cx="39754" cy="24446"/>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267"/>
            <p:cNvSpPr>
              <a:spLocks noChangeAspect="1"/>
            </p:cNvSpPr>
            <p:nvPr/>
          </p:nvSpPr>
          <p:spPr bwMode="gray">
            <a:xfrm>
              <a:off x="4399321" y="4246980"/>
              <a:ext cx="57245" cy="55876"/>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268"/>
            <p:cNvSpPr>
              <a:spLocks noChangeAspect="1"/>
            </p:cNvSpPr>
            <p:nvPr/>
          </p:nvSpPr>
          <p:spPr bwMode="gray">
            <a:xfrm>
              <a:off x="4337306" y="4152689"/>
              <a:ext cx="106540" cy="59369"/>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269"/>
            <p:cNvSpPr>
              <a:spLocks noChangeAspect="1"/>
            </p:cNvSpPr>
            <p:nvPr/>
          </p:nvSpPr>
          <p:spPr bwMode="gray">
            <a:xfrm>
              <a:off x="3855493" y="3803462"/>
              <a:ext cx="526337" cy="377165"/>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82" name="Group 270"/>
            <p:cNvGrpSpPr>
              <a:grpSpLocks noChangeAspect="1"/>
            </p:cNvGrpSpPr>
            <p:nvPr/>
          </p:nvGrpSpPr>
          <p:grpSpPr bwMode="gray">
            <a:xfrm>
              <a:off x="2976146" y="2486877"/>
              <a:ext cx="1757105" cy="1480721"/>
              <a:chOff x="679" y="1356"/>
              <a:chExt cx="1105" cy="848"/>
            </a:xfrm>
            <a:solidFill>
              <a:schemeClr val="bg1">
                <a:lumMod val="75000"/>
              </a:schemeClr>
            </a:solidFill>
          </p:grpSpPr>
          <p:grpSp>
            <p:nvGrpSpPr>
              <p:cNvPr id="257" name="Group 271"/>
              <p:cNvGrpSpPr>
                <a:grpSpLocks noChangeAspect="1"/>
              </p:cNvGrpSpPr>
              <p:nvPr/>
            </p:nvGrpSpPr>
            <p:grpSpPr bwMode="gray">
              <a:xfrm>
                <a:off x="679" y="1356"/>
                <a:ext cx="411" cy="413"/>
                <a:chOff x="679" y="1356"/>
                <a:chExt cx="411" cy="413"/>
              </a:xfrm>
              <a:grpFill/>
            </p:grpSpPr>
            <p:sp>
              <p:nvSpPr>
                <p:cNvPr id="26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275"/>
                <p:cNvSpPr>
                  <a:spLocks noChangeAspect="1"/>
                </p:cNvSpPr>
                <p:nvPr/>
              </p:nvSpPr>
              <p:spPr bwMode="gray">
                <a:xfrm>
                  <a:off x="679"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58" name="Group 277"/>
              <p:cNvGrpSpPr>
                <a:grpSpLocks noChangeAspect="1"/>
              </p:cNvGrpSpPr>
              <p:nvPr/>
            </p:nvGrpSpPr>
            <p:grpSpPr bwMode="gray">
              <a:xfrm>
                <a:off x="1149" y="1865"/>
                <a:ext cx="635" cy="339"/>
                <a:chOff x="1149" y="1865"/>
                <a:chExt cx="635" cy="339"/>
              </a:xfrm>
              <a:grpFill/>
            </p:grpSpPr>
            <p:sp>
              <p:nvSpPr>
                <p:cNvPr id="25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83" name="Group 283"/>
            <p:cNvGrpSpPr>
              <a:grpSpLocks noChangeAspect="1"/>
            </p:cNvGrpSpPr>
            <p:nvPr/>
          </p:nvGrpSpPr>
          <p:grpSpPr bwMode="gray">
            <a:xfrm>
              <a:off x="3437287" y="1795408"/>
              <a:ext cx="1540846" cy="1784549"/>
              <a:chOff x="969" y="960"/>
              <a:chExt cx="969" cy="1022"/>
            </a:xfrm>
            <a:solidFill>
              <a:schemeClr val="bg1">
                <a:lumMod val="75000"/>
              </a:schemeClr>
            </a:solidFill>
          </p:grpSpPr>
          <p:sp>
            <p:nvSpPr>
              <p:cNvPr id="22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4" name="Freeform 313"/>
            <p:cNvSpPr>
              <a:spLocks noChangeAspect="1"/>
            </p:cNvSpPr>
            <p:nvPr/>
          </p:nvSpPr>
          <p:spPr bwMode="gray">
            <a:xfrm rot="21085610">
              <a:off x="4534484" y="3904738"/>
              <a:ext cx="12721" cy="698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5" name="Freeform 314"/>
            <p:cNvSpPr>
              <a:spLocks noChangeAspect="1"/>
            </p:cNvSpPr>
            <p:nvPr/>
          </p:nvSpPr>
          <p:spPr bwMode="gray">
            <a:xfrm rot="21085610">
              <a:off x="4555155" y="3906484"/>
              <a:ext cx="1591" cy="17461"/>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6" name="Freeform 315"/>
            <p:cNvSpPr>
              <a:spLocks noChangeAspect="1"/>
            </p:cNvSpPr>
            <p:nvPr/>
          </p:nvSpPr>
          <p:spPr bwMode="gray">
            <a:xfrm rot="21085610">
              <a:off x="4555155" y="3946645"/>
              <a:ext cx="3180" cy="174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316"/>
            <p:cNvSpPr>
              <a:spLocks noChangeAspect="1"/>
            </p:cNvSpPr>
            <p:nvPr/>
          </p:nvSpPr>
          <p:spPr bwMode="gray">
            <a:xfrm rot="21085610">
              <a:off x="4547205" y="3944899"/>
              <a:ext cx="6361" cy="20954"/>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17"/>
            <p:cNvSpPr>
              <a:spLocks noChangeAspect="1"/>
            </p:cNvSpPr>
            <p:nvPr/>
          </p:nvSpPr>
          <p:spPr bwMode="gray">
            <a:xfrm rot="21085610">
              <a:off x="4555155" y="3969345"/>
              <a:ext cx="1591" cy="10477"/>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18"/>
            <p:cNvSpPr>
              <a:spLocks noChangeAspect="1"/>
            </p:cNvSpPr>
            <p:nvPr/>
          </p:nvSpPr>
          <p:spPr bwMode="gray">
            <a:xfrm rot="21085610">
              <a:off x="4569467" y="3939660"/>
              <a:ext cx="1591" cy="13969"/>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19"/>
            <p:cNvSpPr>
              <a:spLocks noChangeAspect="1"/>
            </p:cNvSpPr>
            <p:nvPr/>
          </p:nvSpPr>
          <p:spPr bwMode="gray">
            <a:xfrm rot="21085610">
              <a:off x="4577417" y="3951884"/>
              <a:ext cx="4771" cy="15716"/>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20"/>
            <p:cNvSpPr>
              <a:spLocks noChangeAspect="1"/>
            </p:cNvSpPr>
            <p:nvPr/>
          </p:nvSpPr>
          <p:spPr bwMode="gray">
            <a:xfrm rot="21085610">
              <a:off x="4591729" y="3964106"/>
              <a:ext cx="3180" cy="3492"/>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21"/>
            <p:cNvSpPr>
              <a:spLocks noChangeAspect="1"/>
            </p:cNvSpPr>
            <p:nvPr/>
          </p:nvSpPr>
          <p:spPr bwMode="gray">
            <a:xfrm rot="21085610">
              <a:off x="4585368" y="3979822"/>
              <a:ext cx="4771" cy="17461"/>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22"/>
            <p:cNvSpPr>
              <a:spLocks noChangeAspect="1"/>
            </p:cNvSpPr>
            <p:nvPr/>
          </p:nvSpPr>
          <p:spPr bwMode="gray">
            <a:xfrm rot="21085610">
              <a:off x="4599679" y="3995537"/>
              <a:ext cx="4771" cy="15716"/>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3"/>
            <p:cNvSpPr>
              <a:spLocks noChangeAspect="1"/>
            </p:cNvSpPr>
            <p:nvPr/>
          </p:nvSpPr>
          <p:spPr bwMode="gray">
            <a:xfrm rot="21085610">
              <a:off x="4612400" y="4006013"/>
              <a:ext cx="4771" cy="174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24"/>
            <p:cNvSpPr>
              <a:spLocks noChangeAspect="1"/>
            </p:cNvSpPr>
            <p:nvPr/>
          </p:nvSpPr>
          <p:spPr bwMode="gray">
            <a:xfrm rot="21085610">
              <a:off x="4623532" y="4012998"/>
              <a:ext cx="9541" cy="698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25"/>
            <p:cNvSpPr>
              <a:spLocks noChangeAspect="1"/>
            </p:cNvSpPr>
            <p:nvPr/>
          </p:nvSpPr>
          <p:spPr bwMode="gray">
            <a:xfrm rot="21085610">
              <a:off x="4610810" y="4032206"/>
              <a:ext cx="6361" cy="10477"/>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26"/>
            <p:cNvSpPr>
              <a:spLocks noChangeAspect="1"/>
            </p:cNvSpPr>
            <p:nvPr/>
          </p:nvSpPr>
          <p:spPr bwMode="gray">
            <a:xfrm rot="21085610">
              <a:off x="4553565" y="3967598"/>
              <a:ext cx="3180" cy="523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27"/>
            <p:cNvSpPr>
              <a:spLocks noChangeAspect="1"/>
            </p:cNvSpPr>
            <p:nvPr/>
          </p:nvSpPr>
          <p:spPr bwMode="gray">
            <a:xfrm rot="21085610">
              <a:off x="4521763" y="3950137"/>
              <a:ext cx="1591" cy="698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28"/>
            <p:cNvSpPr>
              <a:spLocks noChangeAspect="1"/>
            </p:cNvSpPr>
            <p:nvPr/>
          </p:nvSpPr>
          <p:spPr bwMode="gray">
            <a:xfrm rot="21085610">
              <a:off x="4518582" y="3958868"/>
              <a:ext cx="3180" cy="349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29"/>
            <p:cNvSpPr>
              <a:spLocks noChangeAspect="1"/>
            </p:cNvSpPr>
            <p:nvPr/>
          </p:nvSpPr>
          <p:spPr bwMode="gray">
            <a:xfrm rot="21085610">
              <a:off x="4509041" y="3962361"/>
              <a:ext cx="6361" cy="698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30"/>
            <p:cNvSpPr>
              <a:spLocks noChangeAspect="1"/>
            </p:cNvSpPr>
            <p:nvPr/>
          </p:nvSpPr>
          <p:spPr bwMode="gray">
            <a:xfrm rot="20552049">
              <a:off x="4551975" y="4112528"/>
              <a:ext cx="23853" cy="19208"/>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2" name="Freeform 331"/>
            <p:cNvSpPr>
              <a:spLocks noChangeAspect="1"/>
            </p:cNvSpPr>
            <p:nvPr/>
          </p:nvSpPr>
          <p:spPr bwMode="gray">
            <a:xfrm rot="20552049">
              <a:off x="4617171" y="4049667"/>
              <a:ext cx="38163" cy="57623"/>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3" name="Freeform 332"/>
            <p:cNvSpPr>
              <a:spLocks noChangeAspect="1"/>
            </p:cNvSpPr>
            <p:nvPr/>
          </p:nvSpPr>
          <p:spPr bwMode="gray">
            <a:xfrm rot="20552049">
              <a:off x="4731661" y="4084590"/>
              <a:ext cx="1591" cy="174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4" name="Freeform 333"/>
            <p:cNvSpPr>
              <a:spLocks noChangeAspect="1"/>
            </p:cNvSpPr>
            <p:nvPr/>
          </p:nvSpPr>
          <p:spPr bwMode="gray">
            <a:xfrm rot="20552049">
              <a:off x="4753923" y="4131735"/>
              <a:ext cx="3180" cy="1222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34"/>
            <p:cNvSpPr>
              <a:spLocks noChangeAspect="1"/>
            </p:cNvSpPr>
            <p:nvPr/>
          </p:nvSpPr>
          <p:spPr bwMode="gray">
            <a:xfrm rot="20552049">
              <a:off x="4777775" y="4217296"/>
              <a:ext cx="3180" cy="523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35"/>
            <p:cNvSpPr>
              <a:spLocks noChangeAspect="1"/>
            </p:cNvSpPr>
            <p:nvPr/>
          </p:nvSpPr>
          <p:spPr bwMode="gray">
            <a:xfrm rot="20552049">
              <a:off x="4771414" y="4233011"/>
              <a:ext cx="9541" cy="17461"/>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36"/>
            <p:cNvSpPr>
              <a:spLocks noChangeAspect="1"/>
            </p:cNvSpPr>
            <p:nvPr/>
          </p:nvSpPr>
          <p:spPr bwMode="gray">
            <a:xfrm rot="20552049">
              <a:off x="4598089" y="4056652"/>
              <a:ext cx="1591" cy="349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108" name="Group 337"/>
            <p:cNvGrpSpPr>
              <a:grpSpLocks noChangeAspect="1"/>
            </p:cNvGrpSpPr>
            <p:nvPr/>
          </p:nvGrpSpPr>
          <p:grpSpPr bwMode="gray">
            <a:xfrm>
              <a:off x="4590138" y="4060144"/>
              <a:ext cx="28623" cy="48892"/>
              <a:chOff x="1694" y="2257"/>
              <a:chExt cx="18" cy="28"/>
            </a:xfrm>
            <a:solidFill>
              <a:schemeClr val="bg1">
                <a:lumMod val="75000"/>
              </a:schemeClr>
            </a:solidFill>
          </p:grpSpPr>
          <p:sp>
            <p:nvSpPr>
              <p:cNvPr id="22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9" name="Freeform 340"/>
            <p:cNvSpPr>
              <a:spLocks noChangeAspect="1"/>
            </p:cNvSpPr>
            <p:nvPr/>
          </p:nvSpPr>
          <p:spPr bwMode="gray">
            <a:xfrm rot="20552049">
              <a:off x="4668055" y="4070621"/>
              <a:ext cx="15901" cy="13969"/>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41"/>
            <p:cNvSpPr>
              <a:spLocks noChangeAspect="1"/>
            </p:cNvSpPr>
            <p:nvPr/>
          </p:nvSpPr>
          <p:spPr bwMode="gray">
            <a:xfrm rot="20552049">
              <a:off x="4765054" y="4171897"/>
              <a:ext cx="0" cy="523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42"/>
            <p:cNvSpPr>
              <a:spLocks noChangeAspect="1"/>
            </p:cNvSpPr>
            <p:nvPr/>
          </p:nvSpPr>
          <p:spPr bwMode="gray">
            <a:xfrm rot="20552049">
              <a:off x="4738022" y="4098559"/>
              <a:ext cx="4771" cy="1222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43"/>
            <p:cNvSpPr>
              <a:spLocks noChangeAspect="1"/>
            </p:cNvSpPr>
            <p:nvPr/>
          </p:nvSpPr>
          <p:spPr bwMode="gray">
            <a:xfrm rot="20552049">
              <a:off x="4691907" y="4067129"/>
              <a:ext cx="0" cy="174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44"/>
            <p:cNvSpPr>
              <a:spLocks noChangeAspect="1"/>
            </p:cNvSpPr>
            <p:nvPr/>
          </p:nvSpPr>
          <p:spPr bwMode="gray">
            <a:xfrm rot="20552049">
              <a:off x="4695087" y="4081098"/>
              <a:ext cx="1591" cy="349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45"/>
            <p:cNvSpPr>
              <a:spLocks noChangeAspect="1"/>
            </p:cNvSpPr>
            <p:nvPr/>
          </p:nvSpPr>
          <p:spPr bwMode="gray">
            <a:xfrm rot="20552049">
              <a:off x="4745972" y="4117766"/>
              <a:ext cx="3180" cy="8731"/>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46"/>
            <p:cNvSpPr>
              <a:spLocks noChangeAspect="1"/>
            </p:cNvSpPr>
            <p:nvPr/>
          </p:nvSpPr>
          <p:spPr bwMode="gray">
            <a:xfrm rot="20552049">
              <a:off x="4765054" y="4199835"/>
              <a:ext cx="1591" cy="523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47"/>
            <p:cNvSpPr>
              <a:spLocks noChangeAspect="1"/>
            </p:cNvSpPr>
            <p:nvPr/>
          </p:nvSpPr>
          <p:spPr bwMode="gray">
            <a:xfrm rot="20552049">
              <a:off x="4459747" y="4007760"/>
              <a:ext cx="117670" cy="85561"/>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48"/>
            <p:cNvSpPr>
              <a:spLocks noChangeAspect="1"/>
            </p:cNvSpPr>
            <p:nvPr/>
          </p:nvSpPr>
          <p:spPr bwMode="gray">
            <a:xfrm rot="20552049">
              <a:off x="4478828" y="4053160"/>
              <a:ext cx="4771" cy="10477"/>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49"/>
            <p:cNvSpPr>
              <a:spLocks noChangeAspect="1"/>
            </p:cNvSpPr>
            <p:nvPr/>
          </p:nvSpPr>
          <p:spPr bwMode="gray">
            <a:xfrm rot="20552049">
              <a:off x="4521763" y="4018237"/>
              <a:ext cx="11131" cy="15716"/>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50"/>
            <p:cNvSpPr>
              <a:spLocks noChangeAspect="1"/>
            </p:cNvSpPr>
            <p:nvPr/>
          </p:nvSpPr>
          <p:spPr bwMode="gray">
            <a:xfrm rot="20552049">
              <a:off x="4720530" y="4081098"/>
              <a:ext cx="0" cy="523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51"/>
            <p:cNvSpPr>
              <a:spLocks noChangeAspect="1"/>
            </p:cNvSpPr>
            <p:nvPr/>
          </p:nvSpPr>
          <p:spPr bwMode="gray">
            <a:xfrm rot="20552049">
              <a:off x="4761873" y="4154435"/>
              <a:ext cx="1591" cy="698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121" name="Group 362"/>
            <p:cNvGrpSpPr/>
            <p:nvPr/>
          </p:nvGrpSpPr>
          <p:grpSpPr bwMode="gray">
            <a:xfrm>
              <a:off x="5717548" y="2502593"/>
              <a:ext cx="880939" cy="1220548"/>
              <a:chOff x="4580731" y="1911697"/>
              <a:chExt cx="879476" cy="1109663"/>
            </a:xfrm>
            <a:solidFill>
              <a:schemeClr val="bg1">
                <a:lumMod val="75000"/>
              </a:schemeClr>
            </a:solidFill>
          </p:grpSpPr>
          <p:sp>
            <p:nvSpPr>
              <p:cNvPr id="17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0" name="Group 178"/>
              <p:cNvGrpSpPr>
                <a:grpSpLocks noChangeAspect="1"/>
              </p:cNvGrpSpPr>
              <p:nvPr/>
            </p:nvGrpSpPr>
            <p:grpSpPr bwMode="gray">
              <a:xfrm>
                <a:off x="4876006" y="2765772"/>
                <a:ext cx="204788" cy="242888"/>
                <a:chOff x="2589" y="1903"/>
                <a:chExt cx="129" cy="153"/>
              </a:xfrm>
              <a:grpFill/>
            </p:grpSpPr>
            <p:sp>
              <p:nvSpPr>
                <p:cNvPr id="22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8" name="Group 189"/>
              <p:cNvGrpSpPr>
                <a:grpSpLocks noChangeAspect="1"/>
              </p:cNvGrpSpPr>
              <p:nvPr/>
            </p:nvGrpSpPr>
            <p:grpSpPr bwMode="gray">
              <a:xfrm>
                <a:off x="4679156" y="2659410"/>
                <a:ext cx="247650" cy="244475"/>
                <a:chOff x="2465" y="1836"/>
                <a:chExt cx="156" cy="154"/>
              </a:xfrm>
              <a:grpFill/>
            </p:grpSpPr>
            <p:sp>
              <p:nvSpPr>
                <p:cNvPr id="22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89" name="Group 192"/>
              <p:cNvGrpSpPr>
                <a:grpSpLocks noChangeAspect="1"/>
              </p:cNvGrpSpPr>
              <p:nvPr/>
            </p:nvGrpSpPr>
            <p:grpSpPr bwMode="gray">
              <a:xfrm>
                <a:off x="4620419" y="2430810"/>
                <a:ext cx="171450" cy="258763"/>
                <a:chOff x="2428" y="1692"/>
                <a:chExt cx="108" cy="163"/>
              </a:xfrm>
              <a:grpFill/>
            </p:grpSpPr>
            <p:sp>
              <p:nvSpPr>
                <p:cNvPr id="21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4" name="Group 199"/>
              <p:cNvGrpSpPr>
                <a:grpSpLocks noChangeAspect="1"/>
              </p:cNvGrpSpPr>
              <p:nvPr/>
            </p:nvGrpSpPr>
            <p:grpSpPr bwMode="gray">
              <a:xfrm>
                <a:off x="5033169" y="2808635"/>
                <a:ext cx="68263" cy="68263"/>
                <a:chOff x="2688" y="1930"/>
                <a:chExt cx="43" cy="43"/>
              </a:xfrm>
              <a:grpFill/>
            </p:grpSpPr>
            <p:sp>
              <p:nvSpPr>
                <p:cNvPr id="21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4" name="Group 359"/>
              <p:cNvGrpSpPr/>
              <p:nvPr/>
            </p:nvGrpSpPr>
            <p:grpSpPr bwMode="gray">
              <a:xfrm>
                <a:off x="5080794" y="2788583"/>
                <a:ext cx="75600" cy="108000"/>
                <a:chOff x="4160739" y="2986112"/>
                <a:chExt cx="187325" cy="233362"/>
              </a:xfrm>
              <a:grpFill/>
            </p:grpSpPr>
            <p:sp>
              <p:nvSpPr>
                <p:cNvPr id="21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22" name="Group 368"/>
            <p:cNvGrpSpPr/>
            <p:nvPr/>
          </p:nvGrpSpPr>
          <p:grpSpPr bwMode="gray">
            <a:xfrm>
              <a:off x="5591926" y="3693456"/>
              <a:ext cx="1198965" cy="1473737"/>
              <a:chOff x="4455318" y="2994372"/>
              <a:chExt cx="1196974" cy="1339850"/>
            </a:xfrm>
            <a:solidFill>
              <a:schemeClr val="bg1">
                <a:lumMod val="75000"/>
              </a:schemeClr>
            </a:solidFill>
          </p:grpSpPr>
          <p:sp>
            <p:nvSpPr>
              <p:cNvPr id="123" name="Freeform 12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5" name="Group 367"/>
              <p:cNvGrpSpPr/>
              <p:nvPr/>
            </p:nvGrpSpPr>
            <p:grpSpPr bwMode="gray">
              <a:xfrm>
                <a:off x="4455318" y="2994372"/>
                <a:ext cx="1196974" cy="1339850"/>
                <a:chOff x="4455318" y="2994372"/>
                <a:chExt cx="1196974" cy="1339850"/>
              </a:xfrm>
              <a:grpFill/>
            </p:grpSpPr>
            <p:sp>
              <p:nvSpPr>
                <p:cNvPr id="126" name="Freeform 12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13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1" name="Freeform 14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14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14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5" name="Group 25"/>
                <p:cNvGrpSpPr>
                  <a:grpSpLocks noChangeAspect="1"/>
                </p:cNvGrpSpPr>
                <p:nvPr/>
              </p:nvGrpSpPr>
              <p:grpSpPr bwMode="gray">
                <a:xfrm>
                  <a:off x="4961730" y="3769072"/>
                  <a:ext cx="219075" cy="239713"/>
                  <a:chOff x="2643" y="2535"/>
                  <a:chExt cx="138" cy="151"/>
                </a:xfrm>
                <a:grpFill/>
              </p:grpSpPr>
              <p:sp>
                <p:nvSpPr>
                  <p:cNvPr id="17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72" name="Group 364"/>
                <p:cNvGrpSpPr>
                  <a:grpSpLocks noChangeAspect="1"/>
                </p:cNvGrpSpPr>
                <p:nvPr/>
              </p:nvGrpSpPr>
              <p:grpSpPr bwMode="gray">
                <a:xfrm>
                  <a:off x="5141117" y="3280172"/>
                  <a:ext cx="289379" cy="349200"/>
                  <a:chOff x="3548063" y="12700"/>
                  <a:chExt cx="5667375" cy="6838950"/>
                </a:xfrm>
                <a:grpFill/>
              </p:grpSpPr>
              <p:sp>
                <p:nvSpPr>
                  <p:cNvPr id="17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7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7" name="Oval 6"/>
          <p:cNvSpPr/>
          <p:nvPr/>
        </p:nvSpPr>
        <p:spPr>
          <a:xfrm>
            <a:off x="3527128" y="3138378"/>
            <a:ext cx="393559" cy="393559"/>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Oval 369"/>
          <p:cNvSpPr/>
          <p:nvPr/>
        </p:nvSpPr>
        <p:spPr>
          <a:xfrm>
            <a:off x="4030404" y="3030075"/>
            <a:ext cx="212729" cy="212729"/>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Oval 370"/>
          <p:cNvSpPr/>
          <p:nvPr/>
        </p:nvSpPr>
        <p:spPr>
          <a:xfrm>
            <a:off x="4008285" y="3888974"/>
            <a:ext cx="606547" cy="606547"/>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373" name="Oval 372"/>
          <p:cNvSpPr/>
          <p:nvPr/>
        </p:nvSpPr>
        <p:spPr>
          <a:xfrm>
            <a:off x="8719729" y="3725419"/>
            <a:ext cx="393559" cy="393559"/>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374" name="Oval 373"/>
          <p:cNvSpPr/>
          <p:nvPr/>
        </p:nvSpPr>
        <p:spPr>
          <a:xfrm>
            <a:off x="8015371" y="4708903"/>
            <a:ext cx="290661" cy="290661"/>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Oval 375"/>
          <p:cNvSpPr/>
          <p:nvPr/>
        </p:nvSpPr>
        <p:spPr>
          <a:xfrm>
            <a:off x="6403472" y="4240715"/>
            <a:ext cx="538483" cy="538483"/>
          </a:xfrm>
          <a:prstGeom prst="ellipse">
            <a:avLst/>
          </a:prstGeom>
          <a:solidFill>
            <a:schemeClr val="bg1"/>
          </a:solidFill>
          <a:ln w="571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377" name="Oval 376"/>
          <p:cNvSpPr/>
          <p:nvPr/>
        </p:nvSpPr>
        <p:spPr>
          <a:xfrm>
            <a:off x="6838945" y="3824715"/>
            <a:ext cx="212729" cy="212729"/>
          </a:xfrm>
          <a:prstGeom prst="ellipse">
            <a:avLst/>
          </a:prstGeom>
          <a:solidFill>
            <a:schemeClr val="bg1"/>
          </a:solidFill>
          <a:ln w="571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Oval 378"/>
          <p:cNvSpPr/>
          <p:nvPr/>
        </p:nvSpPr>
        <p:spPr>
          <a:xfrm>
            <a:off x="8559022" y="2453851"/>
            <a:ext cx="212729" cy="212729"/>
          </a:xfrm>
          <a:prstGeom prst="ellipse">
            <a:avLst/>
          </a:prstGeom>
          <a:solidFill>
            <a:schemeClr val="bg1"/>
          </a:solidFill>
          <a:ln w="571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3"/>
          <p:cNvSpPr>
            <a:spLocks noGrp="1"/>
          </p:cNvSpPr>
          <p:nvPr>
            <p:ph type="pic" sz="quarter" idx="10"/>
          </p:nvPr>
        </p:nvSpPr>
        <p:spPr>
          <a:ln w="76200">
            <a:solidFill>
              <a:schemeClr val="accent6"/>
            </a:solidFill>
          </a:ln>
        </p:spPr>
        <p:txBody>
          <a:bodyPr/>
          <a:lstStyle/>
          <a:p>
            <a:endParaRPr lang="en-MY"/>
          </a:p>
        </p:txBody>
      </p:sp>
      <p:sp>
        <p:nvSpPr>
          <p:cNvPr id="5" name="Picture Placeholder 4"/>
          <p:cNvSpPr>
            <a:spLocks noGrp="1"/>
          </p:cNvSpPr>
          <p:nvPr>
            <p:ph type="pic" sz="quarter" idx="11"/>
          </p:nvPr>
        </p:nvSpPr>
        <p:spPr>
          <a:ln w="76200">
            <a:solidFill>
              <a:schemeClr val="tx1">
                <a:lumMod val="65000"/>
                <a:lumOff val="35000"/>
              </a:schemeClr>
            </a:solidFill>
          </a:ln>
        </p:spPr>
        <p:txBody>
          <a:bodyPr/>
          <a:lstStyle/>
          <a:p>
            <a:endParaRPr lang="en-MY"/>
          </a:p>
        </p:txBody>
      </p:sp>
      <p:sp>
        <p:nvSpPr>
          <p:cNvPr id="14" name="Picture Placeholder 13"/>
          <p:cNvSpPr>
            <a:spLocks noGrp="1"/>
          </p:cNvSpPr>
          <p:nvPr>
            <p:ph type="pic" sz="quarter" idx="12"/>
          </p:nvPr>
        </p:nvSpPr>
        <p:spPr>
          <a:ln w="76200">
            <a:solidFill>
              <a:schemeClr val="tx1">
                <a:lumMod val="65000"/>
                <a:lumOff val="35000"/>
              </a:schemeClr>
            </a:solidFill>
          </a:ln>
        </p:spPr>
        <p:txBody>
          <a:bodyPr/>
          <a:lstStyle/>
          <a:p>
            <a:endParaRPr lang="en-MY"/>
          </a:p>
        </p:txBody>
      </p:sp>
      <p:sp>
        <p:nvSpPr>
          <p:cNvPr id="380" name="Picture Placeholder 379"/>
          <p:cNvSpPr>
            <a:spLocks noGrp="1"/>
          </p:cNvSpPr>
          <p:nvPr>
            <p:ph type="pic" sz="quarter" idx="13"/>
          </p:nvPr>
        </p:nvSpPr>
        <p:spPr>
          <a:ln w="76200">
            <a:solidFill>
              <a:schemeClr val="accent6"/>
            </a:solidFill>
          </a:ln>
        </p:spPr>
        <p:txBody>
          <a:bodyPr/>
          <a:lstStyle/>
          <a:p>
            <a:endParaRPr lang="en-MY"/>
          </a:p>
        </p:txBody>
      </p:sp>
    </p:spTree>
    <p:extLst>
      <p:ext uri="{BB962C8B-B14F-4D97-AF65-F5344CB8AC3E}">
        <p14:creationId xmlns:p14="http://schemas.microsoft.com/office/powerpoint/2010/main" val="1314503654"/>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70"/>
                                        </p:tgtEl>
                                        <p:attrNameLst>
                                          <p:attrName>style.visibility</p:attrName>
                                        </p:attrNameLst>
                                      </p:cBhvr>
                                      <p:to>
                                        <p:strVal val="visible"/>
                                      </p:to>
                                    </p:set>
                                    <p:animEffect transition="in" filter="fade">
                                      <p:cBhvr>
                                        <p:cTn id="10" dur="500"/>
                                        <p:tgtEl>
                                          <p:spTgt spid="37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71"/>
                                        </p:tgtEl>
                                        <p:attrNameLst>
                                          <p:attrName>style.visibility</p:attrName>
                                        </p:attrNameLst>
                                      </p:cBhvr>
                                      <p:to>
                                        <p:strVal val="visible"/>
                                      </p:to>
                                    </p:set>
                                    <p:animEffect transition="in" filter="fade">
                                      <p:cBhvr>
                                        <p:cTn id="13" dur="500"/>
                                        <p:tgtEl>
                                          <p:spTgt spid="37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76"/>
                                        </p:tgtEl>
                                        <p:attrNameLst>
                                          <p:attrName>style.visibility</p:attrName>
                                        </p:attrNameLst>
                                      </p:cBhvr>
                                      <p:to>
                                        <p:strVal val="visible"/>
                                      </p:to>
                                    </p:set>
                                    <p:animEffect transition="in" filter="fade">
                                      <p:cBhvr>
                                        <p:cTn id="16" dur="500"/>
                                        <p:tgtEl>
                                          <p:spTgt spid="376"/>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77"/>
                                        </p:tgtEl>
                                        <p:attrNameLst>
                                          <p:attrName>style.visibility</p:attrName>
                                        </p:attrNameLst>
                                      </p:cBhvr>
                                      <p:to>
                                        <p:strVal val="visible"/>
                                      </p:to>
                                    </p:set>
                                    <p:animEffect transition="in" filter="fade">
                                      <p:cBhvr>
                                        <p:cTn id="19" dur="500"/>
                                        <p:tgtEl>
                                          <p:spTgt spid="377"/>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74"/>
                                        </p:tgtEl>
                                        <p:attrNameLst>
                                          <p:attrName>style.visibility</p:attrName>
                                        </p:attrNameLst>
                                      </p:cBhvr>
                                      <p:to>
                                        <p:strVal val="visible"/>
                                      </p:to>
                                    </p:set>
                                    <p:animEffect transition="in" filter="fade">
                                      <p:cBhvr>
                                        <p:cTn id="22" dur="500"/>
                                        <p:tgtEl>
                                          <p:spTgt spid="374"/>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73"/>
                                        </p:tgtEl>
                                        <p:attrNameLst>
                                          <p:attrName>style.visibility</p:attrName>
                                        </p:attrNameLst>
                                      </p:cBhvr>
                                      <p:to>
                                        <p:strVal val="visible"/>
                                      </p:to>
                                    </p:set>
                                    <p:animEffect transition="in" filter="fade">
                                      <p:cBhvr>
                                        <p:cTn id="25" dur="500"/>
                                        <p:tgtEl>
                                          <p:spTgt spid="373"/>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79"/>
                                        </p:tgtEl>
                                        <p:attrNameLst>
                                          <p:attrName>style.visibility</p:attrName>
                                        </p:attrNameLst>
                                      </p:cBhvr>
                                      <p:to>
                                        <p:strVal val="visible"/>
                                      </p:to>
                                    </p:set>
                                    <p:animEffect transition="in" filter="fade">
                                      <p:cBhvr>
                                        <p:cTn id="28" dur="500"/>
                                        <p:tgtEl>
                                          <p:spTgt spid="3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370" grpId="0" animBg="1"/>
      <p:bldP spid="371" grpId="0" animBg="1"/>
      <p:bldP spid="373" grpId="0" animBg="1"/>
      <p:bldP spid="374" grpId="0" animBg="1"/>
      <p:bldP spid="376" grpId="0" animBg="1"/>
      <p:bldP spid="377" grpId="0" animBg="1"/>
      <p:bldP spid="379"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105</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p:cNvGrpSpPr/>
          <p:nvPr/>
        </p:nvGrpSpPr>
        <p:grpSpPr>
          <a:xfrm>
            <a:off x="2976146" y="1795408"/>
            <a:ext cx="6239709" cy="3928801"/>
            <a:chOff x="2976146" y="1795408"/>
            <a:chExt cx="6239709" cy="3928801"/>
          </a:xfrm>
          <a:solidFill>
            <a:srgbClr val="95A5A6"/>
          </a:solidFill>
        </p:grpSpPr>
        <p:sp>
          <p:nvSpPr>
            <p:cNvPr id="15" name="Freeform 53"/>
            <p:cNvSpPr>
              <a:spLocks noChangeAspect="1"/>
            </p:cNvSpPr>
            <p:nvPr/>
          </p:nvSpPr>
          <p:spPr bwMode="gray">
            <a:xfrm>
              <a:off x="8420785" y="5310376"/>
              <a:ext cx="63606" cy="75084"/>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 name="Freeform 54"/>
            <p:cNvSpPr>
              <a:spLocks noChangeAspect="1"/>
            </p:cNvSpPr>
            <p:nvPr/>
          </p:nvSpPr>
          <p:spPr bwMode="gray">
            <a:xfrm>
              <a:off x="7869006" y="4666052"/>
              <a:ext cx="706022" cy="60590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 name="Freeform 55"/>
            <p:cNvSpPr>
              <a:spLocks noChangeAspect="1"/>
            </p:cNvSpPr>
            <p:nvPr/>
          </p:nvSpPr>
          <p:spPr bwMode="gray">
            <a:xfrm>
              <a:off x="8799238" y="5308629"/>
              <a:ext cx="135162" cy="160644"/>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 name="Freeform 56"/>
            <p:cNvSpPr>
              <a:spLocks noChangeAspect="1"/>
            </p:cNvSpPr>
            <p:nvPr/>
          </p:nvSpPr>
          <p:spPr bwMode="gray">
            <a:xfrm>
              <a:off x="8907368" y="5160208"/>
              <a:ext cx="100179" cy="172868"/>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57"/>
            <p:cNvSpPr>
              <a:spLocks noChangeAspect="1"/>
            </p:cNvSpPr>
            <p:nvPr/>
          </p:nvSpPr>
          <p:spPr bwMode="gray">
            <a:xfrm>
              <a:off x="8754714" y="4854634"/>
              <a:ext cx="50884" cy="45399"/>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58"/>
            <p:cNvSpPr>
              <a:spLocks noChangeAspect="1"/>
            </p:cNvSpPr>
            <p:nvPr/>
          </p:nvSpPr>
          <p:spPr bwMode="gray">
            <a:xfrm>
              <a:off x="7104149" y="3545034"/>
              <a:ext cx="192407" cy="10127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59"/>
            <p:cNvSpPr>
              <a:spLocks noChangeAspect="1"/>
            </p:cNvSpPr>
            <p:nvPr/>
          </p:nvSpPr>
          <p:spPr bwMode="gray">
            <a:xfrm>
              <a:off x="7072346" y="3600910"/>
              <a:ext cx="131982" cy="108260"/>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60"/>
            <p:cNvSpPr>
              <a:spLocks noChangeAspect="1"/>
            </p:cNvSpPr>
            <p:nvPr/>
          </p:nvSpPr>
          <p:spPr bwMode="gray">
            <a:xfrm>
              <a:off x="7134361" y="3623611"/>
              <a:ext cx="4771" cy="698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61"/>
            <p:cNvSpPr>
              <a:spLocks noChangeAspect="1"/>
            </p:cNvSpPr>
            <p:nvPr/>
          </p:nvSpPr>
          <p:spPr bwMode="gray">
            <a:xfrm>
              <a:off x="7145493" y="3627103"/>
              <a:ext cx="4771" cy="3492"/>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62"/>
            <p:cNvSpPr>
              <a:spLocks noChangeAspect="1"/>
            </p:cNvSpPr>
            <p:nvPr/>
          </p:nvSpPr>
          <p:spPr bwMode="gray">
            <a:xfrm>
              <a:off x="7126411" y="3630595"/>
              <a:ext cx="3180" cy="3492"/>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 name="Freeform 63"/>
            <p:cNvSpPr>
              <a:spLocks noChangeAspect="1"/>
            </p:cNvSpPr>
            <p:nvPr/>
          </p:nvSpPr>
          <p:spPr bwMode="gray">
            <a:xfrm>
              <a:off x="6951496" y="3665518"/>
              <a:ext cx="251242" cy="209536"/>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 name="Freeform 64"/>
            <p:cNvSpPr>
              <a:spLocks noChangeAspect="1"/>
            </p:cNvSpPr>
            <p:nvPr/>
          </p:nvSpPr>
          <p:spPr bwMode="gray">
            <a:xfrm>
              <a:off x="7558929" y="4353495"/>
              <a:ext cx="189227" cy="220013"/>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 name="Freeform 65"/>
            <p:cNvSpPr>
              <a:spLocks noChangeAspect="1"/>
            </p:cNvSpPr>
            <p:nvPr/>
          </p:nvSpPr>
          <p:spPr bwMode="gray">
            <a:xfrm>
              <a:off x="7733844" y="4573507"/>
              <a:ext cx="160605" cy="55876"/>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66"/>
            <p:cNvSpPr>
              <a:spLocks noChangeAspect="1"/>
            </p:cNvSpPr>
            <p:nvPr/>
          </p:nvSpPr>
          <p:spPr bwMode="gray">
            <a:xfrm>
              <a:off x="7797450" y="4377940"/>
              <a:ext cx="173326" cy="162391"/>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67"/>
            <p:cNvSpPr>
              <a:spLocks noChangeAspect="1"/>
            </p:cNvSpPr>
            <p:nvPr/>
          </p:nvSpPr>
          <p:spPr bwMode="gray">
            <a:xfrm>
              <a:off x="8485980" y="4540330"/>
              <a:ext cx="69966" cy="41907"/>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68"/>
            <p:cNvSpPr>
              <a:spLocks noChangeAspect="1"/>
            </p:cNvSpPr>
            <p:nvPr/>
          </p:nvSpPr>
          <p:spPr bwMode="gray">
            <a:xfrm>
              <a:off x="8357179" y="4510647"/>
              <a:ext cx="173326" cy="155406"/>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 name="Group 69"/>
            <p:cNvGrpSpPr>
              <a:grpSpLocks noChangeAspect="1"/>
            </p:cNvGrpSpPr>
            <p:nvPr/>
          </p:nvGrpSpPr>
          <p:grpSpPr bwMode="gray">
            <a:xfrm>
              <a:off x="7942152" y="4100305"/>
              <a:ext cx="162194" cy="254936"/>
              <a:chOff x="3802" y="2280"/>
              <a:chExt cx="102" cy="146"/>
            </a:xfrm>
            <a:grpFill/>
          </p:grpSpPr>
          <p:sp>
            <p:nvSpPr>
              <p:cNvPr id="35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 name="Freeform 81"/>
            <p:cNvSpPr>
              <a:spLocks noChangeAspect="1"/>
            </p:cNvSpPr>
            <p:nvPr/>
          </p:nvSpPr>
          <p:spPr bwMode="gray">
            <a:xfrm>
              <a:off x="7884907" y="4363971"/>
              <a:ext cx="23853" cy="20954"/>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82"/>
            <p:cNvSpPr>
              <a:spLocks noChangeAspect="1"/>
            </p:cNvSpPr>
            <p:nvPr/>
          </p:nvSpPr>
          <p:spPr bwMode="gray">
            <a:xfrm>
              <a:off x="7921481" y="4522869"/>
              <a:ext cx="4771" cy="15716"/>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 name="Freeform 83"/>
            <p:cNvSpPr>
              <a:spLocks noChangeAspect="1"/>
            </p:cNvSpPr>
            <p:nvPr/>
          </p:nvSpPr>
          <p:spPr bwMode="gray">
            <a:xfrm>
              <a:off x="8072544" y="4620652"/>
              <a:ext cx="42934" cy="20954"/>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 name="Freeform 84"/>
            <p:cNvSpPr>
              <a:spLocks noChangeAspect="1"/>
            </p:cNvSpPr>
            <p:nvPr/>
          </p:nvSpPr>
          <p:spPr bwMode="gray">
            <a:xfrm>
              <a:off x="8051872" y="4634622"/>
              <a:ext cx="27033" cy="24446"/>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85"/>
            <p:cNvSpPr>
              <a:spLocks noChangeAspect="1"/>
            </p:cNvSpPr>
            <p:nvPr/>
          </p:nvSpPr>
          <p:spPr bwMode="gray">
            <a:xfrm>
              <a:off x="8128199" y="4514139"/>
              <a:ext cx="50884" cy="20954"/>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86"/>
            <p:cNvSpPr>
              <a:spLocks noChangeAspect="1"/>
            </p:cNvSpPr>
            <p:nvPr/>
          </p:nvSpPr>
          <p:spPr bwMode="gray">
            <a:xfrm>
              <a:off x="7970775" y="4428578"/>
              <a:ext cx="109720" cy="141437"/>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87"/>
            <p:cNvSpPr>
              <a:spLocks noChangeAspect="1"/>
            </p:cNvSpPr>
            <p:nvPr/>
          </p:nvSpPr>
          <p:spPr bwMode="gray">
            <a:xfrm>
              <a:off x="8118658" y="4418101"/>
              <a:ext cx="25442" cy="59369"/>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88"/>
            <p:cNvSpPr>
              <a:spLocks noChangeAspect="1"/>
            </p:cNvSpPr>
            <p:nvPr/>
          </p:nvSpPr>
          <p:spPr bwMode="gray">
            <a:xfrm>
              <a:off x="8180673" y="4468739"/>
              <a:ext cx="181276" cy="167629"/>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89"/>
            <p:cNvSpPr>
              <a:spLocks noChangeAspect="1"/>
            </p:cNvSpPr>
            <p:nvPr/>
          </p:nvSpPr>
          <p:spPr bwMode="gray">
            <a:xfrm>
              <a:off x="8528915" y="4510647"/>
              <a:ext cx="41344" cy="41907"/>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90"/>
            <p:cNvSpPr>
              <a:spLocks noChangeAspect="1"/>
            </p:cNvSpPr>
            <p:nvPr/>
          </p:nvSpPr>
          <p:spPr bwMode="gray">
            <a:xfrm>
              <a:off x="7678189" y="4007760"/>
              <a:ext cx="125622" cy="28985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91"/>
            <p:cNvSpPr>
              <a:spLocks noChangeAspect="1"/>
            </p:cNvSpPr>
            <p:nvPr/>
          </p:nvSpPr>
          <p:spPr bwMode="gray">
            <a:xfrm>
              <a:off x="7808581" y="4329049"/>
              <a:ext cx="168555" cy="11524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92"/>
            <p:cNvSpPr>
              <a:spLocks noChangeAspect="1"/>
            </p:cNvSpPr>
            <p:nvPr/>
          </p:nvSpPr>
          <p:spPr bwMode="gray">
            <a:xfrm>
              <a:off x="7644797" y="4332541"/>
              <a:ext cx="71557" cy="10302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93"/>
            <p:cNvSpPr>
              <a:spLocks noChangeAspect="1"/>
            </p:cNvSpPr>
            <p:nvPr/>
          </p:nvSpPr>
          <p:spPr bwMode="gray">
            <a:xfrm>
              <a:off x="7600273" y="4058397"/>
              <a:ext cx="136752" cy="2950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94"/>
            <p:cNvSpPr>
              <a:spLocks noChangeAspect="1"/>
            </p:cNvSpPr>
            <p:nvPr/>
          </p:nvSpPr>
          <p:spPr bwMode="gray">
            <a:xfrm>
              <a:off x="7506454" y="3899500"/>
              <a:ext cx="154244" cy="366688"/>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95"/>
            <p:cNvSpPr>
              <a:spLocks noChangeAspect="1"/>
            </p:cNvSpPr>
            <p:nvPr/>
          </p:nvSpPr>
          <p:spPr bwMode="gray">
            <a:xfrm>
              <a:off x="7681369" y="4178881"/>
              <a:ext cx="92228" cy="82069"/>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96"/>
            <p:cNvSpPr>
              <a:spLocks noChangeAspect="1"/>
            </p:cNvSpPr>
            <p:nvPr/>
          </p:nvSpPr>
          <p:spPr bwMode="gray">
            <a:xfrm>
              <a:off x="7644797" y="4021729"/>
              <a:ext cx="125622" cy="171121"/>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8" name="Group 97"/>
            <p:cNvGrpSpPr>
              <a:grpSpLocks noChangeAspect="1"/>
            </p:cNvGrpSpPr>
            <p:nvPr/>
          </p:nvGrpSpPr>
          <p:grpSpPr bwMode="gray">
            <a:xfrm>
              <a:off x="6957856" y="3702186"/>
              <a:ext cx="637647" cy="646069"/>
              <a:chOff x="3183" y="2052"/>
              <a:chExt cx="401" cy="370"/>
            </a:xfrm>
            <a:grpFill/>
          </p:grpSpPr>
          <p:sp>
            <p:nvSpPr>
              <p:cNvPr id="35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9" name="Freeform 105"/>
            <p:cNvSpPr>
              <a:spLocks noChangeAspect="1"/>
            </p:cNvSpPr>
            <p:nvPr/>
          </p:nvSpPr>
          <p:spPr bwMode="gray">
            <a:xfrm>
              <a:off x="7991447" y="3964106"/>
              <a:ext cx="30213" cy="69845"/>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0" name="Group 106"/>
            <p:cNvGrpSpPr>
              <a:grpSpLocks noChangeAspect="1"/>
            </p:cNvGrpSpPr>
            <p:nvPr/>
          </p:nvGrpSpPr>
          <p:grpSpPr bwMode="gray">
            <a:xfrm>
              <a:off x="8158411" y="3487412"/>
              <a:ext cx="283045" cy="352719"/>
              <a:chOff x="3938" y="1929"/>
              <a:chExt cx="178" cy="202"/>
            </a:xfrm>
            <a:grpFill/>
          </p:grpSpPr>
          <p:sp>
            <p:nvSpPr>
              <p:cNvPr id="34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1" name="Freeform 111"/>
            <p:cNvSpPr>
              <a:spLocks noChangeAspect="1"/>
            </p:cNvSpPr>
            <p:nvPr/>
          </p:nvSpPr>
          <p:spPr bwMode="gray">
            <a:xfrm>
              <a:off x="8096396" y="3665518"/>
              <a:ext cx="60425" cy="9953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2" name="Freeform 112"/>
            <p:cNvSpPr>
              <a:spLocks noChangeAspect="1"/>
            </p:cNvSpPr>
            <p:nvPr/>
          </p:nvSpPr>
          <p:spPr bwMode="gray">
            <a:xfrm>
              <a:off x="7428538" y="3291845"/>
              <a:ext cx="551779" cy="29684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113"/>
            <p:cNvSpPr>
              <a:spLocks noChangeAspect="1"/>
            </p:cNvSpPr>
            <p:nvPr/>
          </p:nvSpPr>
          <p:spPr bwMode="gray">
            <a:xfrm>
              <a:off x="7791090" y="4068874"/>
              <a:ext cx="41344" cy="40162"/>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114"/>
            <p:cNvSpPr>
              <a:spLocks noChangeAspect="1"/>
            </p:cNvSpPr>
            <p:nvPr/>
          </p:nvSpPr>
          <p:spPr bwMode="gray">
            <a:xfrm>
              <a:off x="7180476" y="3251684"/>
              <a:ext cx="1068574" cy="815445"/>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15"/>
            <p:cNvSpPr>
              <a:spLocks noChangeAspect="1"/>
            </p:cNvSpPr>
            <p:nvPr/>
          </p:nvSpPr>
          <p:spPr bwMode="gray">
            <a:xfrm>
              <a:off x="8066183" y="3553765"/>
              <a:ext cx="109720" cy="132706"/>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6" name="Group 116"/>
            <p:cNvGrpSpPr>
              <a:grpSpLocks noChangeAspect="1"/>
            </p:cNvGrpSpPr>
            <p:nvPr/>
          </p:nvGrpSpPr>
          <p:grpSpPr bwMode="gray">
            <a:xfrm>
              <a:off x="6237522" y="1795409"/>
              <a:ext cx="2978333" cy="1802010"/>
              <a:chOff x="2730" y="960"/>
              <a:chExt cx="1873" cy="1032"/>
            </a:xfrm>
            <a:grpFill/>
          </p:grpSpPr>
          <p:grpSp>
            <p:nvGrpSpPr>
              <p:cNvPr id="331" name="Group 117"/>
              <p:cNvGrpSpPr>
                <a:grpSpLocks noChangeAspect="1"/>
              </p:cNvGrpSpPr>
              <p:nvPr/>
            </p:nvGrpSpPr>
            <p:grpSpPr bwMode="gray">
              <a:xfrm>
                <a:off x="3044" y="960"/>
                <a:ext cx="1473" cy="481"/>
                <a:chOff x="3044" y="960"/>
                <a:chExt cx="1473" cy="481"/>
              </a:xfrm>
              <a:grpFill/>
            </p:grpSpPr>
            <p:sp>
              <p:nvSpPr>
                <p:cNvPr id="33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57" name="Group 135"/>
            <p:cNvGrpSpPr>
              <a:grpSpLocks noChangeAspect="1"/>
            </p:cNvGrpSpPr>
            <p:nvPr/>
          </p:nvGrpSpPr>
          <p:grpSpPr bwMode="gray">
            <a:xfrm>
              <a:off x="6352012" y="3574719"/>
              <a:ext cx="648777" cy="644324"/>
              <a:chOff x="2802" y="1979"/>
              <a:chExt cx="408" cy="369"/>
            </a:xfrm>
            <a:grpFill/>
          </p:grpSpPr>
          <p:sp>
            <p:nvSpPr>
              <p:cNvPr id="30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3" name="Group 137"/>
              <p:cNvGrpSpPr>
                <a:grpSpLocks noChangeAspect="1"/>
              </p:cNvGrpSpPr>
              <p:nvPr/>
            </p:nvGrpSpPr>
            <p:grpSpPr bwMode="gray">
              <a:xfrm>
                <a:off x="2889" y="2101"/>
                <a:ext cx="17" cy="51"/>
                <a:chOff x="2889" y="2101"/>
                <a:chExt cx="17" cy="51"/>
              </a:xfrm>
              <a:grpFill/>
            </p:grpSpPr>
            <p:sp>
              <p:nvSpPr>
                <p:cNvPr id="32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5" name="Group 142"/>
              <p:cNvGrpSpPr>
                <a:grpSpLocks noChangeAspect="1"/>
              </p:cNvGrpSpPr>
              <p:nvPr/>
            </p:nvGrpSpPr>
            <p:grpSpPr bwMode="gray">
              <a:xfrm>
                <a:off x="2896" y="2116"/>
                <a:ext cx="231" cy="189"/>
                <a:chOff x="2896" y="2116"/>
                <a:chExt cx="231" cy="189"/>
              </a:xfrm>
              <a:grpFill/>
            </p:grpSpPr>
            <p:sp>
              <p:nvSpPr>
                <p:cNvPr id="32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06" name="Group 145"/>
              <p:cNvGrpSpPr>
                <a:grpSpLocks noChangeAspect="1"/>
              </p:cNvGrpSpPr>
              <p:nvPr/>
            </p:nvGrpSpPr>
            <p:grpSpPr bwMode="gray">
              <a:xfrm>
                <a:off x="2984" y="2276"/>
                <a:ext cx="114" cy="72"/>
                <a:chOff x="2984" y="2276"/>
                <a:chExt cx="114" cy="72"/>
              </a:xfrm>
              <a:grpFill/>
            </p:grpSpPr>
            <p:sp>
              <p:nvSpPr>
                <p:cNvPr id="32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8" name="Group 149"/>
              <p:cNvGrpSpPr>
                <a:grpSpLocks noChangeAspect="1"/>
              </p:cNvGrpSpPr>
              <p:nvPr/>
            </p:nvGrpSpPr>
            <p:grpSpPr bwMode="gray">
              <a:xfrm>
                <a:off x="3086" y="2189"/>
                <a:ext cx="85" cy="114"/>
                <a:chOff x="3086" y="2189"/>
                <a:chExt cx="85" cy="114"/>
              </a:xfrm>
              <a:grpFill/>
            </p:grpSpPr>
            <p:sp>
              <p:nvSpPr>
                <p:cNvPr id="32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0" name="Group 153"/>
              <p:cNvGrpSpPr>
                <a:grpSpLocks noChangeAspect="1"/>
              </p:cNvGrpSpPr>
              <p:nvPr/>
            </p:nvGrpSpPr>
            <p:grpSpPr bwMode="gray">
              <a:xfrm>
                <a:off x="3000" y="2012"/>
                <a:ext cx="210" cy="192"/>
                <a:chOff x="3000" y="2012"/>
                <a:chExt cx="210" cy="192"/>
              </a:xfrm>
              <a:grpFill/>
            </p:grpSpPr>
            <p:sp>
              <p:nvSpPr>
                <p:cNvPr id="32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4" name="Group 159"/>
              <p:cNvGrpSpPr>
                <a:grpSpLocks noChangeAspect="1"/>
              </p:cNvGrpSpPr>
              <p:nvPr/>
            </p:nvGrpSpPr>
            <p:grpSpPr bwMode="gray">
              <a:xfrm>
                <a:off x="2802" y="1979"/>
                <a:ext cx="205" cy="88"/>
                <a:chOff x="2802" y="1979"/>
                <a:chExt cx="205" cy="88"/>
              </a:xfrm>
              <a:grpFill/>
            </p:grpSpPr>
            <p:sp>
              <p:nvSpPr>
                <p:cNvPr id="31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8" name="Freeform 165"/>
            <p:cNvSpPr>
              <a:spLocks noChangeAspect="1"/>
            </p:cNvSpPr>
            <p:nvPr/>
          </p:nvSpPr>
          <p:spPr bwMode="gray">
            <a:xfrm>
              <a:off x="6654139" y="3593926"/>
              <a:ext cx="54065" cy="61115"/>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166"/>
            <p:cNvSpPr>
              <a:spLocks noChangeAspect="1"/>
            </p:cNvSpPr>
            <p:nvPr/>
          </p:nvSpPr>
          <p:spPr bwMode="gray">
            <a:xfrm>
              <a:off x="6708204" y="3185330"/>
              <a:ext cx="709202" cy="415580"/>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 name="Freeform 167"/>
            <p:cNvSpPr>
              <a:spLocks noChangeAspect="1"/>
            </p:cNvSpPr>
            <p:nvPr/>
          </p:nvSpPr>
          <p:spPr bwMode="gray">
            <a:xfrm>
              <a:off x="6592124" y="3536304"/>
              <a:ext cx="117670" cy="62861"/>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168"/>
            <p:cNvSpPr>
              <a:spLocks noChangeAspect="1"/>
            </p:cNvSpPr>
            <p:nvPr/>
          </p:nvSpPr>
          <p:spPr bwMode="gray">
            <a:xfrm>
              <a:off x="6873578" y="3482173"/>
              <a:ext cx="298946" cy="213028"/>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169"/>
            <p:cNvSpPr>
              <a:spLocks noChangeAspect="1"/>
            </p:cNvSpPr>
            <p:nvPr/>
          </p:nvSpPr>
          <p:spPr bwMode="gray">
            <a:xfrm>
              <a:off x="6811563" y="3555511"/>
              <a:ext cx="248062" cy="18858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3" name="Group 170"/>
            <p:cNvGrpSpPr>
              <a:grpSpLocks noChangeAspect="1"/>
            </p:cNvGrpSpPr>
            <p:nvPr/>
          </p:nvGrpSpPr>
          <p:grpSpPr bwMode="gray">
            <a:xfrm>
              <a:off x="6677991" y="3579957"/>
              <a:ext cx="96999" cy="85561"/>
              <a:chOff x="3007" y="1982"/>
              <a:chExt cx="61" cy="49"/>
            </a:xfrm>
            <a:grpFill/>
          </p:grpSpPr>
          <p:sp>
            <p:nvSpPr>
              <p:cNvPr id="30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4" name="Freeform 173"/>
            <p:cNvSpPr>
              <a:spLocks noChangeAspect="1"/>
            </p:cNvSpPr>
            <p:nvPr/>
          </p:nvSpPr>
          <p:spPr bwMode="gray">
            <a:xfrm>
              <a:off x="5469486" y="2743559"/>
              <a:ext cx="190817" cy="143183"/>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5" name="Group 222"/>
            <p:cNvGrpSpPr>
              <a:grpSpLocks noChangeAspect="1"/>
            </p:cNvGrpSpPr>
            <p:nvPr/>
          </p:nvGrpSpPr>
          <p:grpSpPr bwMode="gray">
            <a:xfrm>
              <a:off x="6083280" y="1795408"/>
              <a:ext cx="287816" cy="326528"/>
              <a:chOff x="3202" y="1036"/>
              <a:chExt cx="181" cy="187"/>
            </a:xfrm>
            <a:grpFill/>
          </p:grpSpPr>
          <p:sp>
            <p:nvSpPr>
              <p:cNvPr id="29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6" name="Freeform 229"/>
            <p:cNvSpPr>
              <a:spLocks noChangeAspect="1"/>
            </p:cNvSpPr>
            <p:nvPr/>
          </p:nvSpPr>
          <p:spPr bwMode="gray">
            <a:xfrm>
              <a:off x="5129196" y="3024686"/>
              <a:ext cx="6361" cy="698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230"/>
            <p:cNvSpPr>
              <a:spLocks noChangeAspect="1"/>
            </p:cNvSpPr>
            <p:nvPr/>
          </p:nvSpPr>
          <p:spPr bwMode="gray">
            <a:xfrm>
              <a:off x="5467895" y="2390840"/>
              <a:ext cx="46115" cy="48892"/>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 name="Freeform 231"/>
            <p:cNvSpPr>
              <a:spLocks noChangeAspect="1"/>
            </p:cNvSpPr>
            <p:nvPr/>
          </p:nvSpPr>
          <p:spPr bwMode="gray">
            <a:xfrm>
              <a:off x="5407470" y="2504338"/>
              <a:ext cx="46115" cy="34923"/>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 name="Freeform 232"/>
            <p:cNvSpPr>
              <a:spLocks noChangeAspect="1"/>
            </p:cNvSpPr>
            <p:nvPr/>
          </p:nvSpPr>
          <p:spPr bwMode="gray">
            <a:xfrm>
              <a:off x="5130786" y="3019448"/>
              <a:ext cx="14312" cy="523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33"/>
            <p:cNvSpPr>
              <a:spLocks noChangeAspect="1"/>
            </p:cNvSpPr>
            <p:nvPr/>
          </p:nvSpPr>
          <p:spPr bwMode="gray">
            <a:xfrm>
              <a:off x="4625121" y="1795408"/>
              <a:ext cx="965216" cy="122578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34"/>
            <p:cNvSpPr>
              <a:spLocks noChangeAspect="1"/>
            </p:cNvSpPr>
            <p:nvPr/>
          </p:nvSpPr>
          <p:spPr bwMode="gray">
            <a:xfrm>
              <a:off x="4939969" y="2546246"/>
              <a:ext cx="52475" cy="57623"/>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35"/>
            <p:cNvSpPr>
              <a:spLocks noChangeAspect="1"/>
            </p:cNvSpPr>
            <p:nvPr/>
          </p:nvSpPr>
          <p:spPr bwMode="gray">
            <a:xfrm>
              <a:off x="4695087" y="2050344"/>
              <a:ext cx="52475" cy="20954"/>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73" name="Group 236"/>
            <p:cNvGrpSpPr>
              <a:grpSpLocks noChangeAspect="1"/>
            </p:cNvGrpSpPr>
            <p:nvPr/>
          </p:nvGrpSpPr>
          <p:grpSpPr bwMode="gray">
            <a:xfrm>
              <a:off x="4478828" y="4222534"/>
              <a:ext cx="809382" cy="1501675"/>
              <a:chOff x="1624" y="2350"/>
              <a:chExt cx="509" cy="860"/>
            </a:xfrm>
            <a:grpFill/>
          </p:grpSpPr>
          <p:sp>
            <p:nvSpPr>
              <p:cNvPr id="26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4" name="Freeform 262"/>
            <p:cNvSpPr>
              <a:spLocks noChangeAspect="1"/>
            </p:cNvSpPr>
            <p:nvPr/>
          </p:nvSpPr>
          <p:spPr bwMode="gray">
            <a:xfrm>
              <a:off x="4369109" y="4171897"/>
              <a:ext cx="74737" cy="82069"/>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63"/>
            <p:cNvSpPr>
              <a:spLocks noChangeAspect="1"/>
            </p:cNvSpPr>
            <p:nvPr/>
          </p:nvSpPr>
          <p:spPr bwMode="gray">
            <a:xfrm>
              <a:off x="4448616" y="4276665"/>
              <a:ext cx="101769" cy="471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6" name="Freeform 264"/>
            <p:cNvSpPr>
              <a:spLocks noChangeAspect="1"/>
            </p:cNvSpPr>
            <p:nvPr/>
          </p:nvSpPr>
          <p:spPr bwMode="gray">
            <a:xfrm>
              <a:off x="4288012" y="4116020"/>
              <a:ext cx="68377" cy="82069"/>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7" name="Freeform 265"/>
            <p:cNvSpPr>
              <a:spLocks noChangeAspect="1"/>
            </p:cNvSpPr>
            <p:nvPr/>
          </p:nvSpPr>
          <p:spPr bwMode="gray">
            <a:xfrm>
              <a:off x="4340487" y="4103797"/>
              <a:ext cx="19082" cy="506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8" name="Freeform 266"/>
            <p:cNvSpPr>
              <a:spLocks noChangeAspect="1"/>
            </p:cNvSpPr>
            <p:nvPr/>
          </p:nvSpPr>
          <p:spPr bwMode="gray">
            <a:xfrm>
              <a:off x="4326175" y="4184119"/>
              <a:ext cx="39754" cy="24446"/>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267"/>
            <p:cNvSpPr>
              <a:spLocks noChangeAspect="1"/>
            </p:cNvSpPr>
            <p:nvPr/>
          </p:nvSpPr>
          <p:spPr bwMode="gray">
            <a:xfrm>
              <a:off x="4399321" y="4246980"/>
              <a:ext cx="57245" cy="55876"/>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268"/>
            <p:cNvSpPr>
              <a:spLocks noChangeAspect="1"/>
            </p:cNvSpPr>
            <p:nvPr/>
          </p:nvSpPr>
          <p:spPr bwMode="gray">
            <a:xfrm>
              <a:off x="4337306" y="4152689"/>
              <a:ext cx="106540" cy="59369"/>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269"/>
            <p:cNvSpPr>
              <a:spLocks noChangeAspect="1"/>
            </p:cNvSpPr>
            <p:nvPr/>
          </p:nvSpPr>
          <p:spPr bwMode="gray">
            <a:xfrm>
              <a:off x="3855493" y="3803462"/>
              <a:ext cx="526337" cy="377165"/>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82" name="Group 270"/>
            <p:cNvGrpSpPr>
              <a:grpSpLocks noChangeAspect="1"/>
            </p:cNvGrpSpPr>
            <p:nvPr/>
          </p:nvGrpSpPr>
          <p:grpSpPr bwMode="gray">
            <a:xfrm>
              <a:off x="2976146" y="2486877"/>
              <a:ext cx="1757105" cy="1480721"/>
              <a:chOff x="679" y="1356"/>
              <a:chExt cx="1105" cy="848"/>
            </a:xfrm>
            <a:grpFill/>
          </p:grpSpPr>
          <p:grpSp>
            <p:nvGrpSpPr>
              <p:cNvPr id="257" name="Group 271"/>
              <p:cNvGrpSpPr>
                <a:grpSpLocks noChangeAspect="1"/>
              </p:cNvGrpSpPr>
              <p:nvPr/>
            </p:nvGrpSpPr>
            <p:grpSpPr bwMode="gray">
              <a:xfrm>
                <a:off x="679" y="1356"/>
                <a:ext cx="411" cy="413"/>
                <a:chOff x="679" y="1356"/>
                <a:chExt cx="411" cy="413"/>
              </a:xfrm>
              <a:grpFill/>
            </p:grpSpPr>
            <p:sp>
              <p:nvSpPr>
                <p:cNvPr id="26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275"/>
                <p:cNvSpPr>
                  <a:spLocks noChangeAspect="1"/>
                </p:cNvSpPr>
                <p:nvPr/>
              </p:nvSpPr>
              <p:spPr bwMode="gray">
                <a:xfrm>
                  <a:off x="679"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58" name="Group 277"/>
              <p:cNvGrpSpPr>
                <a:grpSpLocks noChangeAspect="1"/>
              </p:cNvGrpSpPr>
              <p:nvPr/>
            </p:nvGrpSpPr>
            <p:grpSpPr bwMode="gray">
              <a:xfrm>
                <a:off x="1149" y="1865"/>
                <a:ext cx="635" cy="339"/>
                <a:chOff x="1149" y="1865"/>
                <a:chExt cx="635" cy="339"/>
              </a:xfrm>
              <a:grpFill/>
            </p:grpSpPr>
            <p:sp>
              <p:nvSpPr>
                <p:cNvPr id="25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83" name="Group 283"/>
            <p:cNvGrpSpPr>
              <a:grpSpLocks noChangeAspect="1"/>
            </p:cNvGrpSpPr>
            <p:nvPr/>
          </p:nvGrpSpPr>
          <p:grpSpPr bwMode="gray">
            <a:xfrm>
              <a:off x="3437287" y="1795408"/>
              <a:ext cx="1540846" cy="1784549"/>
              <a:chOff x="969" y="960"/>
              <a:chExt cx="969" cy="1022"/>
            </a:xfrm>
            <a:grpFill/>
          </p:grpSpPr>
          <p:sp>
            <p:nvSpPr>
              <p:cNvPr id="22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4" name="Freeform 313"/>
            <p:cNvSpPr>
              <a:spLocks noChangeAspect="1"/>
            </p:cNvSpPr>
            <p:nvPr/>
          </p:nvSpPr>
          <p:spPr bwMode="gray">
            <a:xfrm rot="21085610">
              <a:off x="4534484" y="3904738"/>
              <a:ext cx="12721" cy="698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5" name="Freeform 314"/>
            <p:cNvSpPr>
              <a:spLocks noChangeAspect="1"/>
            </p:cNvSpPr>
            <p:nvPr/>
          </p:nvSpPr>
          <p:spPr bwMode="gray">
            <a:xfrm rot="21085610">
              <a:off x="4555155" y="3906484"/>
              <a:ext cx="1591" cy="17461"/>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6" name="Freeform 315"/>
            <p:cNvSpPr>
              <a:spLocks noChangeAspect="1"/>
            </p:cNvSpPr>
            <p:nvPr/>
          </p:nvSpPr>
          <p:spPr bwMode="gray">
            <a:xfrm rot="21085610">
              <a:off x="4555155" y="3946645"/>
              <a:ext cx="3180" cy="174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316"/>
            <p:cNvSpPr>
              <a:spLocks noChangeAspect="1"/>
            </p:cNvSpPr>
            <p:nvPr/>
          </p:nvSpPr>
          <p:spPr bwMode="gray">
            <a:xfrm rot="21085610">
              <a:off x="4547205" y="3944899"/>
              <a:ext cx="6361" cy="20954"/>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17"/>
            <p:cNvSpPr>
              <a:spLocks noChangeAspect="1"/>
            </p:cNvSpPr>
            <p:nvPr/>
          </p:nvSpPr>
          <p:spPr bwMode="gray">
            <a:xfrm rot="21085610">
              <a:off x="4555155" y="3969345"/>
              <a:ext cx="1591" cy="10477"/>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18"/>
            <p:cNvSpPr>
              <a:spLocks noChangeAspect="1"/>
            </p:cNvSpPr>
            <p:nvPr/>
          </p:nvSpPr>
          <p:spPr bwMode="gray">
            <a:xfrm rot="21085610">
              <a:off x="4569467" y="3939660"/>
              <a:ext cx="1591" cy="13969"/>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19"/>
            <p:cNvSpPr>
              <a:spLocks noChangeAspect="1"/>
            </p:cNvSpPr>
            <p:nvPr/>
          </p:nvSpPr>
          <p:spPr bwMode="gray">
            <a:xfrm rot="21085610">
              <a:off x="4577417" y="3951884"/>
              <a:ext cx="4771" cy="15716"/>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20"/>
            <p:cNvSpPr>
              <a:spLocks noChangeAspect="1"/>
            </p:cNvSpPr>
            <p:nvPr/>
          </p:nvSpPr>
          <p:spPr bwMode="gray">
            <a:xfrm rot="21085610">
              <a:off x="4591729" y="3964106"/>
              <a:ext cx="3180" cy="3492"/>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21"/>
            <p:cNvSpPr>
              <a:spLocks noChangeAspect="1"/>
            </p:cNvSpPr>
            <p:nvPr/>
          </p:nvSpPr>
          <p:spPr bwMode="gray">
            <a:xfrm rot="21085610">
              <a:off x="4585368" y="3979822"/>
              <a:ext cx="4771" cy="17461"/>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22"/>
            <p:cNvSpPr>
              <a:spLocks noChangeAspect="1"/>
            </p:cNvSpPr>
            <p:nvPr/>
          </p:nvSpPr>
          <p:spPr bwMode="gray">
            <a:xfrm rot="21085610">
              <a:off x="4599679" y="3995537"/>
              <a:ext cx="4771" cy="15716"/>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3"/>
            <p:cNvSpPr>
              <a:spLocks noChangeAspect="1"/>
            </p:cNvSpPr>
            <p:nvPr/>
          </p:nvSpPr>
          <p:spPr bwMode="gray">
            <a:xfrm rot="21085610">
              <a:off x="4612400" y="4006013"/>
              <a:ext cx="4771" cy="174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24"/>
            <p:cNvSpPr>
              <a:spLocks noChangeAspect="1"/>
            </p:cNvSpPr>
            <p:nvPr/>
          </p:nvSpPr>
          <p:spPr bwMode="gray">
            <a:xfrm rot="21085610">
              <a:off x="4623532" y="4012998"/>
              <a:ext cx="9541" cy="698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25"/>
            <p:cNvSpPr>
              <a:spLocks noChangeAspect="1"/>
            </p:cNvSpPr>
            <p:nvPr/>
          </p:nvSpPr>
          <p:spPr bwMode="gray">
            <a:xfrm rot="21085610">
              <a:off x="4610810" y="4032206"/>
              <a:ext cx="6361" cy="10477"/>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26"/>
            <p:cNvSpPr>
              <a:spLocks noChangeAspect="1"/>
            </p:cNvSpPr>
            <p:nvPr/>
          </p:nvSpPr>
          <p:spPr bwMode="gray">
            <a:xfrm rot="21085610">
              <a:off x="4553565" y="3967598"/>
              <a:ext cx="3180" cy="523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27"/>
            <p:cNvSpPr>
              <a:spLocks noChangeAspect="1"/>
            </p:cNvSpPr>
            <p:nvPr/>
          </p:nvSpPr>
          <p:spPr bwMode="gray">
            <a:xfrm rot="21085610">
              <a:off x="4521763" y="3950137"/>
              <a:ext cx="1591" cy="698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28"/>
            <p:cNvSpPr>
              <a:spLocks noChangeAspect="1"/>
            </p:cNvSpPr>
            <p:nvPr/>
          </p:nvSpPr>
          <p:spPr bwMode="gray">
            <a:xfrm rot="21085610">
              <a:off x="4518582" y="3958868"/>
              <a:ext cx="3180" cy="349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29"/>
            <p:cNvSpPr>
              <a:spLocks noChangeAspect="1"/>
            </p:cNvSpPr>
            <p:nvPr/>
          </p:nvSpPr>
          <p:spPr bwMode="gray">
            <a:xfrm rot="21085610">
              <a:off x="4509041" y="3962361"/>
              <a:ext cx="6361" cy="698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30"/>
            <p:cNvSpPr>
              <a:spLocks noChangeAspect="1"/>
            </p:cNvSpPr>
            <p:nvPr/>
          </p:nvSpPr>
          <p:spPr bwMode="gray">
            <a:xfrm rot="20552049">
              <a:off x="4551975" y="4112528"/>
              <a:ext cx="23853" cy="19208"/>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2" name="Freeform 331"/>
            <p:cNvSpPr>
              <a:spLocks noChangeAspect="1"/>
            </p:cNvSpPr>
            <p:nvPr/>
          </p:nvSpPr>
          <p:spPr bwMode="gray">
            <a:xfrm rot="20552049">
              <a:off x="4617171" y="4049667"/>
              <a:ext cx="38163" cy="57623"/>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3" name="Freeform 332"/>
            <p:cNvSpPr>
              <a:spLocks noChangeAspect="1"/>
            </p:cNvSpPr>
            <p:nvPr/>
          </p:nvSpPr>
          <p:spPr bwMode="gray">
            <a:xfrm rot="20552049">
              <a:off x="4731661" y="4084590"/>
              <a:ext cx="1591" cy="174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4" name="Freeform 333"/>
            <p:cNvSpPr>
              <a:spLocks noChangeAspect="1"/>
            </p:cNvSpPr>
            <p:nvPr/>
          </p:nvSpPr>
          <p:spPr bwMode="gray">
            <a:xfrm rot="20552049">
              <a:off x="4753923" y="4131735"/>
              <a:ext cx="3180" cy="1222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34"/>
            <p:cNvSpPr>
              <a:spLocks noChangeAspect="1"/>
            </p:cNvSpPr>
            <p:nvPr/>
          </p:nvSpPr>
          <p:spPr bwMode="gray">
            <a:xfrm rot="20552049">
              <a:off x="4777775" y="4217296"/>
              <a:ext cx="3180" cy="523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35"/>
            <p:cNvSpPr>
              <a:spLocks noChangeAspect="1"/>
            </p:cNvSpPr>
            <p:nvPr/>
          </p:nvSpPr>
          <p:spPr bwMode="gray">
            <a:xfrm rot="20552049">
              <a:off x="4771414" y="4233011"/>
              <a:ext cx="9541" cy="17461"/>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36"/>
            <p:cNvSpPr>
              <a:spLocks noChangeAspect="1"/>
            </p:cNvSpPr>
            <p:nvPr/>
          </p:nvSpPr>
          <p:spPr bwMode="gray">
            <a:xfrm rot="20552049">
              <a:off x="4598089" y="4056652"/>
              <a:ext cx="1591" cy="349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08" name="Group 337"/>
            <p:cNvGrpSpPr>
              <a:grpSpLocks noChangeAspect="1"/>
            </p:cNvGrpSpPr>
            <p:nvPr/>
          </p:nvGrpSpPr>
          <p:grpSpPr bwMode="gray">
            <a:xfrm>
              <a:off x="4590138" y="4060144"/>
              <a:ext cx="28623" cy="48892"/>
              <a:chOff x="1694" y="2257"/>
              <a:chExt cx="18" cy="28"/>
            </a:xfrm>
            <a:grpFill/>
          </p:grpSpPr>
          <p:sp>
            <p:nvSpPr>
              <p:cNvPr id="22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9" name="Freeform 340"/>
            <p:cNvSpPr>
              <a:spLocks noChangeAspect="1"/>
            </p:cNvSpPr>
            <p:nvPr/>
          </p:nvSpPr>
          <p:spPr bwMode="gray">
            <a:xfrm rot="20552049">
              <a:off x="4668055" y="4070621"/>
              <a:ext cx="15901" cy="13969"/>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41"/>
            <p:cNvSpPr>
              <a:spLocks noChangeAspect="1"/>
            </p:cNvSpPr>
            <p:nvPr/>
          </p:nvSpPr>
          <p:spPr bwMode="gray">
            <a:xfrm rot="20552049">
              <a:off x="4765054" y="4171897"/>
              <a:ext cx="0" cy="523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42"/>
            <p:cNvSpPr>
              <a:spLocks noChangeAspect="1"/>
            </p:cNvSpPr>
            <p:nvPr/>
          </p:nvSpPr>
          <p:spPr bwMode="gray">
            <a:xfrm rot="20552049">
              <a:off x="4738022" y="4098559"/>
              <a:ext cx="4771" cy="1222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43"/>
            <p:cNvSpPr>
              <a:spLocks noChangeAspect="1"/>
            </p:cNvSpPr>
            <p:nvPr/>
          </p:nvSpPr>
          <p:spPr bwMode="gray">
            <a:xfrm rot="20552049">
              <a:off x="4691907" y="4067129"/>
              <a:ext cx="0" cy="174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44"/>
            <p:cNvSpPr>
              <a:spLocks noChangeAspect="1"/>
            </p:cNvSpPr>
            <p:nvPr/>
          </p:nvSpPr>
          <p:spPr bwMode="gray">
            <a:xfrm rot="20552049">
              <a:off x="4695087" y="4081098"/>
              <a:ext cx="1591" cy="349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45"/>
            <p:cNvSpPr>
              <a:spLocks noChangeAspect="1"/>
            </p:cNvSpPr>
            <p:nvPr/>
          </p:nvSpPr>
          <p:spPr bwMode="gray">
            <a:xfrm rot="20552049">
              <a:off x="4745972" y="4117766"/>
              <a:ext cx="3180" cy="8731"/>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46"/>
            <p:cNvSpPr>
              <a:spLocks noChangeAspect="1"/>
            </p:cNvSpPr>
            <p:nvPr/>
          </p:nvSpPr>
          <p:spPr bwMode="gray">
            <a:xfrm rot="20552049">
              <a:off x="4765054" y="4199835"/>
              <a:ext cx="1591" cy="523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47"/>
            <p:cNvSpPr>
              <a:spLocks noChangeAspect="1"/>
            </p:cNvSpPr>
            <p:nvPr/>
          </p:nvSpPr>
          <p:spPr bwMode="gray">
            <a:xfrm rot="20552049">
              <a:off x="4459747" y="4007760"/>
              <a:ext cx="117670" cy="85561"/>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48"/>
            <p:cNvSpPr>
              <a:spLocks noChangeAspect="1"/>
            </p:cNvSpPr>
            <p:nvPr/>
          </p:nvSpPr>
          <p:spPr bwMode="gray">
            <a:xfrm rot="20552049">
              <a:off x="4478828" y="4053160"/>
              <a:ext cx="4771" cy="10477"/>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49"/>
            <p:cNvSpPr>
              <a:spLocks noChangeAspect="1"/>
            </p:cNvSpPr>
            <p:nvPr/>
          </p:nvSpPr>
          <p:spPr bwMode="gray">
            <a:xfrm rot="20552049">
              <a:off x="4521763" y="4018237"/>
              <a:ext cx="11131" cy="15716"/>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50"/>
            <p:cNvSpPr>
              <a:spLocks noChangeAspect="1"/>
            </p:cNvSpPr>
            <p:nvPr/>
          </p:nvSpPr>
          <p:spPr bwMode="gray">
            <a:xfrm rot="20552049">
              <a:off x="4720530" y="4081098"/>
              <a:ext cx="0" cy="523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51"/>
            <p:cNvSpPr>
              <a:spLocks noChangeAspect="1"/>
            </p:cNvSpPr>
            <p:nvPr/>
          </p:nvSpPr>
          <p:spPr bwMode="gray">
            <a:xfrm rot="20552049">
              <a:off x="4761873" y="4154435"/>
              <a:ext cx="1591" cy="698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1" name="Group 362"/>
            <p:cNvGrpSpPr/>
            <p:nvPr/>
          </p:nvGrpSpPr>
          <p:grpSpPr bwMode="gray">
            <a:xfrm>
              <a:off x="5717548" y="2502593"/>
              <a:ext cx="880939" cy="1220548"/>
              <a:chOff x="4580731" y="1911697"/>
              <a:chExt cx="879476" cy="1109663"/>
            </a:xfrm>
            <a:grpFill/>
          </p:grpSpPr>
          <p:sp>
            <p:nvSpPr>
              <p:cNvPr id="17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0" name="Group 178"/>
              <p:cNvGrpSpPr>
                <a:grpSpLocks noChangeAspect="1"/>
              </p:cNvGrpSpPr>
              <p:nvPr/>
            </p:nvGrpSpPr>
            <p:grpSpPr bwMode="gray">
              <a:xfrm>
                <a:off x="4876006" y="2765772"/>
                <a:ext cx="204788" cy="242888"/>
                <a:chOff x="2589" y="1903"/>
                <a:chExt cx="129" cy="153"/>
              </a:xfrm>
              <a:grpFill/>
            </p:grpSpPr>
            <p:sp>
              <p:nvSpPr>
                <p:cNvPr id="22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8" name="Group 189"/>
              <p:cNvGrpSpPr>
                <a:grpSpLocks noChangeAspect="1"/>
              </p:cNvGrpSpPr>
              <p:nvPr/>
            </p:nvGrpSpPr>
            <p:grpSpPr bwMode="gray">
              <a:xfrm>
                <a:off x="4679156" y="2659410"/>
                <a:ext cx="247650" cy="244475"/>
                <a:chOff x="2465" y="1836"/>
                <a:chExt cx="156" cy="154"/>
              </a:xfrm>
              <a:grpFill/>
            </p:grpSpPr>
            <p:sp>
              <p:nvSpPr>
                <p:cNvPr id="22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89" name="Group 192"/>
              <p:cNvGrpSpPr>
                <a:grpSpLocks noChangeAspect="1"/>
              </p:cNvGrpSpPr>
              <p:nvPr/>
            </p:nvGrpSpPr>
            <p:grpSpPr bwMode="gray">
              <a:xfrm>
                <a:off x="4620419" y="2430810"/>
                <a:ext cx="171450" cy="258763"/>
                <a:chOff x="2428" y="1692"/>
                <a:chExt cx="108" cy="163"/>
              </a:xfrm>
              <a:grpFill/>
            </p:grpSpPr>
            <p:sp>
              <p:nvSpPr>
                <p:cNvPr id="21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4" name="Group 199"/>
              <p:cNvGrpSpPr>
                <a:grpSpLocks noChangeAspect="1"/>
              </p:cNvGrpSpPr>
              <p:nvPr/>
            </p:nvGrpSpPr>
            <p:grpSpPr bwMode="gray">
              <a:xfrm>
                <a:off x="5033169" y="2808635"/>
                <a:ext cx="68263" cy="68263"/>
                <a:chOff x="2688" y="1930"/>
                <a:chExt cx="43" cy="43"/>
              </a:xfrm>
              <a:grpFill/>
            </p:grpSpPr>
            <p:sp>
              <p:nvSpPr>
                <p:cNvPr id="21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4" name="Group 359"/>
              <p:cNvGrpSpPr/>
              <p:nvPr/>
            </p:nvGrpSpPr>
            <p:grpSpPr bwMode="gray">
              <a:xfrm>
                <a:off x="5080794" y="2788583"/>
                <a:ext cx="75600" cy="108000"/>
                <a:chOff x="4160739" y="2986112"/>
                <a:chExt cx="187325" cy="233362"/>
              </a:xfrm>
              <a:grpFill/>
            </p:grpSpPr>
            <p:sp>
              <p:nvSpPr>
                <p:cNvPr id="21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22" name="Group 368"/>
            <p:cNvGrpSpPr/>
            <p:nvPr/>
          </p:nvGrpSpPr>
          <p:grpSpPr bwMode="gray">
            <a:xfrm>
              <a:off x="5591926" y="3693456"/>
              <a:ext cx="1198965" cy="1473737"/>
              <a:chOff x="4455318" y="2994372"/>
              <a:chExt cx="1196974" cy="1339850"/>
            </a:xfrm>
            <a:grpFill/>
          </p:grpSpPr>
          <p:sp>
            <p:nvSpPr>
              <p:cNvPr id="123" name="Freeform 12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5" name="Group 367"/>
              <p:cNvGrpSpPr/>
              <p:nvPr/>
            </p:nvGrpSpPr>
            <p:grpSpPr bwMode="gray">
              <a:xfrm>
                <a:off x="4455318" y="2994372"/>
                <a:ext cx="1196974" cy="1339850"/>
                <a:chOff x="4455318" y="2994372"/>
                <a:chExt cx="1196974" cy="1339850"/>
              </a:xfrm>
              <a:grpFill/>
            </p:grpSpPr>
            <p:sp>
              <p:nvSpPr>
                <p:cNvPr id="126" name="Freeform 12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13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1" name="Freeform 14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14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14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5" name="Group 25"/>
                <p:cNvGrpSpPr>
                  <a:grpSpLocks noChangeAspect="1"/>
                </p:cNvGrpSpPr>
                <p:nvPr/>
              </p:nvGrpSpPr>
              <p:grpSpPr bwMode="gray">
                <a:xfrm>
                  <a:off x="4961730" y="3769072"/>
                  <a:ext cx="219075" cy="239713"/>
                  <a:chOff x="2643" y="2535"/>
                  <a:chExt cx="138" cy="151"/>
                </a:xfrm>
                <a:grpFill/>
              </p:grpSpPr>
              <p:sp>
                <p:nvSpPr>
                  <p:cNvPr id="17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72" name="Group 364"/>
                <p:cNvGrpSpPr>
                  <a:grpSpLocks noChangeAspect="1"/>
                </p:cNvGrpSpPr>
                <p:nvPr/>
              </p:nvGrpSpPr>
              <p:grpSpPr bwMode="gray">
                <a:xfrm>
                  <a:off x="5141117" y="3280172"/>
                  <a:ext cx="289379" cy="349200"/>
                  <a:chOff x="3548063" y="12700"/>
                  <a:chExt cx="5667375" cy="6838950"/>
                </a:xfrm>
                <a:grpFill/>
              </p:grpSpPr>
              <p:sp>
                <p:nvSpPr>
                  <p:cNvPr id="17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7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370" name="Oval 369"/>
          <p:cNvSpPr/>
          <p:nvPr/>
        </p:nvSpPr>
        <p:spPr>
          <a:xfrm>
            <a:off x="7767239" y="2039068"/>
            <a:ext cx="1222744" cy="1222744"/>
          </a:xfrm>
          <a:prstGeom prst="ellipse">
            <a:avLst/>
          </a:prstGeom>
          <a:solidFill>
            <a:schemeClr val="tx1">
              <a:lumMod val="75000"/>
              <a:lumOff val="25000"/>
            </a:schemeClr>
          </a:solidFill>
          <a:ln w="190500">
            <a:solidFill>
              <a:schemeClr val="bg1">
                <a:lumMod val="7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371" name="Arc 370"/>
          <p:cNvSpPr/>
          <p:nvPr/>
        </p:nvSpPr>
        <p:spPr>
          <a:xfrm>
            <a:off x="7767239" y="2039068"/>
            <a:ext cx="1222744" cy="1222744"/>
          </a:xfrm>
          <a:prstGeom prst="arc">
            <a:avLst>
              <a:gd name="adj1" fmla="val 16200000"/>
              <a:gd name="adj2" fmla="val 1957946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72" name="Straight Connector 371"/>
          <p:cNvCxnSpPr/>
          <p:nvPr/>
        </p:nvCxnSpPr>
        <p:spPr>
          <a:xfrm>
            <a:off x="8659334" y="1783461"/>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73" name="Straight Connector 372"/>
          <p:cNvCxnSpPr/>
          <p:nvPr/>
        </p:nvCxnSpPr>
        <p:spPr>
          <a:xfrm>
            <a:off x="8659334" y="1783461"/>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74" name="TextBox 373"/>
          <p:cNvSpPr txBox="1"/>
          <p:nvPr/>
        </p:nvSpPr>
        <p:spPr>
          <a:xfrm>
            <a:off x="9394441" y="1598795"/>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20%</a:t>
            </a:r>
          </a:p>
        </p:txBody>
      </p:sp>
      <p:sp>
        <p:nvSpPr>
          <p:cNvPr id="375" name="TextBox 374"/>
          <p:cNvSpPr txBox="1"/>
          <p:nvPr/>
        </p:nvSpPr>
        <p:spPr>
          <a:xfrm>
            <a:off x="9394441" y="2057781"/>
            <a:ext cx="115067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 Project</a:t>
            </a:r>
          </a:p>
        </p:txBody>
      </p:sp>
      <p:sp>
        <p:nvSpPr>
          <p:cNvPr id="376" name="TextBox 375"/>
          <p:cNvSpPr txBox="1"/>
          <p:nvPr/>
        </p:nvSpPr>
        <p:spPr>
          <a:xfrm>
            <a:off x="9394441" y="2370141"/>
            <a:ext cx="2004639" cy="369332"/>
          </a:xfrm>
          <a:prstGeom prst="rect">
            <a:avLst/>
          </a:prstGeom>
          <a:solidFill>
            <a:schemeClr val="tx1">
              <a:lumMod val="85000"/>
              <a:lumOff val="15000"/>
              <a:alpha val="60000"/>
            </a:schemeClr>
          </a:solid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377" name="Oval 376"/>
          <p:cNvSpPr/>
          <p:nvPr/>
        </p:nvSpPr>
        <p:spPr>
          <a:xfrm>
            <a:off x="8131714" y="4819026"/>
            <a:ext cx="1222744" cy="1222744"/>
          </a:xfrm>
          <a:prstGeom prst="ellipse">
            <a:avLst/>
          </a:prstGeom>
          <a:solidFill>
            <a:schemeClr val="tx1">
              <a:lumMod val="75000"/>
              <a:lumOff val="25000"/>
            </a:schemeClr>
          </a:solidFill>
          <a:ln w="190500">
            <a:solidFill>
              <a:schemeClr val="bg1">
                <a:lumMod val="7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378" name="Arc 377"/>
          <p:cNvSpPr/>
          <p:nvPr/>
        </p:nvSpPr>
        <p:spPr>
          <a:xfrm>
            <a:off x="8131714" y="4819026"/>
            <a:ext cx="1222744" cy="1222744"/>
          </a:xfrm>
          <a:prstGeom prst="arc">
            <a:avLst>
              <a:gd name="adj1" fmla="val 16200000"/>
              <a:gd name="adj2" fmla="val 394488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79" name="Straight Connector 378"/>
          <p:cNvCxnSpPr/>
          <p:nvPr/>
        </p:nvCxnSpPr>
        <p:spPr>
          <a:xfrm>
            <a:off x="9023809" y="4563419"/>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80" name="Straight Connector 379"/>
          <p:cNvCxnSpPr/>
          <p:nvPr/>
        </p:nvCxnSpPr>
        <p:spPr>
          <a:xfrm>
            <a:off x="9023809" y="4563419"/>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81" name="TextBox 380"/>
          <p:cNvSpPr txBox="1"/>
          <p:nvPr/>
        </p:nvSpPr>
        <p:spPr>
          <a:xfrm>
            <a:off x="9758916" y="4378753"/>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382" name="TextBox 381"/>
          <p:cNvSpPr txBox="1"/>
          <p:nvPr/>
        </p:nvSpPr>
        <p:spPr>
          <a:xfrm>
            <a:off x="9758916" y="4837739"/>
            <a:ext cx="118335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Corporate Identity</a:t>
            </a:r>
          </a:p>
        </p:txBody>
      </p:sp>
      <p:sp>
        <p:nvSpPr>
          <p:cNvPr id="383" name="TextBox 382"/>
          <p:cNvSpPr txBox="1"/>
          <p:nvPr/>
        </p:nvSpPr>
        <p:spPr>
          <a:xfrm>
            <a:off x="9758916" y="5150099"/>
            <a:ext cx="1556784" cy="507831"/>
          </a:xfrm>
          <a:prstGeom prst="rect">
            <a:avLst/>
          </a:prstGeom>
          <a:solidFill>
            <a:schemeClr val="tx1">
              <a:lumMod val="85000"/>
              <a:lumOff val="15000"/>
              <a:alpha val="60000"/>
            </a:schemeClr>
          </a:solid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384" name="Oval 383"/>
          <p:cNvSpPr/>
          <p:nvPr/>
        </p:nvSpPr>
        <p:spPr>
          <a:xfrm>
            <a:off x="934557" y="2106020"/>
            <a:ext cx="1222744" cy="1222744"/>
          </a:xfrm>
          <a:prstGeom prst="ellipse">
            <a:avLst/>
          </a:prstGeom>
          <a:solidFill>
            <a:schemeClr val="tx1">
              <a:lumMod val="75000"/>
              <a:lumOff val="25000"/>
            </a:schemeClr>
          </a:solidFill>
          <a:ln w="190500">
            <a:solidFill>
              <a:schemeClr val="bg1">
                <a:lumMod val="7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385" name="Arc 384"/>
          <p:cNvSpPr/>
          <p:nvPr/>
        </p:nvSpPr>
        <p:spPr>
          <a:xfrm>
            <a:off x="934557" y="2106020"/>
            <a:ext cx="1222744" cy="1222744"/>
          </a:xfrm>
          <a:prstGeom prst="arc">
            <a:avLst>
              <a:gd name="adj1" fmla="val 16200000"/>
              <a:gd name="adj2" fmla="val 18890495"/>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86" name="Straight Connector 385"/>
          <p:cNvCxnSpPr/>
          <p:nvPr/>
        </p:nvCxnSpPr>
        <p:spPr>
          <a:xfrm>
            <a:off x="1826652" y="1850413"/>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87" name="Straight Connector 386"/>
          <p:cNvCxnSpPr/>
          <p:nvPr/>
        </p:nvCxnSpPr>
        <p:spPr>
          <a:xfrm>
            <a:off x="1826652" y="1850413"/>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88" name="TextBox 387"/>
          <p:cNvSpPr txBox="1"/>
          <p:nvPr/>
        </p:nvSpPr>
        <p:spPr>
          <a:xfrm>
            <a:off x="2561759" y="2124733"/>
            <a:ext cx="1319406"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Management Service</a:t>
            </a:r>
          </a:p>
        </p:txBody>
      </p:sp>
      <p:sp>
        <p:nvSpPr>
          <p:cNvPr id="389" name="TextBox 388"/>
          <p:cNvSpPr txBox="1"/>
          <p:nvPr/>
        </p:nvSpPr>
        <p:spPr>
          <a:xfrm>
            <a:off x="2561759" y="2437093"/>
            <a:ext cx="2513344" cy="369332"/>
          </a:xfrm>
          <a:prstGeom prst="rect">
            <a:avLst/>
          </a:prstGeom>
          <a:solidFill>
            <a:schemeClr val="tx1">
              <a:lumMod val="85000"/>
              <a:lumOff val="15000"/>
              <a:alpha val="60000"/>
            </a:schemeClr>
          </a:solid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390" name="Oval 389"/>
          <p:cNvSpPr/>
          <p:nvPr/>
        </p:nvSpPr>
        <p:spPr>
          <a:xfrm>
            <a:off x="2555860" y="4022509"/>
            <a:ext cx="1222744" cy="1222744"/>
          </a:xfrm>
          <a:prstGeom prst="ellipse">
            <a:avLst/>
          </a:prstGeom>
          <a:solidFill>
            <a:schemeClr val="tx1">
              <a:lumMod val="75000"/>
              <a:lumOff val="25000"/>
            </a:schemeClr>
          </a:solidFill>
          <a:ln w="190500">
            <a:solidFill>
              <a:schemeClr val="bg1">
                <a:lumMod val="7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391" name="Arc 390"/>
          <p:cNvSpPr/>
          <p:nvPr/>
        </p:nvSpPr>
        <p:spPr>
          <a:xfrm>
            <a:off x="2555860" y="4022509"/>
            <a:ext cx="1222744" cy="1222744"/>
          </a:xfrm>
          <a:prstGeom prst="arc">
            <a:avLst>
              <a:gd name="adj1" fmla="val 16200000"/>
              <a:gd name="adj2" fmla="val 1016240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92" name="Straight Connector 391"/>
          <p:cNvCxnSpPr/>
          <p:nvPr/>
        </p:nvCxnSpPr>
        <p:spPr>
          <a:xfrm>
            <a:off x="3447955" y="3766902"/>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93" name="Straight Connector 392"/>
          <p:cNvCxnSpPr/>
          <p:nvPr/>
        </p:nvCxnSpPr>
        <p:spPr>
          <a:xfrm>
            <a:off x="3447955" y="3766902"/>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94" name="TextBox 393"/>
          <p:cNvSpPr txBox="1"/>
          <p:nvPr/>
        </p:nvSpPr>
        <p:spPr>
          <a:xfrm>
            <a:off x="4183062" y="3582236"/>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70%</a:t>
            </a:r>
          </a:p>
        </p:txBody>
      </p:sp>
      <p:sp>
        <p:nvSpPr>
          <p:cNvPr id="395" name="TextBox 394"/>
          <p:cNvSpPr txBox="1"/>
          <p:nvPr/>
        </p:nvSpPr>
        <p:spPr>
          <a:xfrm>
            <a:off x="4183062" y="4041222"/>
            <a:ext cx="102485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Web Developer</a:t>
            </a:r>
          </a:p>
        </p:txBody>
      </p:sp>
      <p:sp>
        <p:nvSpPr>
          <p:cNvPr id="396" name="TextBox 395"/>
          <p:cNvSpPr txBox="1"/>
          <p:nvPr/>
        </p:nvSpPr>
        <p:spPr>
          <a:xfrm>
            <a:off x="4183062" y="4353582"/>
            <a:ext cx="2513344" cy="369332"/>
          </a:xfrm>
          <a:prstGeom prst="rect">
            <a:avLst/>
          </a:prstGeom>
          <a:solidFill>
            <a:schemeClr val="tx1">
              <a:lumMod val="85000"/>
              <a:lumOff val="15000"/>
              <a:alpha val="60000"/>
            </a:schemeClr>
          </a:solid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397" name="TextBox 396"/>
          <p:cNvSpPr txBox="1"/>
          <p:nvPr/>
        </p:nvSpPr>
        <p:spPr>
          <a:xfrm>
            <a:off x="2561759" y="1637186"/>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a:t>
            </a:r>
          </a:p>
        </p:txBody>
      </p:sp>
    </p:spTree>
    <p:extLst>
      <p:ext uri="{BB962C8B-B14F-4D97-AF65-F5344CB8AC3E}">
        <p14:creationId xmlns:p14="http://schemas.microsoft.com/office/powerpoint/2010/main" val="2499765064"/>
      </p:ext>
    </p:extLst>
  </p:cSld>
  <p:clrMapOvr>
    <a:masterClrMapping/>
  </p:clrMapOvr>
  <mc:AlternateContent xmlns:mc="http://schemas.openxmlformats.org/markup-compatibility/2006" xmlns:p14="http://schemas.microsoft.com/office/powerpoint/2010/main">
    <mc:Choice Requires="p14">
      <p:transition spd="slow" p14:dur="1200">
        <p14:prism dir="u"/>
      </p:transition>
    </mc:Choice>
    <mc:Fallback xmlns="">
      <p:transition spd="slow">
        <p:fade/>
      </p:transition>
    </mc:Fallback>
  </mc:AlternateContent>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p:cNvGrpSpPr/>
          <p:nvPr/>
        </p:nvGrpSpPr>
        <p:grpSpPr>
          <a:xfrm>
            <a:off x="881535" y="1795408"/>
            <a:ext cx="6239709" cy="3928801"/>
            <a:chOff x="2976146" y="1795408"/>
            <a:chExt cx="6239709" cy="3928801"/>
          </a:xfrm>
          <a:solidFill>
            <a:schemeClr val="bg1">
              <a:lumMod val="65000"/>
            </a:schemeClr>
          </a:solidFill>
        </p:grpSpPr>
        <p:sp>
          <p:nvSpPr>
            <p:cNvPr id="15" name="Freeform 53"/>
            <p:cNvSpPr>
              <a:spLocks noChangeAspect="1"/>
            </p:cNvSpPr>
            <p:nvPr/>
          </p:nvSpPr>
          <p:spPr bwMode="gray">
            <a:xfrm>
              <a:off x="8420785" y="5310376"/>
              <a:ext cx="63606" cy="75084"/>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 name="Freeform 54"/>
            <p:cNvSpPr>
              <a:spLocks noChangeAspect="1"/>
            </p:cNvSpPr>
            <p:nvPr/>
          </p:nvSpPr>
          <p:spPr bwMode="gray">
            <a:xfrm>
              <a:off x="7869006" y="4666052"/>
              <a:ext cx="706022" cy="60590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 name="Freeform 55"/>
            <p:cNvSpPr>
              <a:spLocks noChangeAspect="1"/>
            </p:cNvSpPr>
            <p:nvPr/>
          </p:nvSpPr>
          <p:spPr bwMode="gray">
            <a:xfrm>
              <a:off x="8799238" y="5308629"/>
              <a:ext cx="135162" cy="160644"/>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 name="Freeform 56"/>
            <p:cNvSpPr>
              <a:spLocks noChangeAspect="1"/>
            </p:cNvSpPr>
            <p:nvPr/>
          </p:nvSpPr>
          <p:spPr bwMode="gray">
            <a:xfrm>
              <a:off x="8907368" y="5160208"/>
              <a:ext cx="100179" cy="172868"/>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57"/>
            <p:cNvSpPr>
              <a:spLocks noChangeAspect="1"/>
            </p:cNvSpPr>
            <p:nvPr/>
          </p:nvSpPr>
          <p:spPr bwMode="gray">
            <a:xfrm>
              <a:off x="8754714" y="4854634"/>
              <a:ext cx="50884" cy="45399"/>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58"/>
            <p:cNvSpPr>
              <a:spLocks noChangeAspect="1"/>
            </p:cNvSpPr>
            <p:nvPr/>
          </p:nvSpPr>
          <p:spPr bwMode="gray">
            <a:xfrm>
              <a:off x="7104149" y="3545034"/>
              <a:ext cx="192407" cy="10127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59"/>
            <p:cNvSpPr>
              <a:spLocks noChangeAspect="1"/>
            </p:cNvSpPr>
            <p:nvPr/>
          </p:nvSpPr>
          <p:spPr bwMode="gray">
            <a:xfrm>
              <a:off x="7072346" y="3600910"/>
              <a:ext cx="131982" cy="108260"/>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60"/>
            <p:cNvSpPr>
              <a:spLocks noChangeAspect="1"/>
            </p:cNvSpPr>
            <p:nvPr/>
          </p:nvSpPr>
          <p:spPr bwMode="gray">
            <a:xfrm>
              <a:off x="7134361" y="3623611"/>
              <a:ext cx="4771" cy="698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61"/>
            <p:cNvSpPr>
              <a:spLocks noChangeAspect="1"/>
            </p:cNvSpPr>
            <p:nvPr/>
          </p:nvSpPr>
          <p:spPr bwMode="gray">
            <a:xfrm>
              <a:off x="7145493" y="3627103"/>
              <a:ext cx="4771" cy="3492"/>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62"/>
            <p:cNvSpPr>
              <a:spLocks noChangeAspect="1"/>
            </p:cNvSpPr>
            <p:nvPr/>
          </p:nvSpPr>
          <p:spPr bwMode="gray">
            <a:xfrm>
              <a:off x="7126411" y="3630595"/>
              <a:ext cx="3180" cy="3492"/>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 name="Freeform 63"/>
            <p:cNvSpPr>
              <a:spLocks noChangeAspect="1"/>
            </p:cNvSpPr>
            <p:nvPr/>
          </p:nvSpPr>
          <p:spPr bwMode="gray">
            <a:xfrm>
              <a:off x="6951496" y="3665518"/>
              <a:ext cx="251242" cy="209536"/>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 name="Freeform 64"/>
            <p:cNvSpPr>
              <a:spLocks noChangeAspect="1"/>
            </p:cNvSpPr>
            <p:nvPr/>
          </p:nvSpPr>
          <p:spPr bwMode="gray">
            <a:xfrm>
              <a:off x="7558929" y="4353495"/>
              <a:ext cx="189227" cy="220013"/>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 name="Freeform 65"/>
            <p:cNvSpPr>
              <a:spLocks noChangeAspect="1"/>
            </p:cNvSpPr>
            <p:nvPr/>
          </p:nvSpPr>
          <p:spPr bwMode="gray">
            <a:xfrm>
              <a:off x="7733844" y="4573507"/>
              <a:ext cx="160605" cy="55876"/>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66"/>
            <p:cNvSpPr>
              <a:spLocks noChangeAspect="1"/>
            </p:cNvSpPr>
            <p:nvPr/>
          </p:nvSpPr>
          <p:spPr bwMode="gray">
            <a:xfrm>
              <a:off x="7797450" y="4377940"/>
              <a:ext cx="173326" cy="162391"/>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67"/>
            <p:cNvSpPr>
              <a:spLocks noChangeAspect="1"/>
            </p:cNvSpPr>
            <p:nvPr/>
          </p:nvSpPr>
          <p:spPr bwMode="gray">
            <a:xfrm>
              <a:off x="8485980" y="4540330"/>
              <a:ext cx="69966" cy="41907"/>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68"/>
            <p:cNvSpPr>
              <a:spLocks noChangeAspect="1"/>
            </p:cNvSpPr>
            <p:nvPr/>
          </p:nvSpPr>
          <p:spPr bwMode="gray">
            <a:xfrm>
              <a:off x="8357179" y="4510647"/>
              <a:ext cx="173326" cy="155406"/>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 name="Group 69"/>
            <p:cNvGrpSpPr>
              <a:grpSpLocks noChangeAspect="1"/>
            </p:cNvGrpSpPr>
            <p:nvPr/>
          </p:nvGrpSpPr>
          <p:grpSpPr bwMode="gray">
            <a:xfrm>
              <a:off x="7942152" y="4100305"/>
              <a:ext cx="162194" cy="254936"/>
              <a:chOff x="3802" y="2280"/>
              <a:chExt cx="102" cy="146"/>
            </a:xfrm>
            <a:grpFill/>
          </p:grpSpPr>
          <p:sp>
            <p:nvSpPr>
              <p:cNvPr id="35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 name="Freeform 81"/>
            <p:cNvSpPr>
              <a:spLocks noChangeAspect="1"/>
            </p:cNvSpPr>
            <p:nvPr/>
          </p:nvSpPr>
          <p:spPr bwMode="gray">
            <a:xfrm>
              <a:off x="7884907" y="4363971"/>
              <a:ext cx="23853" cy="20954"/>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82"/>
            <p:cNvSpPr>
              <a:spLocks noChangeAspect="1"/>
            </p:cNvSpPr>
            <p:nvPr/>
          </p:nvSpPr>
          <p:spPr bwMode="gray">
            <a:xfrm>
              <a:off x="7921481" y="4522869"/>
              <a:ext cx="4771" cy="15716"/>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 name="Freeform 83"/>
            <p:cNvSpPr>
              <a:spLocks noChangeAspect="1"/>
            </p:cNvSpPr>
            <p:nvPr/>
          </p:nvSpPr>
          <p:spPr bwMode="gray">
            <a:xfrm>
              <a:off x="8072544" y="4620652"/>
              <a:ext cx="42934" cy="20954"/>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 name="Freeform 84"/>
            <p:cNvSpPr>
              <a:spLocks noChangeAspect="1"/>
            </p:cNvSpPr>
            <p:nvPr/>
          </p:nvSpPr>
          <p:spPr bwMode="gray">
            <a:xfrm>
              <a:off x="8051872" y="4634622"/>
              <a:ext cx="27033" cy="24446"/>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85"/>
            <p:cNvSpPr>
              <a:spLocks noChangeAspect="1"/>
            </p:cNvSpPr>
            <p:nvPr/>
          </p:nvSpPr>
          <p:spPr bwMode="gray">
            <a:xfrm>
              <a:off x="8128199" y="4514139"/>
              <a:ext cx="50884" cy="20954"/>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86"/>
            <p:cNvSpPr>
              <a:spLocks noChangeAspect="1"/>
            </p:cNvSpPr>
            <p:nvPr/>
          </p:nvSpPr>
          <p:spPr bwMode="gray">
            <a:xfrm>
              <a:off x="7970775" y="4428578"/>
              <a:ext cx="109720" cy="141437"/>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87"/>
            <p:cNvSpPr>
              <a:spLocks noChangeAspect="1"/>
            </p:cNvSpPr>
            <p:nvPr/>
          </p:nvSpPr>
          <p:spPr bwMode="gray">
            <a:xfrm>
              <a:off x="8118658" y="4418101"/>
              <a:ext cx="25442" cy="59369"/>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88"/>
            <p:cNvSpPr>
              <a:spLocks noChangeAspect="1"/>
            </p:cNvSpPr>
            <p:nvPr/>
          </p:nvSpPr>
          <p:spPr bwMode="gray">
            <a:xfrm>
              <a:off x="8180673" y="4468739"/>
              <a:ext cx="181276" cy="167629"/>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89"/>
            <p:cNvSpPr>
              <a:spLocks noChangeAspect="1"/>
            </p:cNvSpPr>
            <p:nvPr/>
          </p:nvSpPr>
          <p:spPr bwMode="gray">
            <a:xfrm>
              <a:off x="8528915" y="4510647"/>
              <a:ext cx="41344" cy="41907"/>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90"/>
            <p:cNvSpPr>
              <a:spLocks noChangeAspect="1"/>
            </p:cNvSpPr>
            <p:nvPr/>
          </p:nvSpPr>
          <p:spPr bwMode="gray">
            <a:xfrm>
              <a:off x="7678189" y="4007760"/>
              <a:ext cx="125622" cy="28985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91"/>
            <p:cNvSpPr>
              <a:spLocks noChangeAspect="1"/>
            </p:cNvSpPr>
            <p:nvPr/>
          </p:nvSpPr>
          <p:spPr bwMode="gray">
            <a:xfrm>
              <a:off x="7808581" y="4329049"/>
              <a:ext cx="168555" cy="11524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92"/>
            <p:cNvSpPr>
              <a:spLocks noChangeAspect="1"/>
            </p:cNvSpPr>
            <p:nvPr/>
          </p:nvSpPr>
          <p:spPr bwMode="gray">
            <a:xfrm>
              <a:off x="7644797" y="4332541"/>
              <a:ext cx="71557" cy="10302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93"/>
            <p:cNvSpPr>
              <a:spLocks noChangeAspect="1"/>
            </p:cNvSpPr>
            <p:nvPr/>
          </p:nvSpPr>
          <p:spPr bwMode="gray">
            <a:xfrm>
              <a:off x="7600273" y="4058397"/>
              <a:ext cx="136752" cy="2950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94"/>
            <p:cNvSpPr>
              <a:spLocks noChangeAspect="1"/>
            </p:cNvSpPr>
            <p:nvPr/>
          </p:nvSpPr>
          <p:spPr bwMode="gray">
            <a:xfrm>
              <a:off x="7506454" y="3899500"/>
              <a:ext cx="154244" cy="366688"/>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95"/>
            <p:cNvSpPr>
              <a:spLocks noChangeAspect="1"/>
            </p:cNvSpPr>
            <p:nvPr/>
          </p:nvSpPr>
          <p:spPr bwMode="gray">
            <a:xfrm>
              <a:off x="7681369" y="4178881"/>
              <a:ext cx="92228" cy="82069"/>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96"/>
            <p:cNvSpPr>
              <a:spLocks noChangeAspect="1"/>
            </p:cNvSpPr>
            <p:nvPr/>
          </p:nvSpPr>
          <p:spPr bwMode="gray">
            <a:xfrm>
              <a:off x="7644797" y="4021729"/>
              <a:ext cx="125622" cy="171121"/>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8" name="Group 97"/>
            <p:cNvGrpSpPr>
              <a:grpSpLocks noChangeAspect="1"/>
            </p:cNvGrpSpPr>
            <p:nvPr/>
          </p:nvGrpSpPr>
          <p:grpSpPr bwMode="gray">
            <a:xfrm>
              <a:off x="6957856" y="3702186"/>
              <a:ext cx="637647" cy="646069"/>
              <a:chOff x="3183" y="2052"/>
              <a:chExt cx="401" cy="370"/>
            </a:xfrm>
            <a:grpFill/>
          </p:grpSpPr>
          <p:sp>
            <p:nvSpPr>
              <p:cNvPr id="35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9" name="Freeform 105"/>
            <p:cNvSpPr>
              <a:spLocks noChangeAspect="1"/>
            </p:cNvSpPr>
            <p:nvPr/>
          </p:nvSpPr>
          <p:spPr bwMode="gray">
            <a:xfrm>
              <a:off x="7991447" y="3964106"/>
              <a:ext cx="30213" cy="69845"/>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0" name="Group 106"/>
            <p:cNvGrpSpPr>
              <a:grpSpLocks noChangeAspect="1"/>
            </p:cNvGrpSpPr>
            <p:nvPr/>
          </p:nvGrpSpPr>
          <p:grpSpPr bwMode="gray">
            <a:xfrm>
              <a:off x="8158411" y="3487412"/>
              <a:ext cx="283045" cy="352719"/>
              <a:chOff x="3938" y="1929"/>
              <a:chExt cx="178" cy="202"/>
            </a:xfrm>
            <a:grpFill/>
          </p:grpSpPr>
          <p:sp>
            <p:nvSpPr>
              <p:cNvPr id="34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1" name="Freeform 111"/>
            <p:cNvSpPr>
              <a:spLocks noChangeAspect="1"/>
            </p:cNvSpPr>
            <p:nvPr/>
          </p:nvSpPr>
          <p:spPr bwMode="gray">
            <a:xfrm>
              <a:off x="8096396" y="3665518"/>
              <a:ext cx="60425" cy="9953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2" name="Freeform 112"/>
            <p:cNvSpPr>
              <a:spLocks noChangeAspect="1"/>
            </p:cNvSpPr>
            <p:nvPr/>
          </p:nvSpPr>
          <p:spPr bwMode="gray">
            <a:xfrm>
              <a:off x="7428538" y="3291845"/>
              <a:ext cx="551779" cy="29684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113"/>
            <p:cNvSpPr>
              <a:spLocks noChangeAspect="1"/>
            </p:cNvSpPr>
            <p:nvPr/>
          </p:nvSpPr>
          <p:spPr bwMode="gray">
            <a:xfrm>
              <a:off x="7791090" y="4068874"/>
              <a:ext cx="41344" cy="40162"/>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114"/>
            <p:cNvSpPr>
              <a:spLocks noChangeAspect="1"/>
            </p:cNvSpPr>
            <p:nvPr/>
          </p:nvSpPr>
          <p:spPr bwMode="gray">
            <a:xfrm>
              <a:off x="7180476" y="3251684"/>
              <a:ext cx="1068574" cy="815445"/>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15"/>
            <p:cNvSpPr>
              <a:spLocks noChangeAspect="1"/>
            </p:cNvSpPr>
            <p:nvPr/>
          </p:nvSpPr>
          <p:spPr bwMode="gray">
            <a:xfrm>
              <a:off x="8066183" y="3553765"/>
              <a:ext cx="109720" cy="132706"/>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6" name="Group 116"/>
            <p:cNvGrpSpPr>
              <a:grpSpLocks noChangeAspect="1"/>
            </p:cNvGrpSpPr>
            <p:nvPr/>
          </p:nvGrpSpPr>
          <p:grpSpPr bwMode="gray">
            <a:xfrm>
              <a:off x="6237522" y="1795409"/>
              <a:ext cx="2978333" cy="1802010"/>
              <a:chOff x="2730" y="960"/>
              <a:chExt cx="1873" cy="1032"/>
            </a:xfrm>
            <a:grpFill/>
          </p:grpSpPr>
          <p:grpSp>
            <p:nvGrpSpPr>
              <p:cNvPr id="331" name="Group 117"/>
              <p:cNvGrpSpPr>
                <a:grpSpLocks noChangeAspect="1"/>
              </p:cNvGrpSpPr>
              <p:nvPr/>
            </p:nvGrpSpPr>
            <p:grpSpPr bwMode="gray">
              <a:xfrm>
                <a:off x="3044" y="960"/>
                <a:ext cx="1473" cy="481"/>
                <a:chOff x="3044" y="960"/>
                <a:chExt cx="1473" cy="481"/>
              </a:xfrm>
              <a:grpFill/>
            </p:grpSpPr>
            <p:sp>
              <p:nvSpPr>
                <p:cNvPr id="33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57" name="Group 135"/>
            <p:cNvGrpSpPr>
              <a:grpSpLocks noChangeAspect="1"/>
            </p:cNvGrpSpPr>
            <p:nvPr/>
          </p:nvGrpSpPr>
          <p:grpSpPr bwMode="gray">
            <a:xfrm>
              <a:off x="6352012" y="3574719"/>
              <a:ext cx="648777" cy="644324"/>
              <a:chOff x="2802" y="1979"/>
              <a:chExt cx="408" cy="369"/>
            </a:xfrm>
            <a:grpFill/>
          </p:grpSpPr>
          <p:sp>
            <p:nvSpPr>
              <p:cNvPr id="30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3" name="Group 137"/>
              <p:cNvGrpSpPr>
                <a:grpSpLocks noChangeAspect="1"/>
              </p:cNvGrpSpPr>
              <p:nvPr/>
            </p:nvGrpSpPr>
            <p:grpSpPr bwMode="gray">
              <a:xfrm>
                <a:off x="2889" y="2101"/>
                <a:ext cx="17" cy="51"/>
                <a:chOff x="2889" y="2101"/>
                <a:chExt cx="17" cy="51"/>
              </a:xfrm>
              <a:grpFill/>
            </p:grpSpPr>
            <p:sp>
              <p:nvSpPr>
                <p:cNvPr id="32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5" name="Group 142"/>
              <p:cNvGrpSpPr>
                <a:grpSpLocks noChangeAspect="1"/>
              </p:cNvGrpSpPr>
              <p:nvPr/>
            </p:nvGrpSpPr>
            <p:grpSpPr bwMode="gray">
              <a:xfrm>
                <a:off x="2896" y="2116"/>
                <a:ext cx="231" cy="189"/>
                <a:chOff x="2896" y="2116"/>
                <a:chExt cx="231" cy="189"/>
              </a:xfrm>
              <a:grpFill/>
            </p:grpSpPr>
            <p:sp>
              <p:nvSpPr>
                <p:cNvPr id="32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06" name="Group 145"/>
              <p:cNvGrpSpPr>
                <a:grpSpLocks noChangeAspect="1"/>
              </p:cNvGrpSpPr>
              <p:nvPr/>
            </p:nvGrpSpPr>
            <p:grpSpPr bwMode="gray">
              <a:xfrm>
                <a:off x="2984" y="2276"/>
                <a:ext cx="114" cy="72"/>
                <a:chOff x="2984" y="2276"/>
                <a:chExt cx="114" cy="72"/>
              </a:xfrm>
              <a:grpFill/>
            </p:grpSpPr>
            <p:sp>
              <p:nvSpPr>
                <p:cNvPr id="32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8" name="Group 149"/>
              <p:cNvGrpSpPr>
                <a:grpSpLocks noChangeAspect="1"/>
              </p:cNvGrpSpPr>
              <p:nvPr/>
            </p:nvGrpSpPr>
            <p:grpSpPr bwMode="gray">
              <a:xfrm>
                <a:off x="3086" y="2189"/>
                <a:ext cx="85" cy="114"/>
                <a:chOff x="3086" y="2189"/>
                <a:chExt cx="85" cy="114"/>
              </a:xfrm>
              <a:grpFill/>
            </p:grpSpPr>
            <p:sp>
              <p:nvSpPr>
                <p:cNvPr id="32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0" name="Group 153"/>
              <p:cNvGrpSpPr>
                <a:grpSpLocks noChangeAspect="1"/>
              </p:cNvGrpSpPr>
              <p:nvPr/>
            </p:nvGrpSpPr>
            <p:grpSpPr bwMode="gray">
              <a:xfrm>
                <a:off x="3000" y="2012"/>
                <a:ext cx="210" cy="192"/>
                <a:chOff x="3000" y="2012"/>
                <a:chExt cx="210" cy="192"/>
              </a:xfrm>
              <a:grpFill/>
            </p:grpSpPr>
            <p:sp>
              <p:nvSpPr>
                <p:cNvPr id="32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4" name="Group 159"/>
              <p:cNvGrpSpPr>
                <a:grpSpLocks noChangeAspect="1"/>
              </p:cNvGrpSpPr>
              <p:nvPr/>
            </p:nvGrpSpPr>
            <p:grpSpPr bwMode="gray">
              <a:xfrm>
                <a:off x="2802" y="1979"/>
                <a:ext cx="205" cy="88"/>
                <a:chOff x="2802" y="1979"/>
                <a:chExt cx="205" cy="88"/>
              </a:xfrm>
              <a:grpFill/>
            </p:grpSpPr>
            <p:sp>
              <p:nvSpPr>
                <p:cNvPr id="31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8" name="Freeform 165"/>
            <p:cNvSpPr>
              <a:spLocks noChangeAspect="1"/>
            </p:cNvSpPr>
            <p:nvPr/>
          </p:nvSpPr>
          <p:spPr bwMode="gray">
            <a:xfrm>
              <a:off x="6654139" y="3593926"/>
              <a:ext cx="54065" cy="61115"/>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166"/>
            <p:cNvSpPr>
              <a:spLocks noChangeAspect="1"/>
            </p:cNvSpPr>
            <p:nvPr/>
          </p:nvSpPr>
          <p:spPr bwMode="gray">
            <a:xfrm>
              <a:off x="6708204" y="3185330"/>
              <a:ext cx="709202" cy="415580"/>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 name="Freeform 167"/>
            <p:cNvSpPr>
              <a:spLocks noChangeAspect="1"/>
            </p:cNvSpPr>
            <p:nvPr/>
          </p:nvSpPr>
          <p:spPr bwMode="gray">
            <a:xfrm>
              <a:off x="6592124" y="3536304"/>
              <a:ext cx="117670" cy="62861"/>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168"/>
            <p:cNvSpPr>
              <a:spLocks noChangeAspect="1"/>
            </p:cNvSpPr>
            <p:nvPr/>
          </p:nvSpPr>
          <p:spPr bwMode="gray">
            <a:xfrm>
              <a:off x="6873578" y="3482173"/>
              <a:ext cx="298946" cy="213028"/>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169"/>
            <p:cNvSpPr>
              <a:spLocks noChangeAspect="1"/>
            </p:cNvSpPr>
            <p:nvPr/>
          </p:nvSpPr>
          <p:spPr bwMode="gray">
            <a:xfrm>
              <a:off x="6811563" y="3555511"/>
              <a:ext cx="248062" cy="18858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3" name="Group 170"/>
            <p:cNvGrpSpPr>
              <a:grpSpLocks noChangeAspect="1"/>
            </p:cNvGrpSpPr>
            <p:nvPr/>
          </p:nvGrpSpPr>
          <p:grpSpPr bwMode="gray">
            <a:xfrm>
              <a:off x="6677991" y="3579957"/>
              <a:ext cx="96999" cy="85561"/>
              <a:chOff x="3007" y="1982"/>
              <a:chExt cx="61" cy="49"/>
            </a:xfrm>
            <a:grpFill/>
          </p:grpSpPr>
          <p:sp>
            <p:nvSpPr>
              <p:cNvPr id="30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4" name="Freeform 173"/>
            <p:cNvSpPr>
              <a:spLocks noChangeAspect="1"/>
            </p:cNvSpPr>
            <p:nvPr/>
          </p:nvSpPr>
          <p:spPr bwMode="gray">
            <a:xfrm>
              <a:off x="5469486" y="2743559"/>
              <a:ext cx="190817" cy="143183"/>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5" name="Group 222"/>
            <p:cNvGrpSpPr>
              <a:grpSpLocks noChangeAspect="1"/>
            </p:cNvGrpSpPr>
            <p:nvPr/>
          </p:nvGrpSpPr>
          <p:grpSpPr bwMode="gray">
            <a:xfrm>
              <a:off x="6083280" y="1795408"/>
              <a:ext cx="287816" cy="326528"/>
              <a:chOff x="3202" y="1036"/>
              <a:chExt cx="181" cy="187"/>
            </a:xfrm>
            <a:grpFill/>
          </p:grpSpPr>
          <p:sp>
            <p:nvSpPr>
              <p:cNvPr id="29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6" name="Freeform 229"/>
            <p:cNvSpPr>
              <a:spLocks noChangeAspect="1"/>
            </p:cNvSpPr>
            <p:nvPr/>
          </p:nvSpPr>
          <p:spPr bwMode="gray">
            <a:xfrm>
              <a:off x="5129196" y="3024686"/>
              <a:ext cx="6361" cy="698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230"/>
            <p:cNvSpPr>
              <a:spLocks noChangeAspect="1"/>
            </p:cNvSpPr>
            <p:nvPr/>
          </p:nvSpPr>
          <p:spPr bwMode="gray">
            <a:xfrm>
              <a:off x="5467895" y="2390840"/>
              <a:ext cx="46115" cy="48892"/>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 name="Freeform 231"/>
            <p:cNvSpPr>
              <a:spLocks noChangeAspect="1"/>
            </p:cNvSpPr>
            <p:nvPr/>
          </p:nvSpPr>
          <p:spPr bwMode="gray">
            <a:xfrm>
              <a:off x="5407470" y="2504338"/>
              <a:ext cx="46115" cy="34923"/>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 name="Freeform 232"/>
            <p:cNvSpPr>
              <a:spLocks noChangeAspect="1"/>
            </p:cNvSpPr>
            <p:nvPr/>
          </p:nvSpPr>
          <p:spPr bwMode="gray">
            <a:xfrm>
              <a:off x="5130786" y="3019448"/>
              <a:ext cx="14312" cy="523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33"/>
            <p:cNvSpPr>
              <a:spLocks noChangeAspect="1"/>
            </p:cNvSpPr>
            <p:nvPr/>
          </p:nvSpPr>
          <p:spPr bwMode="gray">
            <a:xfrm>
              <a:off x="4625121" y="1795408"/>
              <a:ext cx="965216" cy="122578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34"/>
            <p:cNvSpPr>
              <a:spLocks noChangeAspect="1"/>
            </p:cNvSpPr>
            <p:nvPr/>
          </p:nvSpPr>
          <p:spPr bwMode="gray">
            <a:xfrm>
              <a:off x="4939969" y="2546246"/>
              <a:ext cx="52475" cy="57623"/>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35"/>
            <p:cNvSpPr>
              <a:spLocks noChangeAspect="1"/>
            </p:cNvSpPr>
            <p:nvPr/>
          </p:nvSpPr>
          <p:spPr bwMode="gray">
            <a:xfrm>
              <a:off x="4695087" y="2050344"/>
              <a:ext cx="52475" cy="20954"/>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73" name="Group 236"/>
            <p:cNvGrpSpPr>
              <a:grpSpLocks noChangeAspect="1"/>
            </p:cNvGrpSpPr>
            <p:nvPr/>
          </p:nvGrpSpPr>
          <p:grpSpPr bwMode="gray">
            <a:xfrm>
              <a:off x="4478828" y="4222534"/>
              <a:ext cx="809382" cy="1501675"/>
              <a:chOff x="1624" y="2350"/>
              <a:chExt cx="509" cy="860"/>
            </a:xfrm>
            <a:grpFill/>
          </p:grpSpPr>
          <p:sp>
            <p:nvSpPr>
              <p:cNvPr id="26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4" name="Freeform 262"/>
            <p:cNvSpPr>
              <a:spLocks noChangeAspect="1"/>
            </p:cNvSpPr>
            <p:nvPr/>
          </p:nvSpPr>
          <p:spPr bwMode="gray">
            <a:xfrm>
              <a:off x="4369109" y="4171897"/>
              <a:ext cx="74737" cy="82069"/>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63"/>
            <p:cNvSpPr>
              <a:spLocks noChangeAspect="1"/>
            </p:cNvSpPr>
            <p:nvPr/>
          </p:nvSpPr>
          <p:spPr bwMode="gray">
            <a:xfrm>
              <a:off x="4448616" y="4276665"/>
              <a:ext cx="101769" cy="471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6" name="Freeform 264"/>
            <p:cNvSpPr>
              <a:spLocks noChangeAspect="1"/>
            </p:cNvSpPr>
            <p:nvPr/>
          </p:nvSpPr>
          <p:spPr bwMode="gray">
            <a:xfrm>
              <a:off x="4288012" y="4116020"/>
              <a:ext cx="68377" cy="82069"/>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7" name="Freeform 265"/>
            <p:cNvSpPr>
              <a:spLocks noChangeAspect="1"/>
            </p:cNvSpPr>
            <p:nvPr/>
          </p:nvSpPr>
          <p:spPr bwMode="gray">
            <a:xfrm>
              <a:off x="4340487" y="4103797"/>
              <a:ext cx="19082" cy="506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8" name="Freeform 266"/>
            <p:cNvSpPr>
              <a:spLocks noChangeAspect="1"/>
            </p:cNvSpPr>
            <p:nvPr/>
          </p:nvSpPr>
          <p:spPr bwMode="gray">
            <a:xfrm>
              <a:off x="4326175" y="4184119"/>
              <a:ext cx="39754" cy="24446"/>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267"/>
            <p:cNvSpPr>
              <a:spLocks noChangeAspect="1"/>
            </p:cNvSpPr>
            <p:nvPr/>
          </p:nvSpPr>
          <p:spPr bwMode="gray">
            <a:xfrm>
              <a:off x="4399321" y="4246980"/>
              <a:ext cx="57245" cy="55876"/>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268"/>
            <p:cNvSpPr>
              <a:spLocks noChangeAspect="1"/>
            </p:cNvSpPr>
            <p:nvPr/>
          </p:nvSpPr>
          <p:spPr bwMode="gray">
            <a:xfrm>
              <a:off x="4337306" y="4152689"/>
              <a:ext cx="106540" cy="59369"/>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269"/>
            <p:cNvSpPr>
              <a:spLocks noChangeAspect="1"/>
            </p:cNvSpPr>
            <p:nvPr/>
          </p:nvSpPr>
          <p:spPr bwMode="gray">
            <a:xfrm>
              <a:off x="3855493" y="3803462"/>
              <a:ext cx="526337" cy="377165"/>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82" name="Group 270"/>
            <p:cNvGrpSpPr>
              <a:grpSpLocks noChangeAspect="1"/>
            </p:cNvGrpSpPr>
            <p:nvPr/>
          </p:nvGrpSpPr>
          <p:grpSpPr bwMode="gray">
            <a:xfrm>
              <a:off x="2976146" y="2486877"/>
              <a:ext cx="1757105" cy="1480721"/>
              <a:chOff x="679" y="1356"/>
              <a:chExt cx="1105" cy="848"/>
            </a:xfrm>
            <a:grpFill/>
          </p:grpSpPr>
          <p:grpSp>
            <p:nvGrpSpPr>
              <p:cNvPr id="257" name="Group 271"/>
              <p:cNvGrpSpPr>
                <a:grpSpLocks noChangeAspect="1"/>
              </p:cNvGrpSpPr>
              <p:nvPr/>
            </p:nvGrpSpPr>
            <p:grpSpPr bwMode="gray">
              <a:xfrm>
                <a:off x="679" y="1356"/>
                <a:ext cx="411" cy="413"/>
                <a:chOff x="679" y="1356"/>
                <a:chExt cx="411" cy="413"/>
              </a:xfrm>
              <a:grpFill/>
            </p:grpSpPr>
            <p:sp>
              <p:nvSpPr>
                <p:cNvPr id="26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275"/>
                <p:cNvSpPr>
                  <a:spLocks noChangeAspect="1"/>
                </p:cNvSpPr>
                <p:nvPr/>
              </p:nvSpPr>
              <p:spPr bwMode="gray">
                <a:xfrm>
                  <a:off x="679"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58" name="Group 277"/>
              <p:cNvGrpSpPr>
                <a:grpSpLocks noChangeAspect="1"/>
              </p:cNvGrpSpPr>
              <p:nvPr/>
            </p:nvGrpSpPr>
            <p:grpSpPr bwMode="gray">
              <a:xfrm>
                <a:off x="1149" y="1865"/>
                <a:ext cx="635" cy="339"/>
                <a:chOff x="1149" y="1865"/>
                <a:chExt cx="635" cy="339"/>
              </a:xfrm>
              <a:grpFill/>
            </p:grpSpPr>
            <p:sp>
              <p:nvSpPr>
                <p:cNvPr id="25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83" name="Group 283"/>
            <p:cNvGrpSpPr>
              <a:grpSpLocks noChangeAspect="1"/>
            </p:cNvGrpSpPr>
            <p:nvPr/>
          </p:nvGrpSpPr>
          <p:grpSpPr bwMode="gray">
            <a:xfrm>
              <a:off x="3437287" y="1795408"/>
              <a:ext cx="1540846" cy="1784549"/>
              <a:chOff x="969" y="960"/>
              <a:chExt cx="969" cy="1022"/>
            </a:xfrm>
            <a:grpFill/>
          </p:grpSpPr>
          <p:sp>
            <p:nvSpPr>
              <p:cNvPr id="22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4" name="Freeform 313"/>
            <p:cNvSpPr>
              <a:spLocks noChangeAspect="1"/>
            </p:cNvSpPr>
            <p:nvPr/>
          </p:nvSpPr>
          <p:spPr bwMode="gray">
            <a:xfrm rot="21085610">
              <a:off x="4534484" y="3904738"/>
              <a:ext cx="12721" cy="698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5" name="Freeform 314"/>
            <p:cNvSpPr>
              <a:spLocks noChangeAspect="1"/>
            </p:cNvSpPr>
            <p:nvPr/>
          </p:nvSpPr>
          <p:spPr bwMode="gray">
            <a:xfrm rot="21085610">
              <a:off x="4555155" y="3906484"/>
              <a:ext cx="1591" cy="17461"/>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6" name="Freeform 315"/>
            <p:cNvSpPr>
              <a:spLocks noChangeAspect="1"/>
            </p:cNvSpPr>
            <p:nvPr/>
          </p:nvSpPr>
          <p:spPr bwMode="gray">
            <a:xfrm rot="21085610">
              <a:off x="4555155" y="3946645"/>
              <a:ext cx="3180" cy="174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316"/>
            <p:cNvSpPr>
              <a:spLocks noChangeAspect="1"/>
            </p:cNvSpPr>
            <p:nvPr/>
          </p:nvSpPr>
          <p:spPr bwMode="gray">
            <a:xfrm rot="21085610">
              <a:off x="4547205" y="3944899"/>
              <a:ext cx="6361" cy="20954"/>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17"/>
            <p:cNvSpPr>
              <a:spLocks noChangeAspect="1"/>
            </p:cNvSpPr>
            <p:nvPr/>
          </p:nvSpPr>
          <p:spPr bwMode="gray">
            <a:xfrm rot="21085610">
              <a:off x="4555155" y="3969345"/>
              <a:ext cx="1591" cy="10477"/>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18"/>
            <p:cNvSpPr>
              <a:spLocks noChangeAspect="1"/>
            </p:cNvSpPr>
            <p:nvPr/>
          </p:nvSpPr>
          <p:spPr bwMode="gray">
            <a:xfrm rot="21085610">
              <a:off x="4569467" y="3939660"/>
              <a:ext cx="1591" cy="13969"/>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19"/>
            <p:cNvSpPr>
              <a:spLocks noChangeAspect="1"/>
            </p:cNvSpPr>
            <p:nvPr/>
          </p:nvSpPr>
          <p:spPr bwMode="gray">
            <a:xfrm rot="21085610">
              <a:off x="4577417" y="3951884"/>
              <a:ext cx="4771" cy="15716"/>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20"/>
            <p:cNvSpPr>
              <a:spLocks noChangeAspect="1"/>
            </p:cNvSpPr>
            <p:nvPr/>
          </p:nvSpPr>
          <p:spPr bwMode="gray">
            <a:xfrm rot="21085610">
              <a:off x="4591729" y="3964106"/>
              <a:ext cx="3180" cy="3492"/>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21"/>
            <p:cNvSpPr>
              <a:spLocks noChangeAspect="1"/>
            </p:cNvSpPr>
            <p:nvPr/>
          </p:nvSpPr>
          <p:spPr bwMode="gray">
            <a:xfrm rot="21085610">
              <a:off x="4585368" y="3979822"/>
              <a:ext cx="4771" cy="17461"/>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22"/>
            <p:cNvSpPr>
              <a:spLocks noChangeAspect="1"/>
            </p:cNvSpPr>
            <p:nvPr/>
          </p:nvSpPr>
          <p:spPr bwMode="gray">
            <a:xfrm rot="21085610">
              <a:off x="4599679" y="3995537"/>
              <a:ext cx="4771" cy="15716"/>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3"/>
            <p:cNvSpPr>
              <a:spLocks noChangeAspect="1"/>
            </p:cNvSpPr>
            <p:nvPr/>
          </p:nvSpPr>
          <p:spPr bwMode="gray">
            <a:xfrm rot="21085610">
              <a:off x="4612400" y="4006013"/>
              <a:ext cx="4771" cy="174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24"/>
            <p:cNvSpPr>
              <a:spLocks noChangeAspect="1"/>
            </p:cNvSpPr>
            <p:nvPr/>
          </p:nvSpPr>
          <p:spPr bwMode="gray">
            <a:xfrm rot="21085610">
              <a:off x="4623532" y="4012998"/>
              <a:ext cx="9541" cy="698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25"/>
            <p:cNvSpPr>
              <a:spLocks noChangeAspect="1"/>
            </p:cNvSpPr>
            <p:nvPr/>
          </p:nvSpPr>
          <p:spPr bwMode="gray">
            <a:xfrm rot="21085610">
              <a:off x="4610810" y="4032206"/>
              <a:ext cx="6361" cy="10477"/>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26"/>
            <p:cNvSpPr>
              <a:spLocks noChangeAspect="1"/>
            </p:cNvSpPr>
            <p:nvPr/>
          </p:nvSpPr>
          <p:spPr bwMode="gray">
            <a:xfrm rot="21085610">
              <a:off x="4553565" y="3967598"/>
              <a:ext cx="3180" cy="523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27"/>
            <p:cNvSpPr>
              <a:spLocks noChangeAspect="1"/>
            </p:cNvSpPr>
            <p:nvPr/>
          </p:nvSpPr>
          <p:spPr bwMode="gray">
            <a:xfrm rot="21085610">
              <a:off x="4521763" y="3950137"/>
              <a:ext cx="1591" cy="698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28"/>
            <p:cNvSpPr>
              <a:spLocks noChangeAspect="1"/>
            </p:cNvSpPr>
            <p:nvPr/>
          </p:nvSpPr>
          <p:spPr bwMode="gray">
            <a:xfrm rot="21085610">
              <a:off x="4518582" y="3958868"/>
              <a:ext cx="3180" cy="349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29"/>
            <p:cNvSpPr>
              <a:spLocks noChangeAspect="1"/>
            </p:cNvSpPr>
            <p:nvPr/>
          </p:nvSpPr>
          <p:spPr bwMode="gray">
            <a:xfrm rot="21085610">
              <a:off x="4509041" y="3962361"/>
              <a:ext cx="6361" cy="698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30"/>
            <p:cNvSpPr>
              <a:spLocks noChangeAspect="1"/>
            </p:cNvSpPr>
            <p:nvPr/>
          </p:nvSpPr>
          <p:spPr bwMode="gray">
            <a:xfrm rot="20552049">
              <a:off x="4551975" y="4112528"/>
              <a:ext cx="23853" cy="19208"/>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2" name="Freeform 331"/>
            <p:cNvSpPr>
              <a:spLocks noChangeAspect="1"/>
            </p:cNvSpPr>
            <p:nvPr/>
          </p:nvSpPr>
          <p:spPr bwMode="gray">
            <a:xfrm rot="20552049">
              <a:off x="4617171" y="4049667"/>
              <a:ext cx="38163" cy="57623"/>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3" name="Freeform 332"/>
            <p:cNvSpPr>
              <a:spLocks noChangeAspect="1"/>
            </p:cNvSpPr>
            <p:nvPr/>
          </p:nvSpPr>
          <p:spPr bwMode="gray">
            <a:xfrm rot="20552049">
              <a:off x="4731661" y="4084590"/>
              <a:ext cx="1591" cy="174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4" name="Freeform 333"/>
            <p:cNvSpPr>
              <a:spLocks noChangeAspect="1"/>
            </p:cNvSpPr>
            <p:nvPr/>
          </p:nvSpPr>
          <p:spPr bwMode="gray">
            <a:xfrm rot="20552049">
              <a:off x="4753923" y="4131735"/>
              <a:ext cx="3180" cy="1222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34"/>
            <p:cNvSpPr>
              <a:spLocks noChangeAspect="1"/>
            </p:cNvSpPr>
            <p:nvPr/>
          </p:nvSpPr>
          <p:spPr bwMode="gray">
            <a:xfrm rot="20552049">
              <a:off x="4777775" y="4217296"/>
              <a:ext cx="3180" cy="523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35"/>
            <p:cNvSpPr>
              <a:spLocks noChangeAspect="1"/>
            </p:cNvSpPr>
            <p:nvPr/>
          </p:nvSpPr>
          <p:spPr bwMode="gray">
            <a:xfrm rot="20552049">
              <a:off x="4771414" y="4233011"/>
              <a:ext cx="9541" cy="17461"/>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36"/>
            <p:cNvSpPr>
              <a:spLocks noChangeAspect="1"/>
            </p:cNvSpPr>
            <p:nvPr/>
          </p:nvSpPr>
          <p:spPr bwMode="gray">
            <a:xfrm rot="20552049">
              <a:off x="4598089" y="4056652"/>
              <a:ext cx="1591" cy="349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08" name="Group 337"/>
            <p:cNvGrpSpPr>
              <a:grpSpLocks noChangeAspect="1"/>
            </p:cNvGrpSpPr>
            <p:nvPr/>
          </p:nvGrpSpPr>
          <p:grpSpPr bwMode="gray">
            <a:xfrm>
              <a:off x="4590138" y="4060144"/>
              <a:ext cx="28623" cy="48892"/>
              <a:chOff x="1694" y="2257"/>
              <a:chExt cx="18" cy="28"/>
            </a:xfrm>
            <a:grpFill/>
          </p:grpSpPr>
          <p:sp>
            <p:nvSpPr>
              <p:cNvPr id="22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9" name="Freeform 340"/>
            <p:cNvSpPr>
              <a:spLocks noChangeAspect="1"/>
            </p:cNvSpPr>
            <p:nvPr/>
          </p:nvSpPr>
          <p:spPr bwMode="gray">
            <a:xfrm rot="20552049">
              <a:off x="4668055" y="4070621"/>
              <a:ext cx="15901" cy="13969"/>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41"/>
            <p:cNvSpPr>
              <a:spLocks noChangeAspect="1"/>
            </p:cNvSpPr>
            <p:nvPr/>
          </p:nvSpPr>
          <p:spPr bwMode="gray">
            <a:xfrm rot="20552049">
              <a:off x="4765054" y="4171897"/>
              <a:ext cx="0" cy="523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42"/>
            <p:cNvSpPr>
              <a:spLocks noChangeAspect="1"/>
            </p:cNvSpPr>
            <p:nvPr/>
          </p:nvSpPr>
          <p:spPr bwMode="gray">
            <a:xfrm rot="20552049">
              <a:off x="4738022" y="4098559"/>
              <a:ext cx="4771" cy="1222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43"/>
            <p:cNvSpPr>
              <a:spLocks noChangeAspect="1"/>
            </p:cNvSpPr>
            <p:nvPr/>
          </p:nvSpPr>
          <p:spPr bwMode="gray">
            <a:xfrm rot="20552049">
              <a:off x="4691907" y="4067129"/>
              <a:ext cx="0" cy="174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44"/>
            <p:cNvSpPr>
              <a:spLocks noChangeAspect="1"/>
            </p:cNvSpPr>
            <p:nvPr/>
          </p:nvSpPr>
          <p:spPr bwMode="gray">
            <a:xfrm rot="20552049">
              <a:off x="4695087" y="4081098"/>
              <a:ext cx="1591" cy="349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45"/>
            <p:cNvSpPr>
              <a:spLocks noChangeAspect="1"/>
            </p:cNvSpPr>
            <p:nvPr/>
          </p:nvSpPr>
          <p:spPr bwMode="gray">
            <a:xfrm rot="20552049">
              <a:off x="4745972" y="4117766"/>
              <a:ext cx="3180" cy="8731"/>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46"/>
            <p:cNvSpPr>
              <a:spLocks noChangeAspect="1"/>
            </p:cNvSpPr>
            <p:nvPr/>
          </p:nvSpPr>
          <p:spPr bwMode="gray">
            <a:xfrm rot="20552049">
              <a:off x="4765054" y="4199835"/>
              <a:ext cx="1591" cy="523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47"/>
            <p:cNvSpPr>
              <a:spLocks noChangeAspect="1"/>
            </p:cNvSpPr>
            <p:nvPr/>
          </p:nvSpPr>
          <p:spPr bwMode="gray">
            <a:xfrm rot="20552049">
              <a:off x="4459747" y="4007760"/>
              <a:ext cx="117670" cy="85561"/>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48"/>
            <p:cNvSpPr>
              <a:spLocks noChangeAspect="1"/>
            </p:cNvSpPr>
            <p:nvPr/>
          </p:nvSpPr>
          <p:spPr bwMode="gray">
            <a:xfrm rot="20552049">
              <a:off x="4478828" y="4053160"/>
              <a:ext cx="4771" cy="10477"/>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49"/>
            <p:cNvSpPr>
              <a:spLocks noChangeAspect="1"/>
            </p:cNvSpPr>
            <p:nvPr/>
          </p:nvSpPr>
          <p:spPr bwMode="gray">
            <a:xfrm rot="20552049">
              <a:off x="4521763" y="4018237"/>
              <a:ext cx="11131" cy="15716"/>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50"/>
            <p:cNvSpPr>
              <a:spLocks noChangeAspect="1"/>
            </p:cNvSpPr>
            <p:nvPr/>
          </p:nvSpPr>
          <p:spPr bwMode="gray">
            <a:xfrm rot="20552049">
              <a:off x="4720530" y="4081098"/>
              <a:ext cx="0" cy="523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51"/>
            <p:cNvSpPr>
              <a:spLocks noChangeAspect="1"/>
            </p:cNvSpPr>
            <p:nvPr/>
          </p:nvSpPr>
          <p:spPr bwMode="gray">
            <a:xfrm rot="20552049">
              <a:off x="4761873" y="4154435"/>
              <a:ext cx="1591" cy="698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1" name="Group 362"/>
            <p:cNvGrpSpPr/>
            <p:nvPr/>
          </p:nvGrpSpPr>
          <p:grpSpPr bwMode="gray">
            <a:xfrm>
              <a:off x="5717548" y="2502593"/>
              <a:ext cx="880939" cy="1220548"/>
              <a:chOff x="4580731" y="1911697"/>
              <a:chExt cx="879476" cy="1109663"/>
            </a:xfrm>
            <a:grpFill/>
          </p:grpSpPr>
          <p:sp>
            <p:nvSpPr>
              <p:cNvPr id="17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0" name="Group 178"/>
              <p:cNvGrpSpPr>
                <a:grpSpLocks noChangeAspect="1"/>
              </p:cNvGrpSpPr>
              <p:nvPr/>
            </p:nvGrpSpPr>
            <p:grpSpPr bwMode="gray">
              <a:xfrm>
                <a:off x="4876006" y="2765772"/>
                <a:ext cx="204788" cy="242888"/>
                <a:chOff x="2589" y="1903"/>
                <a:chExt cx="129" cy="153"/>
              </a:xfrm>
              <a:grpFill/>
            </p:grpSpPr>
            <p:sp>
              <p:nvSpPr>
                <p:cNvPr id="22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8" name="Group 189"/>
              <p:cNvGrpSpPr>
                <a:grpSpLocks noChangeAspect="1"/>
              </p:cNvGrpSpPr>
              <p:nvPr/>
            </p:nvGrpSpPr>
            <p:grpSpPr bwMode="gray">
              <a:xfrm>
                <a:off x="4679156" y="2659410"/>
                <a:ext cx="247650" cy="244475"/>
                <a:chOff x="2465" y="1836"/>
                <a:chExt cx="156" cy="154"/>
              </a:xfrm>
              <a:grpFill/>
            </p:grpSpPr>
            <p:sp>
              <p:nvSpPr>
                <p:cNvPr id="22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89" name="Group 192"/>
              <p:cNvGrpSpPr>
                <a:grpSpLocks noChangeAspect="1"/>
              </p:cNvGrpSpPr>
              <p:nvPr/>
            </p:nvGrpSpPr>
            <p:grpSpPr bwMode="gray">
              <a:xfrm>
                <a:off x="4620419" y="2430810"/>
                <a:ext cx="171450" cy="258763"/>
                <a:chOff x="2428" y="1692"/>
                <a:chExt cx="108" cy="163"/>
              </a:xfrm>
              <a:grpFill/>
            </p:grpSpPr>
            <p:sp>
              <p:nvSpPr>
                <p:cNvPr id="21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4" name="Group 199"/>
              <p:cNvGrpSpPr>
                <a:grpSpLocks noChangeAspect="1"/>
              </p:cNvGrpSpPr>
              <p:nvPr/>
            </p:nvGrpSpPr>
            <p:grpSpPr bwMode="gray">
              <a:xfrm>
                <a:off x="5033169" y="2808635"/>
                <a:ext cx="68263" cy="68263"/>
                <a:chOff x="2688" y="1930"/>
                <a:chExt cx="43" cy="43"/>
              </a:xfrm>
              <a:grpFill/>
            </p:grpSpPr>
            <p:sp>
              <p:nvSpPr>
                <p:cNvPr id="21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4" name="Group 359"/>
              <p:cNvGrpSpPr/>
              <p:nvPr/>
            </p:nvGrpSpPr>
            <p:grpSpPr bwMode="gray">
              <a:xfrm>
                <a:off x="5080794" y="2788583"/>
                <a:ext cx="75600" cy="108000"/>
                <a:chOff x="4160739" y="2986112"/>
                <a:chExt cx="187325" cy="233362"/>
              </a:xfrm>
              <a:grpFill/>
            </p:grpSpPr>
            <p:sp>
              <p:nvSpPr>
                <p:cNvPr id="21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22" name="Group 368"/>
            <p:cNvGrpSpPr/>
            <p:nvPr/>
          </p:nvGrpSpPr>
          <p:grpSpPr bwMode="gray">
            <a:xfrm>
              <a:off x="5591926" y="3693456"/>
              <a:ext cx="1198965" cy="1473737"/>
              <a:chOff x="4455318" y="2994372"/>
              <a:chExt cx="1196974" cy="1339850"/>
            </a:xfrm>
            <a:grpFill/>
          </p:grpSpPr>
          <p:sp>
            <p:nvSpPr>
              <p:cNvPr id="123" name="Freeform 12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5" name="Group 367"/>
              <p:cNvGrpSpPr/>
              <p:nvPr/>
            </p:nvGrpSpPr>
            <p:grpSpPr bwMode="gray">
              <a:xfrm>
                <a:off x="4455318" y="2994372"/>
                <a:ext cx="1196974" cy="1339850"/>
                <a:chOff x="4455318" y="2994372"/>
                <a:chExt cx="1196974" cy="1339850"/>
              </a:xfrm>
              <a:grpFill/>
            </p:grpSpPr>
            <p:sp>
              <p:nvSpPr>
                <p:cNvPr id="126" name="Freeform 12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13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1" name="Freeform 14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14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14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5" name="Group 25"/>
                <p:cNvGrpSpPr>
                  <a:grpSpLocks noChangeAspect="1"/>
                </p:cNvGrpSpPr>
                <p:nvPr/>
              </p:nvGrpSpPr>
              <p:grpSpPr bwMode="gray">
                <a:xfrm>
                  <a:off x="4961730" y="3769072"/>
                  <a:ext cx="219075" cy="239713"/>
                  <a:chOff x="2643" y="2535"/>
                  <a:chExt cx="138" cy="151"/>
                </a:xfrm>
                <a:grpFill/>
              </p:grpSpPr>
              <p:sp>
                <p:nvSpPr>
                  <p:cNvPr id="17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72" name="Group 364"/>
                <p:cNvGrpSpPr>
                  <a:grpSpLocks noChangeAspect="1"/>
                </p:cNvGrpSpPr>
                <p:nvPr/>
              </p:nvGrpSpPr>
              <p:grpSpPr bwMode="gray">
                <a:xfrm>
                  <a:off x="5141117" y="3280172"/>
                  <a:ext cx="289379" cy="349200"/>
                  <a:chOff x="3548063" y="12700"/>
                  <a:chExt cx="5667375" cy="6838950"/>
                </a:xfrm>
                <a:grpFill/>
              </p:grpSpPr>
              <p:sp>
                <p:nvSpPr>
                  <p:cNvPr id="17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7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2" name="Oval 1"/>
          <p:cNvSpPr/>
          <p:nvPr/>
        </p:nvSpPr>
        <p:spPr>
          <a:xfrm>
            <a:off x="6105144" y="1714500"/>
            <a:ext cx="821270" cy="821270"/>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371" name="Oval 370"/>
          <p:cNvSpPr/>
          <p:nvPr/>
        </p:nvSpPr>
        <p:spPr>
          <a:xfrm>
            <a:off x="4477188" y="4341629"/>
            <a:ext cx="821270" cy="821270"/>
          </a:xfrm>
          <a:prstGeom prst="ellipse">
            <a:avLst/>
          </a:prstGeom>
          <a:solidFill>
            <a:schemeClr val="tx1">
              <a:lumMod val="65000"/>
              <a:lumOff val="35000"/>
            </a:schemeClr>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373" name="Oval 372"/>
          <p:cNvSpPr/>
          <p:nvPr/>
        </p:nvSpPr>
        <p:spPr>
          <a:xfrm>
            <a:off x="938019" y="1746735"/>
            <a:ext cx="821270" cy="821270"/>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375" name="Oval 374"/>
          <p:cNvSpPr/>
          <p:nvPr/>
        </p:nvSpPr>
        <p:spPr>
          <a:xfrm>
            <a:off x="3138395" y="3298994"/>
            <a:ext cx="821270" cy="821270"/>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376" name="Oval 375"/>
          <p:cNvSpPr/>
          <p:nvPr/>
        </p:nvSpPr>
        <p:spPr>
          <a:xfrm>
            <a:off x="5169992" y="2714618"/>
            <a:ext cx="598813" cy="598813"/>
          </a:xfrm>
          <a:prstGeom prst="ellipse">
            <a:avLst/>
          </a:prstGeom>
          <a:solidFill>
            <a:schemeClr val="tx1">
              <a:lumMod val="65000"/>
              <a:lumOff val="35000"/>
            </a:schemeClr>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77" name="Oval 376"/>
          <p:cNvSpPr/>
          <p:nvPr/>
        </p:nvSpPr>
        <p:spPr>
          <a:xfrm>
            <a:off x="8038753" y="1754399"/>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78" name="Oval 377"/>
          <p:cNvSpPr/>
          <p:nvPr/>
        </p:nvSpPr>
        <p:spPr>
          <a:xfrm>
            <a:off x="7991885" y="1707531"/>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TextBox 378"/>
          <p:cNvSpPr txBox="1"/>
          <p:nvPr/>
        </p:nvSpPr>
        <p:spPr>
          <a:xfrm>
            <a:off x="8699931" y="1676482"/>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 Agency</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80" name="Oval 379"/>
          <p:cNvSpPr/>
          <p:nvPr/>
        </p:nvSpPr>
        <p:spPr>
          <a:xfrm>
            <a:off x="8038753" y="2984365"/>
            <a:ext cx="567443" cy="56744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81" name="Oval 380"/>
          <p:cNvSpPr/>
          <p:nvPr/>
        </p:nvSpPr>
        <p:spPr>
          <a:xfrm>
            <a:off x="7991885" y="2937497"/>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TextBox 381"/>
          <p:cNvSpPr txBox="1"/>
          <p:nvPr/>
        </p:nvSpPr>
        <p:spPr>
          <a:xfrm>
            <a:off x="8699931" y="2906448"/>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Filter</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83" name="Oval 382"/>
          <p:cNvSpPr/>
          <p:nvPr/>
        </p:nvSpPr>
        <p:spPr>
          <a:xfrm>
            <a:off x="8038753" y="4214331"/>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84" name="Oval 383"/>
          <p:cNvSpPr/>
          <p:nvPr/>
        </p:nvSpPr>
        <p:spPr>
          <a:xfrm>
            <a:off x="7991885" y="4167463"/>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TextBox 384"/>
          <p:cNvSpPr txBox="1"/>
          <p:nvPr/>
        </p:nvSpPr>
        <p:spPr>
          <a:xfrm>
            <a:off x="8699931" y="4136414"/>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Consulting</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86" name="Oval 385"/>
          <p:cNvSpPr/>
          <p:nvPr/>
        </p:nvSpPr>
        <p:spPr>
          <a:xfrm>
            <a:off x="8038753" y="5444297"/>
            <a:ext cx="567443" cy="56744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87" name="Oval 386"/>
          <p:cNvSpPr/>
          <p:nvPr/>
        </p:nvSpPr>
        <p:spPr>
          <a:xfrm>
            <a:off x="7991885" y="5397429"/>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TextBox 387"/>
          <p:cNvSpPr txBox="1"/>
          <p:nvPr/>
        </p:nvSpPr>
        <p:spPr>
          <a:xfrm>
            <a:off x="8699931" y="5366380"/>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Design</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89" name="extBox 3"/>
          <p:cNvSpPr txBox="1"/>
          <p:nvPr/>
        </p:nvSpPr>
        <p:spPr>
          <a:xfrm>
            <a:off x="798827" y="5683796"/>
            <a:ext cx="6595943" cy="584775"/>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a:t>
            </a:r>
          </a:p>
        </p:txBody>
      </p:sp>
    </p:spTree>
    <p:extLst>
      <p:ext uri="{BB962C8B-B14F-4D97-AF65-F5344CB8AC3E}">
        <p14:creationId xmlns:p14="http://schemas.microsoft.com/office/powerpoint/2010/main" val="819119383"/>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107</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 name="Oval 1"/>
          <p:cNvSpPr/>
          <p:nvPr/>
        </p:nvSpPr>
        <p:spPr>
          <a:xfrm>
            <a:off x="932910" y="5388060"/>
            <a:ext cx="708513" cy="7085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Oval 371"/>
          <p:cNvSpPr/>
          <p:nvPr/>
        </p:nvSpPr>
        <p:spPr>
          <a:xfrm>
            <a:off x="3355199" y="5390573"/>
            <a:ext cx="708513" cy="7085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p:cNvGrpSpPr/>
          <p:nvPr/>
        </p:nvGrpSpPr>
        <p:grpSpPr>
          <a:xfrm>
            <a:off x="914708" y="1725844"/>
            <a:ext cx="5409892" cy="3406311"/>
            <a:chOff x="2976146" y="1795408"/>
            <a:chExt cx="6239709" cy="3928801"/>
          </a:xfrm>
          <a:solidFill>
            <a:schemeClr val="bg1">
              <a:lumMod val="65000"/>
            </a:schemeClr>
          </a:solidFill>
        </p:grpSpPr>
        <p:sp>
          <p:nvSpPr>
            <p:cNvPr id="15" name="Freeform 53"/>
            <p:cNvSpPr>
              <a:spLocks noChangeAspect="1"/>
            </p:cNvSpPr>
            <p:nvPr/>
          </p:nvSpPr>
          <p:spPr bwMode="gray">
            <a:xfrm>
              <a:off x="8420785" y="5310376"/>
              <a:ext cx="63606" cy="75084"/>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 name="Freeform 54"/>
            <p:cNvSpPr>
              <a:spLocks noChangeAspect="1"/>
            </p:cNvSpPr>
            <p:nvPr/>
          </p:nvSpPr>
          <p:spPr bwMode="gray">
            <a:xfrm>
              <a:off x="7869006" y="4666052"/>
              <a:ext cx="706022" cy="60590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accent6"/>
            </a:solidFill>
            <a:ln w="6350" cap="flat" cmpd="sng">
              <a:solidFill>
                <a:schemeClr val="bg1"/>
              </a:solidFill>
              <a:prstDash val="solid"/>
              <a:round/>
              <a:headEnd type="none" w="med" len="med"/>
              <a:tailEnd type="none" w="med" len="med"/>
            </a:ln>
            <a:effectLst/>
          </p:spPr>
          <p:txBody>
            <a:bodyPr/>
            <a:lstStyle/>
            <a:p>
              <a:endParaRPr lang="en-US" dirty="0"/>
            </a:p>
          </p:txBody>
        </p:sp>
        <p:sp>
          <p:nvSpPr>
            <p:cNvPr id="17" name="Freeform 55"/>
            <p:cNvSpPr>
              <a:spLocks noChangeAspect="1"/>
            </p:cNvSpPr>
            <p:nvPr/>
          </p:nvSpPr>
          <p:spPr bwMode="gray">
            <a:xfrm>
              <a:off x="8799238" y="5308629"/>
              <a:ext cx="135162" cy="160644"/>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 name="Freeform 56"/>
            <p:cNvSpPr>
              <a:spLocks noChangeAspect="1"/>
            </p:cNvSpPr>
            <p:nvPr/>
          </p:nvSpPr>
          <p:spPr bwMode="gray">
            <a:xfrm>
              <a:off x="8907368" y="5160208"/>
              <a:ext cx="100179" cy="172868"/>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57"/>
            <p:cNvSpPr>
              <a:spLocks noChangeAspect="1"/>
            </p:cNvSpPr>
            <p:nvPr/>
          </p:nvSpPr>
          <p:spPr bwMode="gray">
            <a:xfrm>
              <a:off x="8754714" y="4854634"/>
              <a:ext cx="50884" cy="45399"/>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58"/>
            <p:cNvSpPr>
              <a:spLocks noChangeAspect="1"/>
            </p:cNvSpPr>
            <p:nvPr/>
          </p:nvSpPr>
          <p:spPr bwMode="gray">
            <a:xfrm>
              <a:off x="7104149" y="3545034"/>
              <a:ext cx="192407" cy="10127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59"/>
            <p:cNvSpPr>
              <a:spLocks noChangeAspect="1"/>
            </p:cNvSpPr>
            <p:nvPr/>
          </p:nvSpPr>
          <p:spPr bwMode="gray">
            <a:xfrm>
              <a:off x="7072346" y="3600910"/>
              <a:ext cx="131982" cy="108260"/>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60"/>
            <p:cNvSpPr>
              <a:spLocks noChangeAspect="1"/>
            </p:cNvSpPr>
            <p:nvPr/>
          </p:nvSpPr>
          <p:spPr bwMode="gray">
            <a:xfrm>
              <a:off x="7134361" y="3623611"/>
              <a:ext cx="4771" cy="698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61"/>
            <p:cNvSpPr>
              <a:spLocks noChangeAspect="1"/>
            </p:cNvSpPr>
            <p:nvPr/>
          </p:nvSpPr>
          <p:spPr bwMode="gray">
            <a:xfrm>
              <a:off x="7145493" y="3627103"/>
              <a:ext cx="4771" cy="3492"/>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62"/>
            <p:cNvSpPr>
              <a:spLocks noChangeAspect="1"/>
            </p:cNvSpPr>
            <p:nvPr/>
          </p:nvSpPr>
          <p:spPr bwMode="gray">
            <a:xfrm>
              <a:off x="7126411" y="3630595"/>
              <a:ext cx="3180" cy="3492"/>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 name="Freeform 63"/>
            <p:cNvSpPr>
              <a:spLocks noChangeAspect="1"/>
            </p:cNvSpPr>
            <p:nvPr/>
          </p:nvSpPr>
          <p:spPr bwMode="gray">
            <a:xfrm>
              <a:off x="6951496" y="3665518"/>
              <a:ext cx="251242" cy="209536"/>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 name="Freeform 64"/>
            <p:cNvSpPr>
              <a:spLocks noChangeAspect="1"/>
            </p:cNvSpPr>
            <p:nvPr/>
          </p:nvSpPr>
          <p:spPr bwMode="gray">
            <a:xfrm>
              <a:off x="7558929" y="4353495"/>
              <a:ext cx="189227" cy="220013"/>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 name="Freeform 65"/>
            <p:cNvSpPr>
              <a:spLocks noChangeAspect="1"/>
            </p:cNvSpPr>
            <p:nvPr/>
          </p:nvSpPr>
          <p:spPr bwMode="gray">
            <a:xfrm>
              <a:off x="7733844" y="4573507"/>
              <a:ext cx="160605" cy="55876"/>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66"/>
            <p:cNvSpPr>
              <a:spLocks noChangeAspect="1"/>
            </p:cNvSpPr>
            <p:nvPr/>
          </p:nvSpPr>
          <p:spPr bwMode="gray">
            <a:xfrm>
              <a:off x="7797450" y="4377940"/>
              <a:ext cx="173326" cy="162391"/>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67"/>
            <p:cNvSpPr>
              <a:spLocks noChangeAspect="1"/>
            </p:cNvSpPr>
            <p:nvPr/>
          </p:nvSpPr>
          <p:spPr bwMode="gray">
            <a:xfrm>
              <a:off x="8485980" y="4540330"/>
              <a:ext cx="69966" cy="41907"/>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68"/>
            <p:cNvSpPr>
              <a:spLocks noChangeAspect="1"/>
            </p:cNvSpPr>
            <p:nvPr/>
          </p:nvSpPr>
          <p:spPr bwMode="gray">
            <a:xfrm>
              <a:off x="8357179" y="4510647"/>
              <a:ext cx="173326" cy="155406"/>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 name="Group 69"/>
            <p:cNvGrpSpPr>
              <a:grpSpLocks noChangeAspect="1"/>
            </p:cNvGrpSpPr>
            <p:nvPr/>
          </p:nvGrpSpPr>
          <p:grpSpPr bwMode="gray">
            <a:xfrm>
              <a:off x="7942152" y="4100305"/>
              <a:ext cx="162194" cy="254936"/>
              <a:chOff x="3802" y="2280"/>
              <a:chExt cx="102" cy="146"/>
            </a:xfrm>
            <a:grpFill/>
          </p:grpSpPr>
          <p:sp>
            <p:nvSpPr>
              <p:cNvPr id="35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 name="Freeform 81"/>
            <p:cNvSpPr>
              <a:spLocks noChangeAspect="1"/>
            </p:cNvSpPr>
            <p:nvPr/>
          </p:nvSpPr>
          <p:spPr bwMode="gray">
            <a:xfrm>
              <a:off x="7884907" y="4363971"/>
              <a:ext cx="23853" cy="20954"/>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82"/>
            <p:cNvSpPr>
              <a:spLocks noChangeAspect="1"/>
            </p:cNvSpPr>
            <p:nvPr/>
          </p:nvSpPr>
          <p:spPr bwMode="gray">
            <a:xfrm>
              <a:off x="7921481" y="4522869"/>
              <a:ext cx="4771" cy="15716"/>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 name="Freeform 83"/>
            <p:cNvSpPr>
              <a:spLocks noChangeAspect="1"/>
            </p:cNvSpPr>
            <p:nvPr/>
          </p:nvSpPr>
          <p:spPr bwMode="gray">
            <a:xfrm>
              <a:off x="8072544" y="4620652"/>
              <a:ext cx="42934" cy="20954"/>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 name="Freeform 84"/>
            <p:cNvSpPr>
              <a:spLocks noChangeAspect="1"/>
            </p:cNvSpPr>
            <p:nvPr/>
          </p:nvSpPr>
          <p:spPr bwMode="gray">
            <a:xfrm>
              <a:off x="8051872" y="4634622"/>
              <a:ext cx="27033" cy="24446"/>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85"/>
            <p:cNvSpPr>
              <a:spLocks noChangeAspect="1"/>
            </p:cNvSpPr>
            <p:nvPr/>
          </p:nvSpPr>
          <p:spPr bwMode="gray">
            <a:xfrm>
              <a:off x="8128199" y="4514139"/>
              <a:ext cx="50884" cy="20954"/>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86"/>
            <p:cNvSpPr>
              <a:spLocks noChangeAspect="1"/>
            </p:cNvSpPr>
            <p:nvPr/>
          </p:nvSpPr>
          <p:spPr bwMode="gray">
            <a:xfrm>
              <a:off x="7970775" y="4428578"/>
              <a:ext cx="109720" cy="141437"/>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87"/>
            <p:cNvSpPr>
              <a:spLocks noChangeAspect="1"/>
            </p:cNvSpPr>
            <p:nvPr/>
          </p:nvSpPr>
          <p:spPr bwMode="gray">
            <a:xfrm>
              <a:off x="8118658" y="4418101"/>
              <a:ext cx="25442" cy="59369"/>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88"/>
            <p:cNvSpPr>
              <a:spLocks noChangeAspect="1"/>
            </p:cNvSpPr>
            <p:nvPr/>
          </p:nvSpPr>
          <p:spPr bwMode="gray">
            <a:xfrm>
              <a:off x="8180673" y="4468739"/>
              <a:ext cx="181276" cy="167629"/>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89"/>
            <p:cNvSpPr>
              <a:spLocks noChangeAspect="1"/>
            </p:cNvSpPr>
            <p:nvPr/>
          </p:nvSpPr>
          <p:spPr bwMode="gray">
            <a:xfrm>
              <a:off x="8528915" y="4510647"/>
              <a:ext cx="41344" cy="41907"/>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90"/>
            <p:cNvSpPr>
              <a:spLocks noChangeAspect="1"/>
            </p:cNvSpPr>
            <p:nvPr/>
          </p:nvSpPr>
          <p:spPr bwMode="gray">
            <a:xfrm>
              <a:off x="7678189" y="4007760"/>
              <a:ext cx="125622" cy="28985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91"/>
            <p:cNvSpPr>
              <a:spLocks noChangeAspect="1"/>
            </p:cNvSpPr>
            <p:nvPr/>
          </p:nvSpPr>
          <p:spPr bwMode="gray">
            <a:xfrm>
              <a:off x="7808581" y="4329049"/>
              <a:ext cx="168555" cy="11524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92"/>
            <p:cNvSpPr>
              <a:spLocks noChangeAspect="1"/>
            </p:cNvSpPr>
            <p:nvPr/>
          </p:nvSpPr>
          <p:spPr bwMode="gray">
            <a:xfrm>
              <a:off x="7644797" y="4332541"/>
              <a:ext cx="71557" cy="10302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93"/>
            <p:cNvSpPr>
              <a:spLocks noChangeAspect="1"/>
            </p:cNvSpPr>
            <p:nvPr/>
          </p:nvSpPr>
          <p:spPr bwMode="gray">
            <a:xfrm>
              <a:off x="7600273" y="4058397"/>
              <a:ext cx="136752" cy="2950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94"/>
            <p:cNvSpPr>
              <a:spLocks noChangeAspect="1"/>
            </p:cNvSpPr>
            <p:nvPr/>
          </p:nvSpPr>
          <p:spPr bwMode="gray">
            <a:xfrm>
              <a:off x="7506454" y="3899500"/>
              <a:ext cx="154244" cy="366688"/>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95"/>
            <p:cNvSpPr>
              <a:spLocks noChangeAspect="1"/>
            </p:cNvSpPr>
            <p:nvPr/>
          </p:nvSpPr>
          <p:spPr bwMode="gray">
            <a:xfrm>
              <a:off x="7681369" y="4178881"/>
              <a:ext cx="92228" cy="82069"/>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96"/>
            <p:cNvSpPr>
              <a:spLocks noChangeAspect="1"/>
            </p:cNvSpPr>
            <p:nvPr/>
          </p:nvSpPr>
          <p:spPr bwMode="gray">
            <a:xfrm>
              <a:off x="7644797" y="4021729"/>
              <a:ext cx="125622" cy="171121"/>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8" name="Group 97"/>
            <p:cNvGrpSpPr>
              <a:grpSpLocks noChangeAspect="1"/>
            </p:cNvGrpSpPr>
            <p:nvPr/>
          </p:nvGrpSpPr>
          <p:grpSpPr bwMode="gray">
            <a:xfrm>
              <a:off x="6957856" y="3702186"/>
              <a:ext cx="637647" cy="646069"/>
              <a:chOff x="3183" y="2052"/>
              <a:chExt cx="401" cy="370"/>
            </a:xfrm>
            <a:grpFill/>
          </p:grpSpPr>
          <p:sp>
            <p:nvSpPr>
              <p:cNvPr id="35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9" name="Freeform 105"/>
            <p:cNvSpPr>
              <a:spLocks noChangeAspect="1"/>
            </p:cNvSpPr>
            <p:nvPr/>
          </p:nvSpPr>
          <p:spPr bwMode="gray">
            <a:xfrm>
              <a:off x="7991447" y="3964106"/>
              <a:ext cx="30213" cy="69845"/>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0" name="Group 106"/>
            <p:cNvGrpSpPr>
              <a:grpSpLocks noChangeAspect="1"/>
            </p:cNvGrpSpPr>
            <p:nvPr/>
          </p:nvGrpSpPr>
          <p:grpSpPr bwMode="gray">
            <a:xfrm>
              <a:off x="8158411" y="3487412"/>
              <a:ext cx="283045" cy="352719"/>
              <a:chOff x="3938" y="1929"/>
              <a:chExt cx="178" cy="202"/>
            </a:xfrm>
            <a:grpFill/>
          </p:grpSpPr>
          <p:sp>
            <p:nvSpPr>
              <p:cNvPr id="34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1" name="Freeform 111"/>
            <p:cNvSpPr>
              <a:spLocks noChangeAspect="1"/>
            </p:cNvSpPr>
            <p:nvPr/>
          </p:nvSpPr>
          <p:spPr bwMode="gray">
            <a:xfrm>
              <a:off x="8096396" y="3665518"/>
              <a:ext cx="60425" cy="9953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2" name="Freeform 112"/>
            <p:cNvSpPr>
              <a:spLocks noChangeAspect="1"/>
            </p:cNvSpPr>
            <p:nvPr/>
          </p:nvSpPr>
          <p:spPr bwMode="gray">
            <a:xfrm>
              <a:off x="7428538" y="3291845"/>
              <a:ext cx="551779" cy="29684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solidFill>
              <a:schemeClr val="accent6"/>
            </a:solid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113"/>
            <p:cNvSpPr>
              <a:spLocks noChangeAspect="1"/>
            </p:cNvSpPr>
            <p:nvPr/>
          </p:nvSpPr>
          <p:spPr bwMode="gray">
            <a:xfrm>
              <a:off x="7791090" y="4068874"/>
              <a:ext cx="41344" cy="40162"/>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114"/>
            <p:cNvSpPr>
              <a:spLocks noChangeAspect="1"/>
            </p:cNvSpPr>
            <p:nvPr/>
          </p:nvSpPr>
          <p:spPr bwMode="gray">
            <a:xfrm>
              <a:off x="7180476" y="3251684"/>
              <a:ext cx="1068574" cy="815445"/>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15"/>
            <p:cNvSpPr>
              <a:spLocks noChangeAspect="1"/>
            </p:cNvSpPr>
            <p:nvPr/>
          </p:nvSpPr>
          <p:spPr bwMode="gray">
            <a:xfrm>
              <a:off x="8066183" y="3553765"/>
              <a:ext cx="109720" cy="132706"/>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6" name="Group 116"/>
            <p:cNvGrpSpPr>
              <a:grpSpLocks noChangeAspect="1"/>
            </p:cNvGrpSpPr>
            <p:nvPr/>
          </p:nvGrpSpPr>
          <p:grpSpPr bwMode="gray">
            <a:xfrm>
              <a:off x="6237522" y="1795409"/>
              <a:ext cx="2978333" cy="1802010"/>
              <a:chOff x="2730" y="960"/>
              <a:chExt cx="1873" cy="1032"/>
            </a:xfrm>
            <a:grpFill/>
          </p:grpSpPr>
          <p:grpSp>
            <p:nvGrpSpPr>
              <p:cNvPr id="331" name="Group 117"/>
              <p:cNvGrpSpPr>
                <a:grpSpLocks noChangeAspect="1"/>
              </p:cNvGrpSpPr>
              <p:nvPr/>
            </p:nvGrpSpPr>
            <p:grpSpPr bwMode="gray">
              <a:xfrm>
                <a:off x="3044" y="960"/>
                <a:ext cx="1473" cy="481"/>
                <a:chOff x="3044" y="960"/>
                <a:chExt cx="1473" cy="481"/>
              </a:xfrm>
              <a:grpFill/>
            </p:grpSpPr>
            <p:sp>
              <p:nvSpPr>
                <p:cNvPr id="33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57" name="Group 135"/>
            <p:cNvGrpSpPr>
              <a:grpSpLocks noChangeAspect="1"/>
            </p:cNvGrpSpPr>
            <p:nvPr/>
          </p:nvGrpSpPr>
          <p:grpSpPr bwMode="gray">
            <a:xfrm>
              <a:off x="6352012" y="3574719"/>
              <a:ext cx="648777" cy="644324"/>
              <a:chOff x="2802" y="1979"/>
              <a:chExt cx="408" cy="369"/>
            </a:xfrm>
            <a:grpFill/>
          </p:grpSpPr>
          <p:sp>
            <p:nvSpPr>
              <p:cNvPr id="30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3" name="Group 137"/>
              <p:cNvGrpSpPr>
                <a:grpSpLocks noChangeAspect="1"/>
              </p:cNvGrpSpPr>
              <p:nvPr/>
            </p:nvGrpSpPr>
            <p:grpSpPr bwMode="gray">
              <a:xfrm>
                <a:off x="2889" y="2101"/>
                <a:ext cx="17" cy="51"/>
                <a:chOff x="2889" y="2101"/>
                <a:chExt cx="17" cy="51"/>
              </a:xfrm>
              <a:grpFill/>
            </p:grpSpPr>
            <p:sp>
              <p:nvSpPr>
                <p:cNvPr id="32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5" name="Group 142"/>
              <p:cNvGrpSpPr>
                <a:grpSpLocks noChangeAspect="1"/>
              </p:cNvGrpSpPr>
              <p:nvPr/>
            </p:nvGrpSpPr>
            <p:grpSpPr bwMode="gray">
              <a:xfrm>
                <a:off x="2896" y="2116"/>
                <a:ext cx="231" cy="189"/>
                <a:chOff x="2896" y="2116"/>
                <a:chExt cx="231" cy="189"/>
              </a:xfrm>
              <a:grpFill/>
            </p:grpSpPr>
            <p:sp>
              <p:nvSpPr>
                <p:cNvPr id="32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06" name="Group 145"/>
              <p:cNvGrpSpPr>
                <a:grpSpLocks noChangeAspect="1"/>
              </p:cNvGrpSpPr>
              <p:nvPr/>
            </p:nvGrpSpPr>
            <p:grpSpPr bwMode="gray">
              <a:xfrm>
                <a:off x="2984" y="2276"/>
                <a:ext cx="114" cy="72"/>
                <a:chOff x="2984" y="2276"/>
                <a:chExt cx="114" cy="72"/>
              </a:xfrm>
              <a:grpFill/>
            </p:grpSpPr>
            <p:sp>
              <p:nvSpPr>
                <p:cNvPr id="32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8" name="Group 149"/>
              <p:cNvGrpSpPr>
                <a:grpSpLocks noChangeAspect="1"/>
              </p:cNvGrpSpPr>
              <p:nvPr/>
            </p:nvGrpSpPr>
            <p:grpSpPr bwMode="gray">
              <a:xfrm>
                <a:off x="3086" y="2189"/>
                <a:ext cx="85" cy="114"/>
                <a:chOff x="3086" y="2189"/>
                <a:chExt cx="85" cy="114"/>
              </a:xfrm>
              <a:grpFill/>
            </p:grpSpPr>
            <p:sp>
              <p:nvSpPr>
                <p:cNvPr id="32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0" name="Group 153"/>
              <p:cNvGrpSpPr>
                <a:grpSpLocks noChangeAspect="1"/>
              </p:cNvGrpSpPr>
              <p:nvPr/>
            </p:nvGrpSpPr>
            <p:grpSpPr bwMode="gray">
              <a:xfrm>
                <a:off x="3000" y="2012"/>
                <a:ext cx="210" cy="192"/>
                <a:chOff x="3000" y="2012"/>
                <a:chExt cx="210" cy="192"/>
              </a:xfrm>
              <a:grpFill/>
            </p:grpSpPr>
            <p:sp>
              <p:nvSpPr>
                <p:cNvPr id="32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4" name="Group 159"/>
              <p:cNvGrpSpPr>
                <a:grpSpLocks noChangeAspect="1"/>
              </p:cNvGrpSpPr>
              <p:nvPr/>
            </p:nvGrpSpPr>
            <p:grpSpPr bwMode="gray">
              <a:xfrm>
                <a:off x="2802" y="1979"/>
                <a:ext cx="205" cy="88"/>
                <a:chOff x="2802" y="1979"/>
                <a:chExt cx="205" cy="88"/>
              </a:xfrm>
              <a:grpFill/>
            </p:grpSpPr>
            <p:sp>
              <p:nvSpPr>
                <p:cNvPr id="31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8" name="Freeform 165"/>
            <p:cNvSpPr>
              <a:spLocks noChangeAspect="1"/>
            </p:cNvSpPr>
            <p:nvPr/>
          </p:nvSpPr>
          <p:spPr bwMode="gray">
            <a:xfrm>
              <a:off x="6654139" y="3593926"/>
              <a:ext cx="54065" cy="61115"/>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166"/>
            <p:cNvSpPr>
              <a:spLocks noChangeAspect="1"/>
            </p:cNvSpPr>
            <p:nvPr/>
          </p:nvSpPr>
          <p:spPr bwMode="gray">
            <a:xfrm>
              <a:off x="6708204" y="3185330"/>
              <a:ext cx="709202" cy="415580"/>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 name="Freeform 167"/>
            <p:cNvSpPr>
              <a:spLocks noChangeAspect="1"/>
            </p:cNvSpPr>
            <p:nvPr/>
          </p:nvSpPr>
          <p:spPr bwMode="gray">
            <a:xfrm>
              <a:off x="6592124" y="3536304"/>
              <a:ext cx="117670" cy="62861"/>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168"/>
            <p:cNvSpPr>
              <a:spLocks noChangeAspect="1"/>
            </p:cNvSpPr>
            <p:nvPr/>
          </p:nvSpPr>
          <p:spPr bwMode="gray">
            <a:xfrm>
              <a:off x="6873578" y="3482173"/>
              <a:ext cx="298946" cy="213028"/>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169"/>
            <p:cNvSpPr>
              <a:spLocks noChangeAspect="1"/>
            </p:cNvSpPr>
            <p:nvPr/>
          </p:nvSpPr>
          <p:spPr bwMode="gray">
            <a:xfrm>
              <a:off x="6811563" y="3555511"/>
              <a:ext cx="248062" cy="18858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3" name="Group 170"/>
            <p:cNvGrpSpPr>
              <a:grpSpLocks noChangeAspect="1"/>
            </p:cNvGrpSpPr>
            <p:nvPr/>
          </p:nvGrpSpPr>
          <p:grpSpPr bwMode="gray">
            <a:xfrm>
              <a:off x="6677991" y="3579957"/>
              <a:ext cx="96999" cy="85561"/>
              <a:chOff x="3007" y="1982"/>
              <a:chExt cx="61" cy="49"/>
            </a:xfrm>
            <a:grpFill/>
          </p:grpSpPr>
          <p:sp>
            <p:nvSpPr>
              <p:cNvPr id="30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4" name="Freeform 173"/>
            <p:cNvSpPr>
              <a:spLocks noChangeAspect="1"/>
            </p:cNvSpPr>
            <p:nvPr/>
          </p:nvSpPr>
          <p:spPr bwMode="gray">
            <a:xfrm>
              <a:off x="5469486" y="2743559"/>
              <a:ext cx="190817" cy="143183"/>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5" name="Group 222"/>
            <p:cNvGrpSpPr>
              <a:grpSpLocks noChangeAspect="1"/>
            </p:cNvGrpSpPr>
            <p:nvPr/>
          </p:nvGrpSpPr>
          <p:grpSpPr bwMode="gray">
            <a:xfrm>
              <a:off x="6083280" y="1795408"/>
              <a:ext cx="287816" cy="326528"/>
              <a:chOff x="3202" y="1036"/>
              <a:chExt cx="181" cy="187"/>
            </a:xfrm>
            <a:grpFill/>
          </p:grpSpPr>
          <p:sp>
            <p:nvSpPr>
              <p:cNvPr id="29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6" name="Freeform 229"/>
            <p:cNvSpPr>
              <a:spLocks noChangeAspect="1"/>
            </p:cNvSpPr>
            <p:nvPr/>
          </p:nvSpPr>
          <p:spPr bwMode="gray">
            <a:xfrm>
              <a:off x="5129196" y="3024686"/>
              <a:ext cx="6361" cy="698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230"/>
            <p:cNvSpPr>
              <a:spLocks noChangeAspect="1"/>
            </p:cNvSpPr>
            <p:nvPr/>
          </p:nvSpPr>
          <p:spPr bwMode="gray">
            <a:xfrm>
              <a:off x="5467895" y="2390840"/>
              <a:ext cx="46115" cy="48892"/>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 name="Freeform 231"/>
            <p:cNvSpPr>
              <a:spLocks noChangeAspect="1"/>
            </p:cNvSpPr>
            <p:nvPr/>
          </p:nvSpPr>
          <p:spPr bwMode="gray">
            <a:xfrm>
              <a:off x="5407470" y="2504338"/>
              <a:ext cx="46115" cy="34923"/>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 name="Freeform 232"/>
            <p:cNvSpPr>
              <a:spLocks noChangeAspect="1"/>
            </p:cNvSpPr>
            <p:nvPr/>
          </p:nvSpPr>
          <p:spPr bwMode="gray">
            <a:xfrm>
              <a:off x="5130786" y="3019448"/>
              <a:ext cx="14312" cy="523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33"/>
            <p:cNvSpPr>
              <a:spLocks noChangeAspect="1"/>
            </p:cNvSpPr>
            <p:nvPr/>
          </p:nvSpPr>
          <p:spPr bwMode="gray">
            <a:xfrm>
              <a:off x="4625121" y="1795408"/>
              <a:ext cx="965216" cy="122578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34"/>
            <p:cNvSpPr>
              <a:spLocks noChangeAspect="1"/>
            </p:cNvSpPr>
            <p:nvPr/>
          </p:nvSpPr>
          <p:spPr bwMode="gray">
            <a:xfrm>
              <a:off x="4939969" y="2546246"/>
              <a:ext cx="52475" cy="57623"/>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35"/>
            <p:cNvSpPr>
              <a:spLocks noChangeAspect="1"/>
            </p:cNvSpPr>
            <p:nvPr/>
          </p:nvSpPr>
          <p:spPr bwMode="gray">
            <a:xfrm>
              <a:off x="4695087" y="2050344"/>
              <a:ext cx="52475" cy="20954"/>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73" name="Group 236"/>
            <p:cNvGrpSpPr>
              <a:grpSpLocks noChangeAspect="1"/>
            </p:cNvGrpSpPr>
            <p:nvPr/>
          </p:nvGrpSpPr>
          <p:grpSpPr bwMode="gray">
            <a:xfrm>
              <a:off x="4478828" y="4222534"/>
              <a:ext cx="809382" cy="1501675"/>
              <a:chOff x="1624" y="2350"/>
              <a:chExt cx="509" cy="860"/>
            </a:xfrm>
            <a:grpFill/>
          </p:grpSpPr>
          <p:sp>
            <p:nvSpPr>
              <p:cNvPr id="26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4" name="Freeform 262"/>
            <p:cNvSpPr>
              <a:spLocks noChangeAspect="1"/>
            </p:cNvSpPr>
            <p:nvPr/>
          </p:nvSpPr>
          <p:spPr bwMode="gray">
            <a:xfrm>
              <a:off x="4369109" y="4171897"/>
              <a:ext cx="74737" cy="82069"/>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63"/>
            <p:cNvSpPr>
              <a:spLocks noChangeAspect="1"/>
            </p:cNvSpPr>
            <p:nvPr/>
          </p:nvSpPr>
          <p:spPr bwMode="gray">
            <a:xfrm>
              <a:off x="4448616" y="4276665"/>
              <a:ext cx="101769" cy="471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6" name="Freeform 264"/>
            <p:cNvSpPr>
              <a:spLocks noChangeAspect="1"/>
            </p:cNvSpPr>
            <p:nvPr/>
          </p:nvSpPr>
          <p:spPr bwMode="gray">
            <a:xfrm>
              <a:off x="4288012" y="4116020"/>
              <a:ext cx="68377" cy="82069"/>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7" name="Freeform 265"/>
            <p:cNvSpPr>
              <a:spLocks noChangeAspect="1"/>
            </p:cNvSpPr>
            <p:nvPr/>
          </p:nvSpPr>
          <p:spPr bwMode="gray">
            <a:xfrm>
              <a:off x="4340487" y="4103797"/>
              <a:ext cx="19082" cy="506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8" name="Freeform 266"/>
            <p:cNvSpPr>
              <a:spLocks noChangeAspect="1"/>
            </p:cNvSpPr>
            <p:nvPr/>
          </p:nvSpPr>
          <p:spPr bwMode="gray">
            <a:xfrm>
              <a:off x="4326175" y="4184119"/>
              <a:ext cx="39754" cy="24446"/>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267"/>
            <p:cNvSpPr>
              <a:spLocks noChangeAspect="1"/>
            </p:cNvSpPr>
            <p:nvPr/>
          </p:nvSpPr>
          <p:spPr bwMode="gray">
            <a:xfrm>
              <a:off x="4399321" y="4246980"/>
              <a:ext cx="57245" cy="55876"/>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268"/>
            <p:cNvSpPr>
              <a:spLocks noChangeAspect="1"/>
            </p:cNvSpPr>
            <p:nvPr/>
          </p:nvSpPr>
          <p:spPr bwMode="gray">
            <a:xfrm>
              <a:off x="4337306" y="4152689"/>
              <a:ext cx="106540" cy="59369"/>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269"/>
            <p:cNvSpPr>
              <a:spLocks noChangeAspect="1"/>
            </p:cNvSpPr>
            <p:nvPr/>
          </p:nvSpPr>
          <p:spPr bwMode="gray">
            <a:xfrm>
              <a:off x="3855493" y="3803462"/>
              <a:ext cx="526337" cy="377165"/>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82" name="Group 270"/>
            <p:cNvGrpSpPr>
              <a:grpSpLocks noChangeAspect="1"/>
            </p:cNvGrpSpPr>
            <p:nvPr/>
          </p:nvGrpSpPr>
          <p:grpSpPr bwMode="gray">
            <a:xfrm>
              <a:off x="2976146" y="2486877"/>
              <a:ext cx="1757105" cy="1480721"/>
              <a:chOff x="679" y="1356"/>
              <a:chExt cx="1105" cy="848"/>
            </a:xfrm>
            <a:grpFill/>
          </p:grpSpPr>
          <p:grpSp>
            <p:nvGrpSpPr>
              <p:cNvPr id="257" name="Group 271"/>
              <p:cNvGrpSpPr>
                <a:grpSpLocks noChangeAspect="1"/>
              </p:cNvGrpSpPr>
              <p:nvPr/>
            </p:nvGrpSpPr>
            <p:grpSpPr bwMode="gray">
              <a:xfrm>
                <a:off x="679" y="1356"/>
                <a:ext cx="411" cy="413"/>
                <a:chOff x="679" y="1356"/>
                <a:chExt cx="411" cy="413"/>
              </a:xfrm>
              <a:grpFill/>
            </p:grpSpPr>
            <p:sp>
              <p:nvSpPr>
                <p:cNvPr id="26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275"/>
                <p:cNvSpPr>
                  <a:spLocks noChangeAspect="1"/>
                </p:cNvSpPr>
                <p:nvPr/>
              </p:nvSpPr>
              <p:spPr bwMode="gray">
                <a:xfrm>
                  <a:off x="679"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58" name="Group 277"/>
              <p:cNvGrpSpPr>
                <a:grpSpLocks noChangeAspect="1"/>
              </p:cNvGrpSpPr>
              <p:nvPr/>
            </p:nvGrpSpPr>
            <p:grpSpPr bwMode="gray">
              <a:xfrm>
                <a:off x="1149" y="1865"/>
                <a:ext cx="635" cy="339"/>
                <a:chOff x="1149" y="1865"/>
                <a:chExt cx="635" cy="339"/>
              </a:xfrm>
              <a:grpFill/>
            </p:grpSpPr>
            <p:sp>
              <p:nvSpPr>
                <p:cNvPr id="25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83" name="Group 283"/>
            <p:cNvGrpSpPr>
              <a:grpSpLocks noChangeAspect="1"/>
            </p:cNvGrpSpPr>
            <p:nvPr/>
          </p:nvGrpSpPr>
          <p:grpSpPr bwMode="gray">
            <a:xfrm>
              <a:off x="3437287" y="1795408"/>
              <a:ext cx="1540846" cy="1784549"/>
              <a:chOff x="969" y="960"/>
              <a:chExt cx="969" cy="1022"/>
            </a:xfrm>
            <a:grpFill/>
          </p:grpSpPr>
          <p:sp>
            <p:nvSpPr>
              <p:cNvPr id="22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solidFill>
                <a:schemeClr val="accent6"/>
              </a:solidFill>
              <a:ln w="6350" cap="flat" cmpd="sng">
                <a:noFill/>
                <a:prstDash val="solid"/>
                <a:round/>
                <a:headEnd type="none" w="med" len="med"/>
                <a:tailEnd type="none" w="med" len="med"/>
              </a:ln>
              <a:effectLst/>
            </p:spPr>
            <p:txBody>
              <a:bodyPr/>
              <a:lstStyle/>
              <a:p>
                <a:endParaRPr lang="en-US" dirty="0"/>
              </a:p>
            </p:txBody>
          </p:sp>
          <p:sp>
            <p:nvSpPr>
              <p:cNvPr id="24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4" name="Freeform 313"/>
            <p:cNvSpPr>
              <a:spLocks noChangeAspect="1"/>
            </p:cNvSpPr>
            <p:nvPr/>
          </p:nvSpPr>
          <p:spPr bwMode="gray">
            <a:xfrm rot="21085610">
              <a:off x="4534484" y="3904738"/>
              <a:ext cx="12721" cy="698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5" name="Freeform 314"/>
            <p:cNvSpPr>
              <a:spLocks noChangeAspect="1"/>
            </p:cNvSpPr>
            <p:nvPr/>
          </p:nvSpPr>
          <p:spPr bwMode="gray">
            <a:xfrm rot="21085610">
              <a:off x="4555155" y="3906484"/>
              <a:ext cx="1591" cy="17461"/>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6" name="Freeform 315"/>
            <p:cNvSpPr>
              <a:spLocks noChangeAspect="1"/>
            </p:cNvSpPr>
            <p:nvPr/>
          </p:nvSpPr>
          <p:spPr bwMode="gray">
            <a:xfrm rot="21085610">
              <a:off x="4555155" y="3946645"/>
              <a:ext cx="3180" cy="174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316"/>
            <p:cNvSpPr>
              <a:spLocks noChangeAspect="1"/>
            </p:cNvSpPr>
            <p:nvPr/>
          </p:nvSpPr>
          <p:spPr bwMode="gray">
            <a:xfrm rot="21085610">
              <a:off x="4547205" y="3944899"/>
              <a:ext cx="6361" cy="20954"/>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17"/>
            <p:cNvSpPr>
              <a:spLocks noChangeAspect="1"/>
            </p:cNvSpPr>
            <p:nvPr/>
          </p:nvSpPr>
          <p:spPr bwMode="gray">
            <a:xfrm rot="21085610">
              <a:off x="4555155" y="3969345"/>
              <a:ext cx="1591" cy="10477"/>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18"/>
            <p:cNvSpPr>
              <a:spLocks noChangeAspect="1"/>
            </p:cNvSpPr>
            <p:nvPr/>
          </p:nvSpPr>
          <p:spPr bwMode="gray">
            <a:xfrm rot="21085610">
              <a:off x="4569467" y="3939660"/>
              <a:ext cx="1591" cy="13969"/>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19"/>
            <p:cNvSpPr>
              <a:spLocks noChangeAspect="1"/>
            </p:cNvSpPr>
            <p:nvPr/>
          </p:nvSpPr>
          <p:spPr bwMode="gray">
            <a:xfrm rot="21085610">
              <a:off x="4577417" y="3951884"/>
              <a:ext cx="4771" cy="15716"/>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20"/>
            <p:cNvSpPr>
              <a:spLocks noChangeAspect="1"/>
            </p:cNvSpPr>
            <p:nvPr/>
          </p:nvSpPr>
          <p:spPr bwMode="gray">
            <a:xfrm rot="21085610">
              <a:off x="4591729" y="3964106"/>
              <a:ext cx="3180" cy="3492"/>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21"/>
            <p:cNvSpPr>
              <a:spLocks noChangeAspect="1"/>
            </p:cNvSpPr>
            <p:nvPr/>
          </p:nvSpPr>
          <p:spPr bwMode="gray">
            <a:xfrm rot="21085610">
              <a:off x="4585368" y="3979822"/>
              <a:ext cx="4771" cy="17461"/>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22"/>
            <p:cNvSpPr>
              <a:spLocks noChangeAspect="1"/>
            </p:cNvSpPr>
            <p:nvPr/>
          </p:nvSpPr>
          <p:spPr bwMode="gray">
            <a:xfrm rot="21085610">
              <a:off x="4599679" y="3995537"/>
              <a:ext cx="4771" cy="15716"/>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3"/>
            <p:cNvSpPr>
              <a:spLocks noChangeAspect="1"/>
            </p:cNvSpPr>
            <p:nvPr/>
          </p:nvSpPr>
          <p:spPr bwMode="gray">
            <a:xfrm rot="21085610">
              <a:off x="4612400" y="4006013"/>
              <a:ext cx="4771" cy="174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24"/>
            <p:cNvSpPr>
              <a:spLocks noChangeAspect="1"/>
            </p:cNvSpPr>
            <p:nvPr/>
          </p:nvSpPr>
          <p:spPr bwMode="gray">
            <a:xfrm rot="21085610">
              <a:off x="4623532" y="4012998"/>
              <a:ext cx="9541" cy="698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25"/>
            <p:cNvSpPr>
              <a:spLocks noChangeAspect="1"/>
            </p:cNvSpPr>
            <p:nvPr/>
          </p:nvSpPr>
          <p:spPr bwMode="gray">
            <a:xfrm rot="21085610">
              <a:off x="4610810" y="4032206"/>
              <a:ext cx="6361" cy="10477"/>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26"/>
            <p:cNvSpPr>
              <a:spLocks noChangeAspect="1"/>
            </p:cNvSpPr>
            <p:nvPr/>
          </p:nvSpPr>
          <p:spPr bwMode="gray">
            <a:xfrm rot="21085610">
              <a:off x="4553565" y="3967598"/>
              <a:ext cx="3180" cy="523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27"/>
            <p:cNvSpPr>
              <a:spLocks noChangeAspect="1"/>
            </p:cNvSpPr>
            <p:nvPr/>
          </p:nvSpPr>
          <p:spPr bwMode="gray">
            <a:xfrm rot="21085610">
              <a:off x="4521763" y="3950137"/>
              <a:ext cx="1591" cy="698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28"/>
            <p:cNvSpPr>
              <a:spLocks noChangeAspect="1"/>
            </p:cNvSpPr>
            <p:nvPr/>
          </p:nvSpPr>
          <p:spPr bwMode="gray">
            <a:xfrm rot="21085610">
              <a:off x="4518582" y="3958868"/>
              <a:ext cx="3180" cy="349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29"/>
            <p:cNvSpPr>
              <a:spLocks noChangeAspect="1"/>
            </p:cNvSpPr>
            <p:nvPr/>
          </p:nvSpPr>
          <p:spPr bwMode="gray">
            <a:xfrm rot="21085610">
              <a:off x="4509041" y="3962361"/>
              <a:ext cx="6361" cy="698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30"/>
            <p:cNvSpPr>
              <a:spLocks noChangeAspect="1"/>
            </p:cNvSpPr>
            <p:nvPr/>
          </p:nvSpPr>
          <p:spPr bwMode="gray">
            <a:xfrm rot="20552049">
              <a:off x="4551975" y="4112528"/>
              <a:ext cx="23853" cy="19208"/>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2" name="Freeform 331"/>
            <p:cNvSpPr>
              <a:spLocks noChangeAspect="1"/>
            </p:cNvSpPr>
            <p:nvPr/>
          </p:nvSpPr>
          <p:spPr bwMode="gray">
            <a:xfrm rot="20552049">
              <a:off x="4617171" y="4049667"/>
              <a:ext cx="38163" cy="57623"/>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3" name="Freeform 332"/>
            <p:cNvSpPr>
              <a:spLocks noChangeAspect="1"/>
            </p:cNvSpPr>
            <p:nvPr/>
          </p:nvSpPr>
          <p:spPr bwMode="gray">
            <a:xfrm rot="20552049">
              <a:off x="4731661" y="4084590"/>
              <a:ext cx="1591" cy="174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4" name="Freeform 333"/>
            <p:cNvSpPr>
              <a:spLocks noChangeAspect="1"/>
            </p:cNvSpPr>
            <p:nvPr/>
          </p:nvSpPr>
          <p:spPr bwMode="gray">
            <a:xfrm rot="20552049">
              <a:off x="4753923" y="4131735"/>
              <a:ext cx="3180" cy="1222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34"/>
            <p:cNvSpPr>
              <a:spLocks noChangeAspect="1"/>
            </p:cNvSpPr>
            <p:nvPr/>
          </p:nvSpPr>
          <p:spPr bwMode="gray">
            <a:xfrm rot="20552049">
              <a:off x="4777775" y="4217296"/>
              <a:ext cx="3180" cy="523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35"/>
            <p:cNvSpPr>
              <a:spLocks noChangeAspect="1"/>
            </p:cNvSpPr>
            <p:nvPr/>
          </p:nvSpPr>
          <p:spPr bwMode="gray">
            <a:xfrm rot="20552049">
              <a:off x="4771414" y="4233011"/>
              <a:ext cx="9541" cy="17461"/>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36"/>
            <p:cNvSpPr>
              <a:spLocks noChangeAspect="1"/>
            </p:cNvSpPr>
            <p:nvPr/>
          </p:nvSpPr>
          <p:spPr bwMode="gray">
            <a:xfrm rot="20552049">
              <a:off x="4598089" y="4056652"/>
              <a:ext cx="1591" cy="349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08" name="Group 337"/>
            <p:cNvGrpSpPr>
              <a:grpSpLocks noChangeAspect="1"/>
            </p:cNvGrpSpPr>
            <p:nvPr/>
          </p:nvGrpSpPr>
          <p:grpSpPr bwMode="gray">
            <a:xfrm>
              <a:off x="4590138" y="4060144"/>
              <a:ext cx="28623" cy="48892"/>
              <a:chOff x="1694" y="2257"/>
              <a:chExt cx="18" cy="28"/>
            </a:xfrm>
            <a:grpFill/>
          </p:grpSpPr>
          <p:sp>
            <p:nvSpPr>
              <p:cNvPr id="22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9" name="Freeform 340"/>
            <p:cNvSpPr>
              <a:spLocks noChangeAspect="1"/>
            </p:cNvSpPr>
            <p:nvPr/>
          </p:nvSpPr>
          <p:spPr bwMode="gray">
            <a:xfrm rot="20552049">
              <a:off x="4668055" y="4070621"/>
              <a:ext cx="15901" cy="13969"/>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41"/>
            <p:cNvSpPr>
              <a:spLocks noChangeAspect="1"/>
            </p:cNvSpPr>
            <p:nvPr/>
          </p:nvSpPr>
          <p:spPr bwMode="gray">
            <a:xfrm rot="20552049">
              <a:off x="4765054" y="4171897"/>
              <a:ext cx="0" cy="523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42"/>
            <p:cNvSpPr>
              <a:spLocks noChangeAspect="1"/>
            </p:cNvSpPr>
            <p:nvPr/>
          </p:nvSpPr>
          <p:spPr bwMode="gray">
            <a:xfrm rot="20552049">
              <a:off x="4738022" y="4098559"/>
              <a:ext cx="4771" cy="1222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43"/>
            <p:cNvSpPr>
              <a:spLocks noChangeAspect="1"/>
            </p:cNvSpPr>
            <p:nvPr/>
          </p:nvSpPr>
          <p:spPr bwMode="gray">
            <a:xfrm rot="20552049">
              <a:off x="4691907" y="4067129"/>
              <a:ext cx="0" cy="174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44"/>
            <p:cNvSpPr>
              <a:spLocks noChangeAspect="1"/>
            </p:cNvSpPr>
            <p:nvPr/>
          </p:nvSpPr>
          <p:spPr bwMode="gray">
            <a:xfrm rot="20552049">
              <a:off x="4695087" y="4081098"/>
              <a:ext cx="1591" cy="349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45"/>
            <p:cNvSpPr>
              <a:spLocks noChangeAspect="1"/>
            </p:cNvSpPr>
            <p:nvPr/>
          </p:nvSpPr>
          <p:spPr bwMode="gray">
            <a:xfrm rot="20552049">
              <a:off x="4745972" y="4117766"/>
              <a:ext cx="3180" cy="8731"/>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46"/>
            <p:cNvSpPr>
              <a:spLocks noChangeAspect="1"/>
            </p:cNvSpPr>
            <p:nvPr/>
          </p:nvSpPr>
          <p:spPr bwMode="gray">
            <a:xfrm rot="20552049">
              <a:off x="4765054" y="4199835"/>
              <a:ext cx="1591" cy="523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47"/>
            <p:cNvSpPr>
              <a:spLocks noChangeAspect="1"/>
            </p:cNvSpPr>
            <p:nvPr/>
          </p:nvSpPr>
          <p:spPr bwMode="gray">
            <a:xfrm rot="20552049">
              <a:off x="4459747" y="4007760"/>
              <a:ext cx="117670" cy="85561"/>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48"/>
            <p:cNvSpPr>
              <a:spLocks noChangeAspect="1"/>
            </p:cNvSpPr>
            <p:nvPr/>
          </p:nvSpPr>
          <p:spPr bwMode="gray">
            <a:xfrm rot="20552049">
              <a:off x="4478828" y="4053160"/>
              <a:ext cx="4771" cy="10477"/>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49"/>
            <p:cNvSpPr>
              <a:spLocks noChangeAspect="1"/>
            </p:cNvSpPr>
            <p:nvPr/>
          </p:nvSpPr>
          <p:spPr bwMode="gray">
            <a:xfrm rot="20552049">
              <a:off x="4521763" y="4018237"/>
              <a:ext cx="11131" cy="15716"/>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50"/>
            <p:cNvSpPr>
              <a:spLocks noChangeAspect="1"/>
            </p:cNvSpPr>
            <p:nvPr/>
          </p:nvSpPr>
          <p:spPr bwMode="gray">
            <a:xfrm rot="20552049">
              <a:off x="4720530" y="4081098"/>
              <a:ext cx="0" cy="523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51"/>
            <p:cNvSpPr>
              <a:spLocks noChangeAspect="1"/>
            </p:cNvSpPr>
            <p:nvPr/>
          </p:nvSpPr>
          <p:spPr bwMode="gray">
            <a:xfrm rot="20552049">
              <a:off x="4761873" y="4154435"/>
              <a:ext cx="1591" cy="698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1" name="Group 362"/>
            <p:cNvGrpSpPr/>
            <p:nvPr/>
          </p:nvGrpSpPr>
          <p:grpSpPr bwMode="gray">
            <a:xfrm>
              <a:off x="5717548" y="2502593"/>
              <a:ext cx="880939" cy="1220548"/>
              <a:chOff x="4580731" y="1911697"/>
              <a:chExt cx="879476" cy="1109663"/>
            </a:xfrm>
            <a:grpFill/>
          </p:grpSpPr>
          <p:sp>
            <p:nvSpPr>
              <p:cNvPr id="17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0" name="Group 178"/>
              <p:cNvGrpSpPr>
                <a:grpSpLocks noChangeAspect="1"/>
              </p:cNvGrpSpPr>
              <p:nvPr/>
            </p:nvGrpSpPr>
            <p:grpSpPr bwMode="gray">
              <a:xfrm>
                <a:off x="4876006" y="2765772"/>
                <a:ext cx="204788" cy="242888"/>
                <a:chOff x="2589" y="1903"/>
                <a:chExt cx="129" cy="153"/>
              </a:xfrm>
              <a:grpFill/>
            </p:grpSpPr>
            <p:sp>
              <p:nvSpPr>
                <p:cNvPr id="22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8" name="Group 189"/>
              <p:cNvGrpSpPr>
                <a:grpSpLocks noChangeAspect="1"/>
              </p:cNvGrpSpPr>
              <p:nvPr/>
            </p:nvGrpSpPr>
            <p:grpSpPr bwMode="gray">
              <a:xfrm>
                <a:off x="4679156" y="2659410"/>
                <a:ext cx="247650" cy="244475"/>
                <a:chOff x="2465" y="1836"/>
                <a:chExt cx="156" cy="154"/>
              </a:xfrm>
              <a:grpFill/>
            </p:grpSpPr>
            <p:sp>
              <p:nvSpPr>
                <p:cNvPr id="22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89" name="Group 192"/>
              <p:cNvGrpSpPr>
                <a:grpSpLocks noChangeAspect="1"/>
              </p:cNvGrpSpPr>
              <p:nvPr/>
            </p:nvGrpSpPr>
            <p:grpSpPr bwMode="gray">
              <a:xfrm>
                <a:off x="4620419" y="2430810"/>
                <a:ext cx="171450" cy="258763"/>
                <a:chOff x="2428" y="1692"/>
                <a:chExt cx="108" cy="163"/>
              </a:xfrm>
              <a:grpFill/>
            </p:grpSpPr>
            <p:sp>
              <p:nvSpPr>
                <p:cNvPr id="21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4" name="Group 199"/>
              <p:cNvGrpSpPr>
                <a:grpSpLocks noChangeAspect="1"/>
              </p:cNvGrpSpPr>
              <p:nvPr/>
            </p:nvGrpSpPr>
            <p:grpSpPr bwMode="gray">
              <a:xfrm>
                <a:off x="5033169" y="2808635"/>
                <a:ext cx="68263" cy="68263"/>
                <a:chOff x="2688" y="1930"/>
                <a:chExt cx="43" cy="43"/>
              </a:xfrm>
              <a:grpFill/>
            </p:grpSpPr>
            <p:sp>
              <p:nvSpPr>
                <p:cNvPr id="21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4" name="Group 359"/>
              <p:cNvGrpSpPr/>
              <p:nvPr/>
            </p:nvGrpSpPr>
            <p:grpSpPr bwMode="gray">
              <a:xfrm>
                <a:off x="5080794" y="2788583"/>
                <a:ext cx="75600" cy="108000"/>
                <a:chOff x="4160739" y="2986112"/>
                <a:chExt cx="187325" cy="233362"/>
              </a:xfrm>
              <a:grpFill/>
            </p:grpSpPr>
            <p:sp>
              <p:nvSpPr>
                <p:cNvPr id="21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22" name="Group 368"/>
            <p:cNvGrpSpPr/>
            <p:nvPr/>
          </p:nvGrpSpPr>
          <p:grpSpPr bwMode="gray">
            <a:xfrm>
              <a:off x="5591926" y="3693456"/>
              <a:ext cx="1198965" cy="1473737"/>
              <a:chOff x="4455318" y="2994372"/>
              <a:chExt cx="1196974" cy="1339850"/>
            </a:xfrm>
            <a:grpFill/>
          </p:grpSpPr>
          <p:sp>
            <p:nvSpPr>
              <p:cNvPr id="123" name="Freeform 12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5" name="Group 367"/>
              <p:cNvGrpSpPr/>
              <p:nvPr/>
            </p:nvGrpSpPr>
            <p:grpSpPr bwMode="gray">
              <a:xfrm>
                <a:off x="4455318" y="2994372"/>
                <a:ext cx="1196974" cy="1339850"/>
                <a:chOff x="4455318" y="2994372"/>
                <a:chExt cx="1196974" cy="1339850"/>
              </a:xfrm>
              <a:grpFill/>
            </p:grpSpPr>
            <p:sp>
              <p:nvSpPr>
                <p:cNvPr id="126" name="Freeform 12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13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1" name="Freeform 14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14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14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5" name="Group 25"/>
                <p:cNvGrpSpPr>
                  <a:grpSpLocks noChangeAspect="1"/>
                </p:cNvGrpSpPr>
                <p:nvPr/>
              </p:nvGrpSpPr>
              <p:grpSpPr bwMode="gray">
                <a:xfrm>
                  <a:off x="4961730" y="3769072"/>
                  <a:ext cx="219075" cy="239713"/>
                  <a:chOff x="2643" y="2535"/>
                  <a:chExt cx="138" cy="151"/>
                </a:xfrm>
                <a:grpFill/>
              </p:grpSpPr>
              <p:sp>
                <p:nvSpPr>
                  <p:cNvPr id="17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72" name="Group 364"/>
                <p:cNvGrpSpPr>
                  <a:grpSpLocks noChangeAspect="1"/>
                </p:cNvGrpSpPr>
                <p:nvPr/>
              </p:nvGrpSpPr>
              <p:grpSpPr bwMode="gray">
                <a:xfrm>
                  <a:off x="5141117" y="3280172"/>
                  <a:ext cx="289379" cy="349200"/>
                  <a:chOff x="3548063" y="12700"/>
                  <a:chExt cx="5667375" cy="6838950"/>
                </a:xfrm>
                <a:grpFill/>
              </p:grpSpPr>
              <p:sp>
                <p:nvSpPr>
                  <p:cNvPr id="17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7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370" name="Freeform 369"/>
          <p:cNvSpPr>
            <a:spLocks noChangeArrowheads="1"/>
          </p:cNvSpPr>
          <p:nvPr/>
        </p:nvSpPr>
        <p:spPr bwMode="auto">
          <a:xfrm>
            <a:off x="1202462" y="5542485"/>
            <a:ext cx="169409" cy="399662"/>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71" name="Freeform 370"/>
          <p:cNvSpPr>
            <a:spLocks/>
          </p:cNvSpPr>
          <p:nvPr/>
        </p:nvSpPr>
        <p:spPr bwMode="auto">
          <a:xfrm>
            <a:off x="3623813" y="5544998"/>
            <a:ext cx="171284" cy="399662"/>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 name="TextBox 2"/>
          <p:cNvSpPr txBox="1"/>
          <p:nvPr/>
        </p:nvSpPr>
        <p:spPr>
          <a:xfrm>
            <a:off x="1648901" y="5389076"/>
            <a:ext cx="583814"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rPr>
              <a:t>75%</a:t>
            </a:r>
          </a:p>
        </p:txBody>
      </p:sp>
      <p:sp>
        <p:nvSpPr>
          <p:cNvPr id="373" name="TextBox 372"/>
          <p:cNvSpPr txBox="1"/>
          <p:nvPr/>
        </p:nvSpPr>
        <p:spPr>
          <a:xfrm>
            <a:off x="1639243" y="5728005"/>
            <a:ext cx="110422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a:t>
            </a:r>
          </a:p>
        </p:txBody>
      </p:sp>
      <p:sp>
        <p:nvSpPr>
          <p:cNvPr id="374" name="TextBox 373"/>
          <p:cNvSpPr txBox="1"/>
          <p:nvPr/>
        </p:nvSpPr>
        <p:spPr>
          <a:xfrm>
            <a:off x="4180771" y="5390477"/>
            <a:ext cx="573555"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rPr>
              <a:t>45%</a:t>
            </a:r>
          </a:p>
        </p:txBody>
      </p:sp>
      <p:sp>
        <p:nvSpPr>
          <p:cNvPr id="375" name="TextBox 374"/>
          <p:cNvSpPr txBox="1"/>
          <p:nvPr/>
        </p:nvSpPr>
        <p:spPr>
          <a:xfrm>
            <a:off x="4171113" y="5729406"/>
            <a:ext cx="110422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a:t>
            </a:r>
          </a:p>
        </p:txBody>
      </p:sp>
      <p:sp>
        <p:nvSpPr>
          <p:cNvPr id="376" name="extBox 3"/>
          <p:cNvSpPr txBox="1"/>
          <p:nvPr/>
        </p:nvSpPr>
        <p:spPr>
          <a:xfrm>
            <a:off x="7005661" y="1742189"/>
            <a:ext cx="4310039" cy="11387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378" name="Freeform 377"/>
          <p:cNvSpPr/>
          <p:nvPr/>
        </p:nvSpPr>
        <p:spPr>
          <a:xfrm>
            <a:off x="7368252" y="3533418"/>
            <a:ext cx="234086" cy="456136"/>
          </a:xfrm>
          <a:custGeom>
            <a:avLst/>
            <a:gdLst/>
            <a:ahLst/>
            <a:cxnLst/>
            <a:rect l="l" t="t" r="r" b="b"/>
            <a:pathLst>
              <a:path w="114337" h="222795">
                <a:moveTo>
                  <a:pt x="57169" y="192658"/>
                </a:moveTo>
                <a:cubicBezTo>
                  <a:pt x="54118" y="192658"/>
                  <a:pt x="51495" y="193755"/>
                  <a:pt x="49300" y="195950"/>
                </a:cubicBezTo>
                <a:cubicBezTo>
                  <a:pt x="47105" y="198146"/>
                  <a:pt x="46007" y="200769"/>
                  <a:pt x="46007" y="203820"/>
                </a:cubicBezTo>
                <a:cubicBezTo>
                  <a:pt x="46007" y="206871"/>
                  <a:pt x="47105" y="209475"/>
                  <a:pt x="49300" y="211633"/>
                </a:cubicBezTo>
                <a:cubicBezTo>
                  <a:pt x="51495" y="213791"/>
                  <a:pt x="54118" y="214870"/>
                  <a:pt x="57169" y="214870"/>
                </a:cubicBezTo>
                <a:cubicBezTo>
                  <a:pt x="60220" y="214870"/>
                  <a:pt x="62843" y="213791"/>
                  <a:pt x="65039" y="211633"/>
                </a:cubicBezTo>
                <a:cubicBezTo>
                  <a:pt x="67234" y="209475"/>
                  <a:pt x="68331" y="206871"/>
                  <a:pt x="68331" y="203820"/>
                </a:cubicBezTo>
                <a:cubicBezTo>
                  <a:pt x="68331" y="200769"/>
                  <a:pt x="67234" y="198146"/>
                  <a:pt x="65039" y="195950"/>
                </a:cubicBezTo>
                <a:cubicBezTo>
                  <a:pt x="62843" y="193755"/>
                  <a:pt x="60220" y="192658"/>
                  <a:pt x="57169" y="192658"/>
                </a:cubicBezTo>
                <a:close/>
                <a:moveTo>
                  <a:pt x="9619" y="40183"/>
                </a:moveTo>
                <a:lnTo>
                  <a:pt x="9619" y="184621"/>
                </a:lnTo>
                <a:lnTo>
                  <a:pt x="104720" y="184621"/>
                </a:lnTo>
                <a:lnTo>
                  <a:pt x="104720" y="40183"/>
                </a:lnTo>
                <a:close/>
                <a:moveTo>
                  <a:pt x="48463" y="17078"/>
                </a:moveTo>
                <a:cubicBezTo>
                  <a:pt x="47272" y="17078"/>
                  <a:pt x="46677" y="17785"/>
                  <a:pt x="46677" y="19198"/>
                </a:cubicBezTo>
                <a:cubicBezTo>
                  <a:pt x="46677" y="20389"/>
                  <a:pt x="47272" y="20984"/>
                  <a:pt x="48463" y="20984"/>
                </a:cubicBezTo>
                <a:lnTo>
                  <a:pt x="65876" y="20984"/>
                </a:lnTo>
                <a:cubicBezTo>
                  <a:pt x="67066" y="20984"/>
                  <a:pt x="67662" y="20389"/>
                  <a:pt x="67662" y="19198"/>
                </a:cubicBezTo>
                <a:cubicBezTo>
                  <a:pt x="67662" y="17785"/>
                  <a:pt x="67066" y="17078"/>
                  <a:pt x="65876" y="17078"/>
                </a:cubicBezTo>
                <a:close/>
                <a:moveTo>
                  <a:pt x="18995" y="0"/>
                </a:moveTo>
                <a:cubicBezTo>
                  <a:pt x="19144" y="0"/>
                  <a:pt x="19311" y="37"/>
                  <a:pt x="19497" y="111"/>
                </a:cubicBezTo>
                <a:cubicBezTo>
                  <a:pt x="19683" y="186"/>
                  <a:pt x="19813" y="223"/>
                  <a:pt x="19888" y="223"/>
                </a:cubicBezTo>
                <a:lnTo>
                  <a:pt x="94451" y="223"/>
                </a:lnTo>
                <a:cubicBezTo>
                  <a:pt x="94525" y="223"/>
                  <a:pt x="94655" y="186"/>
                  <a:pt x="94841" y="111"/>
                </a:cubicBezTo>
                <a:cubicBezTo>
                  <a:pt x="95027" y="37"/>
                  <a:pt x="95195" y="0"/>
                  <a:pt x="95344" y="0"/>
                </a:cubicBezTo>
                <a:cubicBezTo>
                  <a:pt x="100627" y="0"/>
                  <a:pt x="105166" y="1897"/>
                  <a:pt x="108961" y="5692"/>
                </a:cubicBezTo>
                <a:cubicBezTo>
                  <a:pt x="112757" y="9487"/>
                  <a:pt x="114542" y="13989"/>
                  <a:pt x="114319" y="19198"/>
                </a:cubicBezTo>
                <a:lnTo>
                  <a:pt x="114319" y="203820"/>
                </a:lnTo>
                <a:cubicBezTo>
                  <a:pt x="114319" y="208805"/>
                  <a:pt x="112571" y="213121"/>
                  <a:pt x="109073" y="216768"/>
                </a:cubicBezTo>
                <a:cubicBezTo>
                  <a:pt x="105576" y="220414"/>
                  <a:pt x="101371" y="222423"/>
                  <a:pt x="96460" y="222795"/>
                </a:cubicBezTo>
                <a:lnTo>
                  <a:pt x="17879" y="222795"/>
                </a:lnTo>
                <a:cubicBezTo>
                  <a:pt x="12967" y="222423"/>
                  <a:pt x="8763" y="220414"/>
                  <a:pt x="5265" y="216768"/>
                </a:cubicBezTo>
                <a:cubicBezTo>
                  <a:pt x="1768" y="213121"/>
                  <a:pt x="19" y="208805"/>
                  <a:pt x="19" y="203820"/>
                </a:cubicBezTo>
                <a:lnTo>
                  <a:pt x="19" y="19198"/>
                </a:lnTo>
                <a:cubicBezTo>
                  <a:pt x="-204" y="13989"/>
                  <a:pt x="1582" y="9487"/>
                  <a:pt x="5377" y="5692"/>
                </a:cubicBezTo>
                <a:cubicBezTo>
                  <a:pt x="9172" y="1897"/>
                  <a:pt x="13711" y="0"/>
                  <a:pt x="18995"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380" name="Freeform 379"/>
          <p:cNvSpPr/>
          <p:nvPr/>
        </p:nvSpPr>
        <p:spPr>
          <a:xfrm>
            <a:off x="8777555" y="3532659"/>
            <a:ext cx="356158" cy="462952"/>
          </a:xfrm>
          <a:custGeom>
            <a:avLst/>
            <a:gdLst/>
            <a:ahLst/>
            <a:cxnLst/>
            <a:rect l="l" t="t" r="r" b="b"/>
            <a:pathLst>
              <a:path w="146670" h="190649">
                <a:moveTo>
                  <a:pt x="73335" y="178036"/>
                </a:moveTo>
                <a:cubicBezTo>
                  <a:pt x="72070" y="178036"/>
                  <a:pt x="70991" y="178483"/>
                  <a:pt x="70098" y="179376"/>
                </a:cubicBezTo>
                <a:cubicBezTo>
                  <a:pt x="69205" y="180268"/>
                  <a:pt x="68759" y="181422"/>
                  <a:pt x="68759" y="182836"/>
                </a:cubicBezTo>
                <a:cubicBezTo>
                  <a:pt x="68759" y="184101"/>
                  <a:pt x="69205" y="185180"/>
                  <a:pt x="70098" y="186073"/>
                </a:cubicBezTo>
                <a:cubicBezTo>
                  <a:pt x="70991" y="186966"/>
                  <a:pt x="72070" y="187412"/>
                  <a:pt x="73335" y="187412"/>
                </a:cubicBezTo>
                <a:cubicBezTo>
                  <a:pt x="74600" y="187412"/>
                  <a:pt x="75679" y="186966"/>
                  <a:pt x="76572" y="186073"/>
                </a:cubicBezTo>
                <a:cubicBezTo>
                  <a:pt x="77465" y="185180"/>
                  <a:pt x="77912" y="184101"/>
                  <a:pt x="77912" y="182836"/>
                </a:cubicBezTo>
                <a:cubicBezTo>
                  <a:pt x="77912" y="181422"/>
                  <a:pt x="77465" y="180268"/>
                  <a:pt x="76572" y="179376"/>
                </a:cubicBezTo>
                <a:cubicBezTo>
                  <a:pt x="75679" y="178483"/>
                  <a:pt x="74600" y="178036"/>
                  <a:pt x="73335" y="178036"/>
                </a:cubicBezTo>
                <a:close/>
                <a:moveTo>
                  <a:pt x="16185" y="19199"/>
                </a:moveTo>
                <a:lnTo>
                  <a:pt x="16185" y="171674"/>
                </a:lnTo>
                <a:lnTo>
                  <a:pt x="130485" y="171674"/>
                </a:lnTo>
                <a:lnTo>
                  <a:pt x="130485" y="19199"/>
                </a:lnTo>
                <a:close/>
                <a:moveTo>
                  <a:pt x="9153" y="0"/>
                </a:moveTo>
                <a:lnTo>
                  <a:pt x="137517" y="0"/>
                </a:lnTo>
                <a:cubicBezTo>
                  <a:pt x="140271" y="0"/>
                  <a:pt x="142485" y="875"/>
                  <a:pt x="144159" y="2624"/>
                </a:cubicBezTo>
                <a:cubicBezTo>
                  <a:pt x="145833" y="4372"/>
                  <a:pt x="146670" y="6623"/>
                  <a:pt x="146670" y="9377"/>
                </a:cubicBezTo>
                <a:lnTo>
                  <a:pt x="146670" y="181496"/>
                </a:lnTo>
                <a:cubicBezTo>
                  <a:pt x="146670" y="184250"/>
                  <a:pt x="145833" y="186463"/>
                  <a:pt x="144159" y="188138"/>
                </a:cubicBezTo>
                <a:cubicBezTo>
                  <a:pt x="142485" y="189812"/>
                  <a:pt x="140271" y="190649"/>
                  <a:pt x="137517" y="190649"/>
                </a:cubicBezTo>
                <a:lnTo>
                  <a:pt x="9153" y="190649"/>
                </a:lnTo>
                <a:cubicBezTo>
                  <a:pt x="6400" y="190649"/>
                  <a:pt x="4186" y="189812"/>
                  <a:pt x="2512" y="188138"/>
                </a:cubicBezTo>
                <a:cubicBezTo>
                  <a:pt x="837" y="186463"/>
                  <a:pt x="0" y="184250"/>
                  <a:pt x="0" y="181496"/>
                </a:cubicBezTo>
                <a:lnTo>
                  <a:pt x="0" y="9377"/>
                </a:lnTo>
                <a:cubicBezTo>
                  <a:pt x="0" y="6623"/>
                  <a:pt x="837" y="4372"/>
                  <a:pt x="2512" y="2624"/>
                </a:cubicBezTo>
                <a:cubicBezTo>
                  <a:pt x="4186" y="875"/>
                  <a:pt x="6400" y="0"/>
                  <a:pt x="9153"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377" name="Freeform 376"/>
          <p:cNvSpPr>
            <a:spLocks noChangeArrowheads="1"/>
          </p:cNvSpPr>
          <p:nvPr/>
        </p:nvSpPr>
        <p:spPr bwMode="auto">
          <a:xfrm>
            <a:off x="7083555" y="4165876"/>
            <a:ext cx="169409" cy="399662"/>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79" name="Freeform 378"/>
          <p:cNvSpPr>
            <a:spLocks/>
          </p:cNvSpPr>
          <p:nvPr/>
        </p:nvSpPr>
        <p:spPr bwMode="auto">
          <a:xfrm>
            <a:off x="7715751" y="4165876"/>
            <a:ext cx="171284" cy="399662"/>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81" name="TextBox 380"/>
          <p:cNvSpPr txBox="1"/>
          <p:nvPr/>
        </p:nvSpPr>
        <p:spPr>
          <a:xfrm>
            <a:off x="6944480"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382" name="TextBox 381"/>
          <p:cNvSpPr txBox="1"/>
          <p:nvPr/>
        </p:nvSpPr>
        <p:spPr>
          <a:xfrm>
            <a:off x="7577614"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25%</a:t>
            </a:r>
          </a:p>
        </p:txBody>
      </p:sp>
      <p:sp>
        <p:nvSpPr>
          <p:cNvPr id="384" name="Freeform 383"/>
          <p:cNvSpPr>
            <a:spLocks noChangeArrowheads="1"/>
          </p:cNvSpPr>
          <p:nvPr/>
        </p:nvSpPr>
        <p:spPr bwMode="auto">
          <a:xfrm>
            <a:off x="8605575" y="4165876"/>
            <a:ext cx="169409" cy="399662"/>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85" name="Freeform 384"/>
          <p:cNvSpPr>
            <a:spLocks/>
          </p:cNvSpPr>
          <p:nvPr/>
        </p:nvSpPr>
        <p:spPr bwMode="auto">
          <a:xfrm>
            <a:off x="9237771" y="4165876"/>
            <a:ext cx="171284" cy="399662"/>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86" name="TextBox 385"/>
          <p:cNvSpPr txBox="1"/>
          <p:nvPr/>
        </p:nvSpPr>
        <p:spPr>
          <a:xfrm>
            <a:off x="8466500"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80%</a:t>
            </a:r>
          </a:p>
        </p:txBody>
      </p:sp>
      <p:sp>
        <p:nvSpPr>
          <p:cNvPr id="387" name="TextBox 386"/>
          <p:cNvSpPr txBox="1"/>
          <p:nvPr/>
        </p:nvSpPr>
        <p:spPr>
          <a:xfrm>
            <a:off x="9099634"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95%</a:t>
            </a:r>
          </a:p>
        </p:txBody>
      </p:sp>
      <p:sp>
        <p:nvSpPr>
          <p:cNvPr id="388" name="Freeform 387"/>
          <p:cNvSpPr/>
          <p:nvPr/>
        </p:nvSpPr>
        <p:spPr>
          <a:xfrm>
            <a:off x="10127596" y="3521704"/>
            <a:ext cx="694112" cy="473595"/>
          </a:xfrm>
          <a:custGeom>
            <a:avLst/>
            <a:gdLst/>
            <a:ahLst/>
            <a:cxnLst/>
            <a:rect l="l" t="t" r="r" b="b"/>
            <a:pathLst>
              <a:path w="209401" h="142875">
                <a:moveTo>
                  <a:pt x="87734" y="125239"/>
                </a:moveTo>
                <a:cubicBezTo>
                  <a:pt x="85799" y="125239"/>
                  <a:pt x="84683" y="125500"/>
                  <a:pt x="84385" y="126020"/>
                </a:cubicBezTo>
                <a:lnTo>
                  <a:pt x="78134" y="132160"/>
                </a:lnTo>
                <a:lnTo>
                  <a:pt x="77911" y="132383"/>
                </a:lnTo>
                <a:cubicBezTo>
                  <a:pt x="77911" y="132978"/>
                  <a:pt x="78916" y="133276"/>
                  <a:pt x="80925" y="133276"/>
                </a:cubicBezTo>
                <a:lnTo>
                  <a:pt x="128476" y="133276"/>
                </a:lnTo>
                <a:cubicBezTo>
                  <a:pt x="130485" y="133276"/>
                  <a:pt x="131489" y="132978"/>
                  <a:pt x="131489" y="132383"/>
                </a:cubicBezTo>
                <a:cubicBezTo>
                  <a:pt x="131489" y="132234"/>
                  <a:pt x="131415" y="132160"/>
                  <a:pt x="131266" y="132160"/>
                </a:cubicBezTo>
                <a:lnTo>
                  <a:pt x="125239" y="126020"/>
                </a:lnTo>
                <a:cubicBezTo>
                  <a:pt x="124718" y="125500"/>
                  <a:pt x="123527" y="125239"/>
                  <a:pt x="121667" y="125239"/>
                </a:cubicBezTo>
                <a:close/>
                <a:moveTo>
                  <a:pt x="28575" y="9600"/>
                </a:moveTo>
                <a:lnTo>
                  <a:pt x="28575" y="114300"/>
                </a:lnTo>
                <a:lnTo>
                  <a:pt x="180826" y="114300"/>
                </a:lnTo>
                <a:lnTo>
                  <a:pt x="180826" y="9600"/>
                </a:lnTo>
                <a:close/>
                <a:moveTo>
                  <a:pt x="28575" y="0"/>
                </a:moveTo>
                <a:lnTo>
                  <a:pt x="180826" y="0"/>
                </a:lnTo>
                <a:cubicBezTo>
                  <a:pt x="183207" y="0"/>
                  <a:pt x="185402" y="968"/>
                  <a:pt x="187411" y="2902"/>
                </a:cubicBezTo>
                <a:cubicBezTo>
                  <a:pt x="189421" y="4837"/>
                  <a:pt x="190425" y="6995"/>
                  <a:pt x="190425" y="9376"/>
                </a:cubicBezTo>
                <a:lnTo>
                  <a:pt x="190425" y="114300"/>
                </a:lnTo>
                <a:lnTo>
                  <a:pt x="209401" y="133276"/>
                </a:lnTo>
                <a:cubicBezTo>
                  <a:pt x="209401" y="135955"/>
                  <a:pt x="208526" y="138224"/>
                  <a:pt x="206778" y="140085"/>
                </a:cubicBezTo>
                <a:cubicBezTo>
                  <a:pt x="205029" y="141945"/>
                  <a:pt x="202778" y="142875"/>
                  <a:pt x="200025" y="142875"/>
                </a:cubicBezTo>
                <a:lnTo>
                  <a:pt x="9376" y="142875"/>
                </a:lnTo>
                <a:cubicBezTo>
                  <a:pt x="6623" y="142875"/>
                  <a:pt x="4371" y="141982"/>
                  <a:pt x="2623" y="140196"/>
                </a:cubicBezTo>
                <a:cubicBezTo>
                  <a:pt x="874" y="138410"/>
                  <a:pt x="0" y="136104"/>
                  <a:pt x="0" y="133276"/>
                </a:cubicBezTo>
                <a:lnTo>
                  <a:pt x="18975" y="114300"/>
                </a:lnTo>
                <a:lnTo>
                  <a:pt x="18975" y="9376"/>
                </a:lnTo>
                <a:cubicBezTo>
                  <a:pt x="18975" y="6995"/>
                  <a:pt x="19980" y="4837"/>
                  <a:pt x="21989" y="2902"/>
                </a:cubicBezTo>
                <a:cubicBezTo>
                  <a:pt x="23998" y="968"/>
                  <a:pt x="26193" y="0"/>
                  <a:pt x="28575"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390" name="Freeform 389"/>
          <p:cNvSpPr>
            <a:spLocks noChangeArrowheads="1"/>
          </p:cNvSpPr>
          <p:nvPr/>
        </p:nvSpPr>
        <p:spPr bwMode="auto">
          <a:xfrm>
            <a:off x="10127596" y="4165876"/>
            <a:ext cx="169409" cy="399662"/>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91" name="Freeform 390"/>
          <p:cNvSpPr>
            <a:spLocks/>
          </p:cNvSpPr>
          <p:nvPr/>
        </p:nvSpPr>
        <p:spPr bwMode="auto">
          <a:xfrm>
            <a:off x="10759792" y="4165876"/>
            <a:ext cx="171284" cy="399662"/>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92" name="TextBox 391"/>
          <p:cNvSpPr txBox="1"/>
          <p:nvPr/>
        </p:nvSpPr>
        <p:spPr>
          <a:xfrm>
            <a:off x="9988521"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15%</a:t>
            </a:r>
          </a:p>
        </p:txBody>
      </p:sp>
      <p:sp>
        <p:nvSpPr>
          <p:cNvPr id="393" name="TextBox 392"/>
          <p:cNvSpPr txBox="1"/>
          <p:nvPr/>
        </p:nvSpPr>
        <p:spPr>
          <a:xfrm>
            <a:off x="10621655"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394" name="TextBox 393"/>
          <p:cNvSpPr txBox="1"/>
          <p:nvPr/>
        </p:nvSpPr>
        <p:spPr>
          <a:xfrm>
            <a:off x="6795517" y="5069901"/>
            <a:ext cx="1379555" cy="507831"/>
          </a:xfrm>
          <a:prstGeom prst="rect">
            <a:avLst/>
          </a:prstGeom>
          <a:noFill/>
        </p:spPr>
        <p:txBody>
          <a:bodyPr wrap="square" rtlCol="0">
            <a:spAutoFit/>
          </a:bodyPr>
          <a:lstStyle/>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95" name="TextBox 394"/>
          <p:cNvSpPr txBox="1"/>
          <p:nvPr/>
        </p:nvSpPr>
        <p:spPr>
          <a:xfrm>
            <a:off x="8290195" y="5069899"/>
            <a:ext cx="1379555" cy="507831"/>
          </a:xfrm>
          <a:prstGeom prst="rect">
            <a:avLst/>
          </a:prstGeom>
          <a:noFill/>
        </p:spPr>
        <p:txBody>
          <a:bodyPr wrap="square" rtlCol="0">
            <a:spAutoFit/>
          </a:bodyPr>
          <a:lstStyle/>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96" name="TextBox 395"/>
          <p:cNvSpPr txBox="1"/>
          <p:nvPr/>
        </p:nvSpPr>
        <p:spPr>
          <a:xfrm>
            <a:off x="9784874" y="5069900"/>
            <a:ext cx="1379555" cy="507831"/>
          </a:xfrm>
          <a:prstGeom prst="rect">
            <a:avLst/>
          </a:prstGeom>
          <a:noFill/>
        </p:spPr>
        <p:txBody>
          <a:bodyPr wrap="square" rtlCol="0">
            <a:spAutoFit/>
          </a:bodyPr>
          <a:lstStyle/>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Tree>
    <p:extLst>
      <p:ext uri="{BB962C8B-B14F-4D97-AF65-F5344CB8AC3E}">
        <p14:creationId xmlns:p14="http://schemas.microsoft.com/office/powerpoint/2010/main" val="2612554354"/>
      </p:ext>
    </p:extLst>
  </p:cSld>
  <p:clrMapOvr>
    <a:masterClrMapping/>
  </p:clrMapOvr>
  <p:transition spd="slow">
    <p:push dir="u"/>
  </p:transition>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108</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Oval 1"/>
          <p:cNvSpPr/>
          <p:nvPr/>
        </p:nvSpPr>
        <p:spPr>
          <a:xfrm>
            <a:off x="1194712" y="2487617"/>
            <a:ext cx="1456660" cy="145666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12"/>
          <p:cNvSpPr>
            <a:spLocks noChangeAspect="1"/>
          </p:cNvSpPr>
          <p:nvPr/>
        </p:nvSpPr>
        <p:spPr bwMode="gray">
          <a:xfrm>
            <a:off x="1404072" y="2936754"/>
            <a:ext cx="1037941" cy="558386"/>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solidFill>
            <a:schemeClr val="tx1">
              <a:lumMod val="65000"/>
              <a:lumOff val="35000"/>
            </a:schemeClr>
          </a:solidFill>
          <a:ln w="6350" cap="flat" cmpd="sng">
            <a:noFill/>
            <a:prstDash val="solid"/>
            <a:round/>
            <a:headEnd type="none" w="med" len="med"/>
            <a:tailEnd type="none" w="med" len="med"/>
          </a:ln>
          <a:effectLst/>
        </p:spPr>
        <p:txBody>
          <a:bodyPr/>
          <a:lstStyle/>
          <a:p>
            <a:endParaRPr lang="en-US" dirty="0"/>
          </a:p>
        </p:txBody>
      </p:sp>
      <p:sp>
        <p:nvSpPr>
          <p:cNvPr id="3" name="Arc 2"/>
          <p:cNvSpPr/>
          <p:nvPr/>
        </p:nvSpPr>
        <p:spPr>
          <a:xfrm>
            <a:off x="1011272" y="2304177"/>
            <a:ext cx="1823540" cy="1823540"/>
          </a:xfrm>
          <a:prstGeom prst="arc">
            <a:avLst>
              <a:gd name="adj1" fmla="val 16200000"/>
              <a:gd name="adj2" fmla="val 12985055"/>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6" name="TextBox 15"/>
          <p:cNvSpPr txBox="1"/>
          <p:nvPr/>
        </p:nvSpPr>
        <p:spPr>
          <a:xfrm>
            <a:off x="1184735" y="4393414"/>
            <a:ext cx="1476613" cy="1077218"/>
          </a:xfrm>
          <a:prstGeom prst="rect">
            <a:avLst/>
          </a:prstGeom>
          <a:noFill/>
        </p:spPr>
        <p:txBody>
          <a:bodyPr wrap="square" rtlCol="0">
            <a:spAutoFit/>
          </a:bodyPr>
          <a:lstStyle/>
          <a:p>
            <a:pPr algn="ctr"/>
            <a:r>
              <a:rPr lang="en-US" sz="28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95%</a:t>
            </a:r>
          </a:p>
          <a:p>
            <a:pPr algn="ctr"/>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COUNTRY</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7" name="Oval 16"/>
          <p:cNvSpPr/>
          <p:nvPr/>
        </p:nvSpPr>
        <p:spPr>
          <a:xfrm>
            <a:off x="4092327" y="2487617"/>
            <a:ext cx="1456660" cy="145666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Arc 18"/>
          <p:cNvSpPr/>
          <p:nvPr/>
        </p:nvSpPr>
        <p:spPr>
          <a:xfrm>
            <a:off x="3908887" y="2304177"/>
            <a:ext cx="1823540" cy="1823540"/>
          </a:xfrm>
          <a:prstGeom prst="arc">
            <a:avLst>
              <a:gd name="adj1" fmla="val 16200000"/>
              <a:gd name="adj2" fmla="val 7141413"/>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0" name="TextBox 19"/>
          <p:cNvSpPr txBox="1"/>
          <p:nvPr/>
        </p:nvSpPr>
        <p:spPr>
          <a:xfrm>
            <a:off x="4082350" y="4393414"/>
            <a:ext cx="1476613" cy="1077218"/>
          </a:xfrm>
          <a:prstGeom prst="rect">
            <a:avLst/>
          </a:prstGeom>
          <a:noFill/>
        </p:spPr>
        <p:txBody>
          <a:bodyPr wrap="square" rtlCol="0">
            <a:spAutoFit/>
          </a:bodyPr>
          <a:lstStyle/>
          <a:p>
            <a:pPr algn="ctr"/>
            <a:r>
              <a:rPr lang="en-US" sz="28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60%</a:t>
            </a:r>
          </a:p>
          <a:p>
            <a:pPr algn="ctr"/>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COUNTRY</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1" name="Freeform 54"/>
          <p:cNvSpPr>
            <a:spLocks noChangeAspect="1"/>
          </p:cNvSpPr>
          <p:nvPr/>
        </p:nvSpPr>
        <p:spPr bwMode="gray">
          <a:xfrm>
            <a:off x="4387461" y="2846125"/>
            <a:ext cx="866389" cy="743536"/>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tx1">
              <a:lumMod val="65000"/>
              <a:lumOff val="35000"/>
            </a:schemeClr>
          </a:solidFill>
          <a:ln w="6350" cap="flat" cmpd="sng">
            <a:noFill/>
            <a:prstDash val="solid"/>
            <a:round/>
            <a:headEnd type="none" w="med" len="med"/>
            <a:tailEnd type="none" w="med" len="med"/>
          </a:ln>
          <a:effectLst/>
        </p:spPr>
        <p:txBody>
          <a:bodyPr/>
          <a:lstStyle/>
          <a:p>
            <a:endParaRPr lang="en-US" dirty="0"/>
          </a:p>
        </p:txBody>
      </p:sp>
      <p:sp>
        <p:nvSpPr>
          <p:cNvPr id="22" name="Oval 21"/>
          <p:cNvSpPr/>
          <p:nvPr/>
        </p:nvSpPr>
        <p:spPr>
          <a:xfrm>
            <a:off x="9540627" y="2487617"/>
            <a:ext cx="1456660" cy="145666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Arc 22"/>
          <p:cNvSpPr/>
          <p:nvPr/>
        </p:nvSpPr>
        <p:spPr>
          <a:xfrm>
            <a:off x="9357187" y="2304177"/>
            <a:ext cx="1823540" cy="1823540"/>
          </a:xfrm>
          <a:prstGeom prst="arc">
            <a:avLst>
              <a:gd name="adj1" fmla="val 16200000"/>
              <a:gd name="adj2" fmla="val 7141413"/>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4" name="TextBox 23"/>
          <p:cNvSpPr txBox="1"/>
          <p:nvPr/>
        </p:nvSpPr>
        <p:spPr>
          <a:xfrm>
            <a:off x="9530650" y="4393414"/>
            <a:ext cx="1476613" cy="1077218"/>
          </a:xfrm>
          <a:prstGeom prst="rect">
            <a:avLst/>
          </a:prstGeom>
          <a:noFill/>
        </p:spPr>
        <p:txBody>
          <a:bodyPr wrap="square" rtlCol="0">
            <a:spAutoFit/>
          </a:bodyPr>
          <a:lstStyle/>
          <a:p>
            <a:pPr algn="ctr"/>
            <a:r>
              <a:rPr lang="en-US" sz="28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60%</a:t>
            </a:r>
          </a:p>
          <a:p>
            <a:pPr algn="ctr"/>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COUNTRY</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6" name="Oval 25"/>
          <p:cNvSpPr/>
          <p:nvPr/>
        </p:nvSpPr>
        <p:spPr>
          <a:xfrm>
            <a:off x="6816476" y="2487617"/>
            <a:ext cx="1456660" cy="145666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Arc 26"/>
          <p:cNvSpPr/>
          <p:nvPr/>
        </p:nvSpPr>
        <p:spPr>
          <a:xfrm>
            <a:off x="6633036" y="2304177"/>
            <a:ext cx="1823540" cy="1823540"/>
          </a:xfrm>
          <a:prstGeom prst="arc">
            <a:avLst>
              <a:gd name="adj1" fmla="val 16200000"/>
              <a:gd name="adj2" fmla="val 12437108"/>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8" name="TextBox 27"/>
          <p:cNvSpPr txBox="1"/>
          <p:nvPr/>
        </p:nvSpPr>
        <p:spPr>
          <a:xfrm>
            <a:off x="6806499" y="4393414"/>
            <a:ext cx="1476613" cy="1077218"/>
          </a:xfrm>
          <a:prstGeom prst="rect">
            <a:avLst/>
          </a:prstGeom>
          <a:noFill/>
        </p:spPr>
        <p:txBody>
          <a:bodyPr wrap="square" rtlCol="0">
            <a:spAutoFit/>
          </a:bodyPr>
          <a:lstStyle/>
          <a:p>
            <a:pPr algn="ctr"/>
            <a:r>
              <a:rPr lang="en-US" sz="28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85%</a:t>
            </a:r>
          </a:p>
          <a:p>
            <a:pPr algn="ctr"/>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COUNTRY</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0" name="Freeform 249"/>
          <p:cNvSpPr>
            <a:spLocks noChangeAspect="1"/>
          </p:cNvSpPr>
          <p:nvPr/>
        </p:nvSpPr>
        <p:spPr bwMode="gray">
          <a:xfrm>
            <a:off x="7213099" y="2833786"/>
            <a:ext cx="663415" cy="764323"/>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solidFill>
            <a:schemeClr val="tx1">
              <a:lumMod val="65000"/>
              <a:lumOff val="35000"/>
            </a:schemeClr>
          </a:solidFill>
          <a:ln w="6350" cap="flat" cmpd="sng">
            <a:noFill/>
            <a:prstDash val="solid"/>
            <a:round/>
            <a:headEnd type="none" w="med" len="med"/>
            <a:tailEnd type="none" w="med" len="med"/>
          </a:ln>
          <a:effectLst/>
        </p:spPr>
        <p:txBody>
          <a:bodyPr/>
          <a:lstStyle/>
          <a:p>
            <a:endParaRPr lang="en-US" dirty="0"/>
          </a:p>
        </p:txBody>
      </p:sp>
      <p:sp>
        <p:nvSpPr>
          <p:cNvPr id="31" name="Freeform 282"/>
          <p:cNvSpPr>
            <a:spLocks noChangeAspect="1"/>
          </p:cNvSpPr>
          <p:nvPr/>
        </p:nvSpPr>
        <p:spPr bwMode="gray">
          <a:xfrm>
            <a:off x="9787871" y="2933029"/>
            <a:ext cx="962172" cy="565836"/>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tx1">
              <a:lumMod val="65000"/>
              <a:lumOff val="35000"/>
            </a:schemeClr>
          </a:solidFill>
          <a:ln w="6350" cap="flat" cmpd="sng">
            <a:noFill/>
            <a:prstDash val="solid"/>
            <a:round/>
            <a:headEnd type="none" w="med" len="med"/>
            <a:tailEnd type="none" w="med" len="med"/>
          </a:ln>
          <a:effectLst/>
        </p:spPr>
        <p:txBody>
          <a:bodyPr/>
          <a:lstStyle/>
          <a:p>
            <a:endParaRPr lang="en-US" dirty="0"/>
          </a:p>
        </p:txBody>
      </p:sp>
    </p:spTree>
    <p:extLst>
      <p:ext uri="{BB962C8B-B14F-4D97-AF65-F5344CB8AC3E}">
        <p14:creationId xmlns:p14="http://schemas.microsoft.com/office/powerpoint/2010/main" val="1186628718"/>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TextBox 29"/>
          <p:cNvSpPr txBox="1"/>
          <p:nvPr/>
        </p:nvSpPr>
        <p:spPr>
          <a:xfrm>
            <a:off x="761734" y="1204262"/>
            <a:ext cx="1882760"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CONTACT US</a:t>
            </a:r>
          </a:p>
        </p:txBody>
      </p:sp>
      <p:sp>
        <p:nvSpPr>
          <p:cNvPr id="31" name="TextBox 30"/>
          <p:cNvSpPr txBox="1"/>
          <p:nvPr/>
        </p:nvSpPr>
        <p:spPr>
          <a:xfrm>
            <a:off x="761734" y="1727482"/>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2" name="Rectangle 31"/>
          <p:cNvSpPr/>
          <p:nvPr/>
        </p:nvSpPr>
        <p:spPr>
          <a:xfrm>
            <a:off x="899958" y="1155848"/>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p>
        </p:txBody>
      </p:sp>
      <p:sp>
        <p:nvSpPr>
          <p:cNvPr id="33" name="extBox 3"/>
          <p:cNvSpPr txBox="1"/>
          <p:nvPr/>
        </p:nvSpPr>
        <p:spPr>
          <a:xfrm>
            <a:off x="1128558" y="2428726"/>
            <a:ext cx="3778368" cy="1000274"/>
          </a:xfrm>
          <a:prstGeom prst="rect">
            <a:avLst/>
          </a:prstGeom>
          <a:noFill/>
        </p:spPr>
        <p:txBody>
          <a:bodyPr wrap="square" rtlCol="0">
            <a:spAutoFit/>
          </a:bodyPr>
          <a:lstStyle/>
          <a:p>
            <a:pPr algn="just"/>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THE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sp>
        <p:nvSpPr>
          <p:cNvPr id="34" name="Oval 33"/>
          <p:cNvSpPr/>
          <p:nvPr/>
        </p:nvSpPr>
        <p:spPr>
          <a:xfrm>
            <a:off x="1128558" y="3703522"/>
            <a:ext cx="393404" cy="393404"/>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5" name="Oval 34"/>
          <p:cNvSpPr/>
          <p:nvPr/>
        </p:nvSpPr>
        <p:spPr>
          <a:xfrm>
            <a:off x="1128558" y="4223830"/>
            <a:ext cx="393404" cy="393404"/>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6" name="Oval 35"/>
          <p:cNvSpPr/>
          <p:nvPr/>
        </p:nvSpPr>
        <p:spPr>
          <a:xfrm>
            <a:off x="1128558" y="4744138"/>
            <a:ext cx="393404" cy="393404"/>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7" name="Oval 36"/>
          <p:cNvSpPr/>
          <p:nvPr/>
        </p:nvSpPr>
        <p:spPr>
          <a:xfrm>
            <a:off x="1128558" y="5264446"/>
            <a:ext cx="393404" cy="393404"/>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8" name="TextBox 37"/>
          <p:cNvSpPr txBox="1"/>
          <p:nvPr/>
        </p:nvSpPr>
        <p:spPr>
          <a:xfrm>
            <a:off x="1521962" y="3777113"/>
            <a:ext cx="2385589" cy="246221"/>
          </a:xfrm>
          <a:prstGeom prst="rect">
            <a:avLst/>
          </a:prstGeom>
          <a:noFill/>
        </p:spPr>
        <p:txBody>
          <a:bodyPr wrap="none" rtlCol="0">
            <a:spAutoFit/>
          </a:bodyPr>
          <a:lstStyle/>
          <a:p>
            <a:r>
              <a:rPr lang="en-US" sz="10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12345678 Street, City Name, Country</a:t>
            </a:r>
          </a:p>
        </p:txBody>
      </p:sp>
      <p:sp>
        <p:nvSpPr>
          <p:cNvPr id="39" name="TextBox 38"/>
          <p:cNvSpPr txBox="1"/>
          <p:nvPr/>
        </p:nvSpPr>
        <p:spPr>
          <a:xfrm>
            <a:off x="1521962" y="4297421"/>
            <a:ext cx="1253869" cy="246221"/>
          </a:xfrm>
          <a:prstGeom prst="rect">
            <a:avLst/>
          </a:prstGeom>
          <a:noFill/>
        </p:spPr>
        <p:txBody>
          <a:bodyPr wrap="none" rtlCol="0">
            <a:spAutoFit/>
          </a:bodyPr>
          <a:lstStyle/>
          <a:p>
            <a:r>
              <a:rPr lang="en-US" sz="10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(+0808) 12345678</a:t>
            </a:r>
          </a:p>
        </p:txBody>
      </p:sp>
      <p:sp>
        <p:nvSpPr>
          <p:cNvPr id="40" name="TextBox 39"/>
          <p:cNvSpPr txBox="1"/>
          <p:nvPr/>
        </p:nvSpPr>
        <p:spPr>
          <a:xfrm>
            <a:off x="1521962" y="4817729"/>
            <a:ext cx="1606530" cy="246221"/>
          </a:xfrm>
          <a:prstGeom prst="rect">
            <a:avLst/>
          </a:prstGeom>
          <a:noFill/>
        </p:spPr>
        <p:txBody>
          <a:bodyPr wrap="none" rtlCol="0">
            <a:spAutoFit/>
          </a:bodyPr>
          <a:lstStyle/>
          <a:p>
            <a:r>
              <a:rPr lang="en-US" sz="10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41" name="TextBox 40"/>
          <p:cNvSpPr txBox="1"/>
          <p:nvPr/>
        </p:nvSpPr>
        <p:spPr>
          <a:xfrm>
            <a:off x="1521962" y="5338037"/>
            <a:ext cx="1715534" cy="246221"/>
          </a:xfrm>
          <a:prstGeom prst="rect">
            <a:avLst/>
          </a:prstGeom>
          <a:noFill/>
        </p:spPr>
        <p:txBody>
          <a:bodyPr wrap="none" rtlCol="0">
            <a:spAutoFit/>
          </a:bodyPr>
          <a:lstStyle/>
          <a:p>
            <a:r>
              <a:rPr lang="en-US" sz="10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email@websitename.com</a:t>
            </a:r>
          </a:p>
        </p:txBody>
      </p:sp>
      <p:sp>
        <p:nvSpPr>
          <p:cNvPr id="3" name="Picture Placeholder 2"/>
          <p:cNvSpPr>
            <a:spLocks noGrp="1"/>
          </p:cNvSpPr>
          <p:nvPr>
            <p:ph type="pic" sz="quarter" idx="10"/>
          </p:nvPr>
        </p:nvSpPr>
        <p:spPr>
          <a:xfrm>
            <a:off x="5178425" y="1200150"/>
            <a:ext cx="6594475" cy="4457700"/>
          </a:xfrm>
        </p:spPr>
        <p:txBody>
          <a:bodyPr/>
          <a:lstStyle/>
          <a:p>
            <a:endParaRPr lang="en-MY"/>
          </a:p>
        </p:txBody>
      </p:sp>
    </p:spTree>
    <p:extLst>
      <p:ext uri="{BB962C8B-B14F-4D97-AF65-F5344CB8AC3E}">
        <p14:creationId xmlns:p14="http://schemas.microsoft.com/office/powerpoint/2010/main" val="3967799819"/>
      </p:ext>
    </p:extLst>
  </p:cSld>
  <p:clrMapOvr>
    <a:masterClrMapping/>
  </p:clrMapOvr>
  <p:transition spd="slow">
    <p:push dir="u"/>
  </p:transition>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Box 10"/>
          <p:cNvSpPr txBox="1"/>
          <p:nvPr/>
        </p:nvSpPr>
        <p:spPr>
          <a:xfrm>
            <a:off x="4156212" y="3006931"/>
            <a:ext cx="3879588"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THANK YOU FOR CHOOSING</a:t>
            </a:r>
          </a:p>
        </p:txBody>
      </p:sp>
      <p:sp>
        <p:nvSpPr>
          <p:cNvPr id="12" name="TextBox 11"/>
          <p:cNvSpPr txBox="1"/>
          <p:nvPr/>
        </p:nvSpPr>
        <p:spPr>
          <a:xfrm>
            <a:off x="4259846" y="3530151"/>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2958517"/>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491524002"/>
      </p:ext>
    </p:extLst>
  </p:cSld>
  <p:clrMapOvr>
    <a:masterClrMapping/>
  </p:clrMapOvr>
  <mc:AlternateContent xmlns:mc="http://schemas.openxmlformats.org/markup-compatibility/2006" xmlns:p14="http://schemas.microsoft.com/office/powerpoint/2010/main">
    <mc:Choice Requires="p14">
      <p:transition spd="slow" p14:dur="900">
        <p14:flythrough dir="out" hasBounce="1"/>
      </p:transition>
    </mc:Choice>
    <mc:Fallback xmlns="">
      <p:transition spd="slow">
        <p:fade/>
      </p:transition>
    </mc:Fallback>
  </mc:AlternateContent>
</p:sld>
</file>

<file path=ppt/theme/theme1.xml><?xml version="1.0" encoding="utf-8"?>
<a:theme xmlns:a="http://schemas.openxmlformats.org/drawingml/2006/main" name="Office Theme">
  <a:themeElements>
    <a:clrScheme name="Violet II">
      <a:dk1>
        <a:sysClr val="windowText" lastClr="000000"/>
      </a:dk1>
      <a:lt1>
        <a:sysClr val="window" lastClr="FFFFFF"/>
      </a:lt1>
      <a:dk2>
        <a:srgbClr val="632E62"/>
      </a:dk2>
      <a:lt2>
        <a:srgbClr val="EAE5EB"/>
      </a:lt2>
      <a:accent1>
        <a:srgbClr val="92278F"/>
      </a:accent1>
      <a:accent2>
        <a:srgbClr val="9B57D3"/>
      </a:accent2>
      <a:accent3>
        <a:srgbClr val="755DD9"/>
      </a:accent3>
      <a:accent4>
        <a:srgbClr val="665EB8"/>
      </a:accent4>
      <a:accent5>
        <a:srgbClr val="45A5ED"/>
      </a:accent5>
      <a:accent6>
        <a:srgbClr val="5982DB"/>
      </a:accent6>
      <a:hlink>
        <a:srgbClr val="0066FF"/>
      </a:hlink>
      <a:folHlink>
        <a:srgbClr val="666699"/>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2318</TotalTime>
  <Words>14197</Words>
  <Application>Microsoft Office PowerPoint</Application>
  <PresentationFormat>Widescreen</PresentationFormat>
  <Paragraphs>2229</Paragraphs>
  <Slides>110</Slides>
  <Notes>0</Notes>
  <HiddenSlides>0</HiddenSlides>
  <MMClips>0</MMClips>
  <ScaleCrop>false</ScaleCrop>
  <HeadingPairs>
    <vt:vector size="6" baseType="variant">
      <vt:variant>
        <vt:lpstr>Fonts Used</vt:lpstr>
      </vt:variant>
      <vt:variant>
        <vt:i4>7</vt:i4>
      </vt:variant>
      <vt:variant>
        <vt:lpstr>Theme</vt:lpstr>
      </vt:variant>
      <vt:variant>
        <vt:i4>1</vt:i4>
      </vt:variant>
      <vt:variant>
        <vt:lpstr>Slide Titles</vt:lpstr>
      </vt:variant>
      <vt:variant>
        <vt:i4>110</vt:i4>
      </vt:variant>
    </vt:vector>
  </HeadingPairs>
  <TitlesOfParts>
    <vt:vector size="118" baseType="lpstr">
      <vt:lpstr>FontAwesome</vt:lpstr>
      <vt:lpstr>GeosansLight</vt:lpstr>
      <vt:lpstr>Simple-Line-Icons</vt:lpstr>
      <vt:lpstr>Abel</vt:lpstr>
      <vt:lpstr>Arial</vt:lpstr>
      <vt:lpstr>Open Sans</vt:lpstr>
      <vt:lpstr>Roboto</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SimpleSmart</dc:creator>
  <cp:lastModifiedBy>user</cp:lastModifiedBy>
  <cp:revision>573</cp:revision>
  <dcterms:created xsi:type="dcterms:W3CDTF">2014-11-27T07:05:56Z</dcterms:created>
  <dcterms:modified xsi:type="dcterms:W3CDTF">2026-03-26T15:41:08Z</dcterms:modified>
</cp:coreProperties>
</file>